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6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9" r:id="rId10"/>
    <p:sldId id="265" r:id="rId11"/>
    <p:sldId id="266" r:id="rId12"/>
    <p:sldId id="267" r:id="rId13"/>
    <p:sldId id="268" r:id="rId14"/>
    <p:sldId id="270" r:id="rId15"/>
    <p:sldId id="271" r:id="rId16"/>
    <p:sldId id="272" r:id="rId17"/>
    <p:sldId id="273" r:id="rId18"/>
    <p:sldId id="274" r:id="rId19"/>
    <p:sldId id="310" r:id="rId20"/>
    <p:sldId id="315" r:id="rId21"/>
    <p:sldId id="309" r:id="rId22"/>
    <p:sldId id="313" r:id="rId23"/>
    <p:sldId id="314" r:id="rId24"/>
    <p:sldId id="316" r:id="rId25"/>
    <p:sldId id="318" r:id="rId26"/>
    <p:sldId id="317" r:id="rId27"/>
    <p:sldId id="312" r:id="rId28"/>
    <p:sldId id="311" r:id="rId29"/>
    <p:sldId id="306" r:id="rId30"/>
    <p:sldId id="275" r:id="rId31"/>
    <p:sldId id="276" r:id="rId32"/>
    <p:sldId id="277" r:id="rId33"/>
    <p:sldId id="304" r:id="rId34"/>
    <p:sldId id="305" r:id="rId35"/>
  </p:sldIdLst>
  <p:sldSz cx="12192000" cy="6858000"/>
  <p:notesSz cx="6858000" cy="9144000"/>
  <p:defaultTextStyle>
    <a:defPPr>
      <a:defRPr lang="lv-LV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06000"/>
    <a:srgbClr val="008000"/>
    <a:srgbClr val="00C000"/>
    <a:srgbClr val="00C0FF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0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144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v-LV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A429F0-FC9C-4E54-B8B1-DD19D58049C0}" type="datetimeFigureOut">
              <a:rPr lang="lv-LV" smtClean="0"/>
              <a:t>25.02.2026</a:t>
            </a:fld>
            <a:endParaRPr lang="lv-LV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v-LV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v-LV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v-LV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7E0E14-4246-4E52-BA2C-59A8C2E0CD10}" type="slidenum">
              <a:rPr lang="lv-LV" smtClean="0"/>
              <a:t>‹#›</a:t>
            </a:fld>
            <a:endParaRPr lang="lv-LV"/>
          </a:p>
        </p:txBody>
      </p:sp>
    </p:spTree>
    <p:extLst>
      <p:ext uri="{BB962C8B-B14F-4D97-AF65-F5344CB8AC3E}">
        <p14:creationId xmlns:p14="http://schemas.microsoft.com/office/powerpoint/2010/main" val="5114805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lv-LV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lv-LV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E83A2-8B17-4E7E-82E4-47DABC86ADD3}" type="datetimeFigureOut">
              <a:rPr lang="lv-LV" smtClean="0"/>
              <a:t>25.02.2026</a:t>
            </a:fld>
            <a:endParaRPr lang="lv-LV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v-LV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D5BD5-545D-4995-B051-BBC510E22A1B}" type="slidenum">
              <a:rPr lang="lv-LV" smtClean="0"/>
              <a:t>‹#›</a:t>
            </a:fld>
            <a:endParaRPr lang="lv-LV"/>
          </a:p>
        </p:txBody>
      </p:sp>
    </p:spTree>
    <p:extLst>
      <p:ext uri="{BB962C8B-B14F-4D97-AF65-F5344CB8AC3E}">
        <p14:creationId xmlns:p14="http://schemas.microsoft.com/office/powerpoint/2010/main" val="16373064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v-LV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v-LV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E83A2-8B17-4E7E-82E4-47DABC86ADD3}" type="datetimeFigureOut">
              <a:rPr lang="lv-LV" smtClean="0"/>
              <a:t>25.02.2026</a:t>
            </a:fld>
            <a:endParaRPr lang="lv-LV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v-LV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D5BD5-545D-4995-B051-BBC510E22A1B}" type="slidenum">
              <a:rPr lang="lv-LV" smtClean="0"/>
              <a:t>‹#›</a:t>
            </a:fld>
            <a:endParaRPr lang="lv-LV"/>
          </a:p>
        </p:txBody>
      </p:sp>
    </p:spTree>
    <p:extLst>
      <p:ext uri="{BB962C8B-B14F-4D97-AF65-F5344CB8AC3E}">
        <p14:creationId xmlns:p14="http://schemas.microsoft.com/office/powerpoint/2010/main" val="9872510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lv-LV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E83A2-8B17-4E7E-82E4-47DABC86ADD3}" type="datetimeFigureOut">
              <a:rPr lang="lv-LV" smtClean="0"/>
              <a:t>25.02.2026</a:t>
            </a:fld>
            <a:endParaRPr lang="lv-LV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v-LV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D5BD5-545D-4995-B051-BBC510E22A1B}" type="slidenum">
              <a:rPr lang="lv-LV" smtClean="0"/>
              <a:t>‹#›</a:t>
            </a:fld>
            <a:endParaRPr lang="lv-LV"/>
          </a:p>
        </p:txBody>
      </p:sp>
    </p:spTree>
    <p:extLst>
      <p:ext uri="{BB962C8B-B14F-4D97-AF65-F5344CB8AC3E}">
        <p14:creationId xmlns:p14="http://schemas.microsoft.com/office/powerpoint/2010/main" val="28632108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v-LV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v-LV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v-LV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E83A2-8B17-4E7E-82E4-47DABC86ADD3}" type="datetimeFigureOut">
              <a:rPr lang="lv-LV" smtClean="0"/>
              <a:t>25.02.2026</a:t>
            </a:fld>
            <a:endParaRPr lang="lv-LV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v-LV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D5BD5-545D-4995-B051-BBC510E22A1B}" type="slidenum">
              <a:rPr lang="lv-LV" smtClean="0"/>
              <a:t>‹#›</a:t>
            </a:fld>
            <a:endParaRPr lang="lv-LV"/>
          </a:p>
        </p:txBody>
      </p:sp>
    </p:spTree>
    <p:extLst>
      <p:ext uri="{BB962C8B-B14F-4D97-AF65-F5344CB8AC3E}">
        <p14:creationId xmlns:p14="http://schemas.microsoft.com/office/powerpoint/2010/main" val="6118861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lv-LV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v-LV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v-LV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E83A2-8B17-4E7E-82E4-47DABC86ADD3}" type="datetimeFigureOut">
              <a:rPr lang="lv-LV" smtClean="0"/>
              <a:t>25.02.2026</a:t>
            </a:fld>
            <a:endParaRPr lang="lv-LV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v-LV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D5BD5-545D-4995-B051-BBC510E22A1B}" type="slidenum">
              <a:rPr lang="lv-LV" smtClean="0"/>
              <a:t>‹#›</a:t>
            </a:fld>
            <a:endParaRPr lang="lv-LV"/>
          </a:p>
        </p:txBody>
      </p:sp>
    </p:spTree>
    <p:extLst>
      <p:ext uri="{BB962C8B-B14F-4D97-AF65-F5344CB8AC3E}">
        <p14:creationId xmlns:p14="http://schemas.microsoft.com/office/powerpoint/2010/main" val="4749243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v-LV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E83A2-8B17-4E7E-82E4-47DABC86ADD3}" type="datetimeFigureOut">
              <a:rPr lang="lv-LV" smtClean="0"/>
              <a:t>25.02.2026</a:t>
            </a:fld>
            <a:endParaRPr lang="lv-LV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v-LV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D5BD5-545D-4995-B051-BBC510E22A1B}" type="slidenum">
              <a:rPr lang="lv-LV" smtClean="0"/>
              <a:t>‹#›</a:t>
            </a:fld>
            <a:endParaRPr lang="lv-LV"/>
          </a:p>
        </p:txBody>
      </p:sp>
    </p:spTree>
    <p:extLst>
      <p:ext uri="{BB962C8B-B14F-4D97-AF65-F5344CB8AC3E}">
        <p14:creationId xmlns:p14="http://schemas.microsoft.com/office/powerpoint/2010/main" val="8341130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E83A2-8B17-4E7E-82E4-47DABC86ADD3}" type="datetimeFigureOut">
              <a:rPr lang="lv-LV" smtClean="0"/>
              <a:t>25.02.2026</a:t>
            </a:fld>
            <a:endParaRPr lang="lv-LV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v-LV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D5BD5-545D-4995-B051-BBC510E22A1B}" type="slidenum">
              <a:rPr lang="lv-LV" smtClean="0"/>
              <a:t>‹#›</a:t>
            </a:fld>
            <a:endParaRPr lang="lv-LV"/>
          </a:p>
        </p:txBody>
      </p:sp>
    </p:spTree>
    <p:extLst>
      <p:ext uri="{BB962C8B-B14F-4D97-AF65-F5344CB8AC3E}">
        <p14:creationId xmlns:p14="http://schemas.microsoft.com/office/powerpoint/2010/main" val="12245662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v-LV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v-LV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E83A2-8B17-4E7E-82E4-47DABC86ADD3}" type="datetimeFigureOut">
              <a:rPr lang="lv-LV" smtClean="0"/>
              <a:t>25.02.2026</a:t>
            </a:fld>
            <a:endParaRPr lang="lv-LV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v-LV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D5BD5-545D-4995-B051-BBC510E22A1B}" type="slidenum">
              <a:rPr lang="lv-LV" smtClean="0"/>
              <a:t>‹#›</a:t>
            </a:fld>
            <a:endParaRPr lang="lv-LV"/>
          </a:p>
        </p:txBody>
      </p:sp>
    </p:spTree>
    <p:extLst>
      <p:ext uri="{BB962C8B-B14F-4D97-AF65-F5344CB8AC3E}">
        <p14:creationId xmlns:p14="http://schemas.microsoft.com/office/powerpoint/2010/main" val="34036359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v-LV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v-LV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E83A2-8B17-4E7E-82E4-47DABC86ADD3}" type="datetimeFigureOut">
              <a:rPr lang="lv-LV" smtClean="0"/>
              <a:t>25.02.2026</a:t>
            </a:fld>
            <a:endParaRPr lang="lv-LV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v-LV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D5BD5-545D-4995-B051-BBC510E22A1B}" type="slidenum">
              <a:rPr lang="lv-LV" smtClean="0"/>
              <a:t>‹#›</a:t>
            </a:fld>
            <a:endParaRPr lang="lv-LV"/>
          </a:p>
        </p:txBody>
      </p:sp>
    </p:spTree>
    <p:extLst>
      <p:ext uri="{BB962C8B-B14F-4D97-AF65-F5344CB8AC3E}">
        <p14:creationId xmlns:p14="http://schemas.microsoft.com/office/powerpoint/2010/main" val="33828991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v-LV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v-LV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E83A2-8B17-4E7E-82E4-47DABC86ADD3}" type="datetimeFigureOut">
              <a:rPr lang="lv-LV" smtClean="0"/>
              <a:t>25.02.2026</a:t>
            </a:fld>
            <a:endParaRPr lang="lv-LV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v-LV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D5BD5-545D-4995-B051-BBC510E22A1B}" type="slidenum">
              <a:rPr lang="lv-LV" smtClean="0"/>
              <a:t>‹#›</a:t>
            </a:fld>
            <a:endParaRPr lang="lv-LV"/>
          </a:p>
        </p:txBody>
      </p:sp>
    </p:spTree>
    <p:extLst>
      <p:ext uri="{BB962C8B-B14F-4D97-AF65-F5344CB8AC3E}">
        <p14:creationId xmlns:p14="http://schemas.microsoft.com/office/powerpoint/2010/main" val="4300074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lv-LV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v-LV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EE83A2-8B17-4E7E-82E4-47DABC86ADD3}" type="datetimeFigureOut">
              <a:rPr lang="lv-LV" smtClean="0"/>
              <a:t>25.02.2026</a:t>
            </a:fld>
            <a:endParaRPr lang="lv-LV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v-LV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9D5BD5-545D-4995-B051-BBC510E22A1B}" type="slidenum">
              <a:rPr lang="lv-LV" smtClean="0"/>
              <a:t>‹#›</a:t>
            </a:fld>
            <a:endParaRPr lang="lv-LV"/>
          </a:p>
        </p:txBody>
      </p:sp>
    </p:spTree>
    <p:extLst>
      <p:ext uri="{BB962C8B-B14F-4D97-AF65-F5344CB8AC3E}">
        <p14:creationId xmlns:p14="http://schemas.microsoft.com/office/powerpoint/2010/main" val="21661908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lv-LV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v-LV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EE83A2-8B17-4E7E-82E4-47DABC86ADD3}" type="datetimeFigureOut">
              <a:rPr lang="lv-LV" smtClean="0"/>
              <a:t>25.02.2026</a:t>
            </a:fld>
            <a:endParaRPr lang="lv-LV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lv-LV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9D5BD5-545D-4995-B051-BBC510E22A1B}" type="slidenum">
              <a:rPr lang="lv-LV" smtClean="0"/>
              <a:t>‹#›</a:t>
            </a:fld>
            <a:endParaRPr lang="lv-LV"/>
          </a:p>
        </p:txBody>
      </p:sp>
    </p:spTree>
    <p:extLst>
      <p:ext uri="{BB962C8B-B14F-4D97-AF65-F5344CB8AC3E}">
        <p14:creationId xmlns:p14="http://schemas.microsoft.com/office/powerpoint/2010/main" val="19449167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v-LV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2.png"/><Relationship Id="rId7" Type="http://schemas.openxmlformats.org/officeDocument/2006/relationships/image" Target="../media/image28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hyperlink" Target="https://academickids.com/encyclopedia/index.php/Wang_tile" TargetMode="External"/><Relationship Id="rId7" Type="http://schemas.openxmlformats.org/officeDocument/2006/relationships/image" Target="../media/image37.png"/><Relationship Id="rId2" Type="http://schemas.openxmlformats.org/officeDocument/2006/relationships/hyperlink" Target="https://en.wikipedia.org/wiki/Wang_tile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hyperlink" Target="https://en.wikipedia.org/wiki/List_of_undecidable_problems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noProof="0" dirty="0"/>
              <a:t>Theory of Algorithms</a:t>
            </a:r>
            <a:endParaRPr lang="lv-LV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noProof="0" dirty="0"/>
              <a:t>Post correspondence problem</a:t>
            </a:r>
            <a:endParaRPr lang="lv-LV" noProof="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3382BD7-EB1E-4629-87ED-0367AA3B538D}"/>
              </a:ext>
            </a:extLst>
          </p:cNvPr>
          <p:cNvSpPr/>
          <p:nvPr/>
        </p:nvSpPr>
        <p:spPr>
          <a:xfrm>
            <a:off x="4459857" y="6349366"/>
            <a:ext cx="782703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lv-LV" dirty="0"/>
              <a:t>[</a:t>
            </a:r>
            <a:r>
              <a:rPr lang="en-US" dirty="0"/>
              <a:t>Michael </a:t>
            </a:r>
            <a:r>
              <a:rPr lang="en-US" dirty="0" err="1"/>
              <a:t>Sipser</a:t>
            </a:r>
            <a:r>
              <a:rPr lang="en-US" dirty="0"/>
              <a:t>. </a:t>
            </a:r>
            <a:r>
              <a:rPr lang="en-US" b="1" dirty="0"/>
              <a:t>Introduction to the Theory of Computation.</a:t>
            </a:r>
            <a:r>
              <a:rPr lang="lv-LV" dirty="0"/>
              <a:t> </a:t>
            </a:r>
            <a:r>
              <a:rPr lang="lv-LV" dirty="0" err="1"/>
              <a:t>Chapter</a:t>
            </a:r>
            <a:r>
              <a:rPr lang="lv-LV" dirty="0"/>
              <a:t> 5</a:t>
            </a:r>
            <a:r>
              <a:rPr lang="en-US" dirty="0"/>
              <a:t>.2</a:t>
            </a:r>
            <a:r>
              <a:rPr lang="lv-LV" dirty="0"/>
              <a:t>]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90251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AC0A147-3BDD-453A-AD09-AC00B13799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966" y="1842866"/>
            <a:ext cx="10698068" cy="3172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82103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0ECF568-22FD-45E6-B530-59374F8822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2471" y="0"/>
            <a:ext cx="808705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32195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A699636-B640-400E-9270-F01EE2F093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571" y="251866"/>
            <a:ext cx="10440857" cy="2591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23128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1818B83-2C37-4363-95E7-3DE1E5EBEC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0221751" cy="145752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5A302C9-962E-4415-8E68-D1E66E0021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57528"/>
            <a:ext cx="10412278" cy="322942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A03D652-124B-4CA2-B2EA-220E026DFD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5014655"/>
            <a:ext cx="3381847" cy="77163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911976E-A08A-40BD-AEF6-86D52A7089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16709" y="5815269"/>
            <a:ext cx="2661138" cy="65842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D9FCC15-1414-4CAC-8760-1AF86D8423E5}"/>
              </a:ext>
            </a:extLst>
          </p:cNvPr>
          <p:cNvSpPr txBox="1"/>
          <p:nvPr/>
        </p:nvSpPr>
        <p:spPr>
          <a:xfrm>
            <a:off x="9810458" y="5215805"/>
            <a:ext cx="601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YES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BCE40A5-ED51-47C2-8FA5-604F8155CD34}"/>
              </a:ext>
            </a:extLst>
          </p:cNvPr>
          <p:cNvSpPr txBox="1"/>
          <p:nvPr/>
        </p:nvSpPr>
        <p:spPr>
          <a:xfrm>
            <a:off x="9810458" y="5959816"/>
            <a:ext cx="6018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NO</a:t>
            </a:r>
          </a:p>
        </p:txBody>
      </p:sp>
    </p:spTree>
    <p:extLst>
      <p:ext uri="{BB962C8B-B14F-4D97-AF65-F5344CB8AC3E}">
        <p14:creationId xmlns:p14="http://schemas.microsoft.com/office/powerpoint/2010/main" val="5229794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91DB9B7-4BC4-4EEB-BE45-9EEEDBBCB5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0581" y="0"/>
            <a:ext cx="655083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52417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9791BFB-0295-4736-BF86-DFFCAE8163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6071" y="756138"/>
            <a:ext cx="10259857" cy="188621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6D6180A-F380-4989-BB92-9CFF63DEBF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176" y="3518622"/>
            <a:ext cx="10402752" cy="189574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E3F4903-B245-4D10-B6EF-D883CF7A8482}"/>
              </a:ext>
            </a:extLst>
          </p:cNvPr>
          <p:cNvSpPr txBox="1"/>
          <p:nvPr/>
        </p:nvSpPr>
        <p:spPr>
          <a:xfrm>
            <a:off x="8195733" y="6070600"/>
            <a:ext cx="39234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</a:t>
            </a:r>
            <a:r>
              <a:rPr lang="en-US" dirty="0" err="1"/>
              <a:t>M,w</a:t>
            </a:r>
            <a:r>
              <a:rPr lang="en-US" dirty="0"/>
              <a:t>) – reduction -&gt; (set of dominos P’)</a:t>
            </a:r>
          </a:p>
          <a:p>
            <a:r>
              <a:rPr lang="en-US" dirty="0"/>
              <a:t>M accepts w </a:t>
            </a:r>
            <a:r>
              <a:rPr lang="en-US" dirty="0" err="1"/>
              <a:t>iff</a:t>
            </a:r>
            <a:r>
              <a:rPr lang="en-US" dirty="0"/>
              <a:t> P’ has a match</a:t>
            </a:r>
          </a:p>
        </p:txBody>
      </p:sp>
    </p:spTree>
    <p:extLst>
      <p:ext uri="{BB962C8B-B14F-4D97-AF65-F5344CB8AC3E}">
        <p14:creationId xmlns:p14="http://schemas.microsoft.com/office/powerpoint/2010/main" val="35290907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6252DA0-4830-4D11-BF45-3B61AA31F0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703" y="623496"/>
            <a:ext cx="10526594" cy="5611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14990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E88F6AB-1968-41EA-96AB-05D1DF469D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660" y="485898"/>
            <a:ext cx="9516803" cy="347711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9FB6CCE-6AFE-4C7E-95CA-73BF0B028D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8660" y="3963008"/>
            <a:ext cx="10307488" cy="1581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69677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E881609-26AA-42C9-B87F-D3CB1239B7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439" y="123363"/>
            <a:ext cx="10717121" cy="6611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14297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D7924F4-0857-43F3-802A-D03AF3F704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545" y="256732"/>
            <a:ext cx="10640910" cy="6344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11008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C627C89-F51E-47B7-B877-A2DA171D65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3176" y="580293"/>
            <a:ext cx="10545647" cy="172426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574E868-DCCB-4D8F-8CB3-497BE722CA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176" y="2692081"/>
            <a:ext cx="10469436" cy="2810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09443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1CA317A-100A-4CD8-B17E-BCD18901E7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966" y="833075"/>
            <a:ext cx="10336067" cy="519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98186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CD60F87-6700-4F5A-91E5-FFAFF4E36E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0345" y="2512172"/>
            <a:ext cx="8071349" cy="426669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4125BF9-F467-4DEF-8249-7C0400D163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152" y="271325"/>
            <a:ext cx="5311969" cy="155747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6300802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C14DD70-E1D6-403B-BEAA-E41C10DD45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012" y="1387197"/>
            <a:ext cx="10517068" cy="221963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72EB023-7500-4C79-9B26-4B9CD68696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313520"/>
            <a:ext cx="2292182" cy="124061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996FA57-ACCB-46AA-A4F1-37E87A5645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47767" y="4313520"/>
            <a:ext cx="3555100" cy="122530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0898B68-5CDF-4BAA-9D3F-5680BF37601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7145" y="4313520"/>
            <a:ext cx="3860357" cy="124061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5859050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B990155-FD91-4E35-B360-57190D5E4D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5484" y="0"/>
            <a:ext cx="756103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2482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57CDAED-DE82-4DF5-8BFB-CEFD21B4D1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0808" y="127216"/>
            <a:ext cx="10450383" cy="448690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4EC92DA-1A2A-41C1-9871-201827751F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058587"/>
            <a:ext cx="1478734" cy="80034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E25C500-35E1-40D7-9D4B-70E5C2917E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3033" y="5068466"/>
            <a:ext cx="2293468" cy="79046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8CD8A5A-2CA0-4754-8E8D-8C587455964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81302" y="5058587"/>
            <a:ext cx="2490397" cy="80034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19B965D-2A85-46D4-BE1E-D83299E9D4B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71699" y="5058587"/>
            <a:ext cx="2667374" cy="76210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6C1EAB9-2801-418E-A8D9-51F7B78E127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62384" y="5058587"/>
            <a:ext cx="2894031" cy="67056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B60F4DD-F970-4B3C-9E88-53411BBEBA3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952472" y="5068467"/>
            <a:ext cx="857356" cy="580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7237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9478BB8-61F5-4A07-9B31-BE93920499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360" y="1168978"/>
            <a:ext cx="10231278" cy="156231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D765D83-C252-4828-B945-A66296F35A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492" y="2731296"/>
            <a:ext cx="10317015" cy="2591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23832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  <a:endParaRPr lang="lv-LV" dirty="0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49E35A17-C2B9-91F2-054F-051DCBB54BCE}"/>
              </a:ext>
            </a:extLst>
          </p:cNvPr>
          <p:cNvGrpSpPr/>
          <p:nvPr/>
        </p:nvGrpSpPr>
        <p:grpSpPr>
          <a:xfrm>
            <a:off x="4823230" y="74321"/>
            <a:ext cx="7236785" cy="3232734"/>
            <a:chOff x="2796466" y="62602"/>
            <a:chExt cx="7236785" cy="3232734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F23C9E41-5FAD-923A-4E04-E2EDEAA6428F}"/>
                </a:ext>
              </a:extLst>
            </p:cNvPr>
            <p:cNvSpPr/>
            <p:nvPr/>
          </p:nvSpPr>
          <p:spPr>
            <a:xfrm>
              <a:off x="3790765" y="1509204"/>
              <a:ext cx="914400" cy="91440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X</a:t>
              </a: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7E08952A-705E-A79F-0D1D-87FFDE7B3F97}"/>
                </a:ext>
              </a:extLst>
            </p:cNvPr>
            <p:cNvSpPr/>
            <p:nvPr/>
          </p:nvSpPr>
          <p:spPr>
            <a:xfrm>
              <a:off x="6454808" y="1509204"/>
              <a:ext cx="914400" cy="91440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Y</a:t>
              </a:r>
            </a:p>
          </p:txBody>
        </p: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35642D68-645A-62C9-E1F6-2C6FB7A2F0BC}"/>
                </a:ext>
              </a:extLst>
            </p:cNvPr>
            <p:cNvCxnSpPr>
              <a:cxnSpLocks/>
              <a:stCxn id="4" idx="6"/>
              <a:endCxn id="5" idx="2"/>
            </p:cNvCxnSpPr>
            <p:nvPr/>
          </p:nvCxnSpPr>
          <p:spPr>
            <a:xfrm>
              <a:off x="4705165" y="1966404"/>
              <a:ext cx="1749643" cy="0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DBDCB2DE-0A5C-0520-121E-3A4AEDEE08A7}"/>
                </a:ext>
              </a:extLst>
            </p:cNvPr>
            <p:cNvCxnSpPr>
              <a:cxnSpLocks/>
            </p:cNvCxnSpPr>
            <p:nvPr/>
          </p:nvCxnSpPr>
          <p:spPr>
            <a:xfrm>
              <a:off x="2796466" y="1966404"/>
              <a:ext cx="994299" cy="0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DFAEE3A5-181A-5557-72CF-B78170F087E7}"/>
                </a:ext>
              </a:extLst>
            </p:cNvPr>
            <p:cNvSpPr/>
            <p:nvPr/>
          </p:nvSpPr>
          <p:spPr>
            <a:xfrm>
              <a:off x="9118851" y="1509204"/>
              <a:ext cx="914400" cy="91440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A</a:t>
              </a: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4E0E60FA-FB75-F5DD-47E8-C5C14902DDF9}"/>
                </a:ext>
              </a:extLst>
            </p:cNvPr>
            <p:cNvCxnSpPr>
              <a:cxnSpLocks/>
              <a:stCxn id="5" idx="6"/>
              <a:endCxn id="12" idx="2"/>
            </p:cNvCxnSpPr>
            <p:nvPr/>
          </p:nvCxnSpPr>
          <p:spPr>
            <a:xfrm>
              <a:off x="7369208" y="1966404"/>
              <a:ext cx="1749643" cy="0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Arc 16">
              <a:extLst>
                <a:ext uri="{FF2B5EF4-FFF2-40B4-BE49-F238E27FC236}">
                  <a16:creationId xmlns:a16="http://schemas.microsoft.com/office/drawing/2014/main" id="{D0509D38-403D-82BA-3D65-F07070E855D9}"/>
                </a:ext>
              </a:extLst>
            </p:cNvPr>
            <p:cNvSpPr/>
            <p:nvPr/>
          </p:nvSpPr>
          <p:spPr>
            <a:xfrm>
              <a:off x="3790765" y="981615"/>
              <a:ext cx="914400" cy="914400"/>
            </a:xfrm>
            <a:prstGeom prst="arc">
              <a:avLst>
                <a:gd name="adj1" fmla="val 8773538"/>
                <a:gd name="adj2" fmla="val 2076695"/>
              </a:avLst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82D1CA16-249F-5732-F8CB-185F26A3E09A}"/>
                </a:ext>
              </a:extLst>
            </p:cNvPr>
            <p:cNvCxnSpPr>
              <a:cxnSpLocks/>
              <a:stCxn id="5" idx="3"/>
              <a:endCxn id="4" idx="5"/>
            </p:cNvCxnSpPr>
            <p:nvPr/>
          </p:nvCxnSpPr>
          <p:spPr>
            <a:xfrm flipH="1">
              <a:off x="4571254" y="2289693"/>
              <a:ext cx="2017465" cy="0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719EE63F-BDC2-1480-2C2E-5086923C33FC}"/>
                </a:ext>
              </a:extLst>
            </p:cNvPr>
            <p:cNvSpPr txBox="1"/>
            <p:nvPr/>
          </p:nvSpPr>
          <p:spPr>
            <a:xfrm>
              <a:off x="3546491" y="62602"/>
              <a:ext cx="1406154" cy="9541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_ → 0, R</a:t>
              </a:r>
            </a:p>
            <a:p>
              <a:r>
                <a:rPr lang="en-US" sz="2800" dirty="0"/>
                <a:t>0 → 0, R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8B2464F5-420F-B5E6-EEAF-D53AB9DDA1AB}"/>
                </a:ext>
              </a:extLst>
            </p:cNvPr>
            <p:cNvSpPr txBox="1"/>
            <p:nvPr/>
          </p:nvSpPr>
          <p:spPr>
            <a:xfrm>
              <a:off x="4876909" y="1429078"/>
              <a:ext cx="140615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1 → 1, R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9D3EA813-0682-1ABA-4BD4-26AF87E39612}"/>
                </a:ext>
              </a:extLst>
            </p:cNvPr>
            <p:cNvSpPr txBox="1"/>
            <p:nvPr/>
          </p:nvSpPr>
          <p:spPr>
            <a:xfrm>
              <a:off x="7540952" y="1431475"/>
              <a:ext cx="136127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1 → 1, L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453776AB-6EE9-DA1C-F65D-933D2BABE277}"/>
                </a:ext>
              </a:extLst>
            </p:cNvPr>
            <p:cNvSpPr txBox="1"/>
            <p:nvPr/>
          </p:nvSpPr>
          <p:spPr>
            <a:xfrm>
              <a:off x="4876909" y="2341229"/>
              <a:ext cx="1406154" cy="9541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_ → 0, R</a:t>
              </a:r>
            </a:p>
            <a:p>
              <a:r>
                <a:rPr lang="en-US" sz="2800" dirty="0"/>
                <a:t>0 → 0, 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51746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  <a:endParaRPr lang="lv-LV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5394" y="2276688"/>
            <a:ext cx="6544915" cy="8075920"/>
          </a:xfrm>
        </p:spPr>
        <p:txBody>
          <a:bodyPr wrap="none" lIns="72000" tIns="36000" rIns="72000" bIns="36000">
            <a:spAutoFit/>
          </a:bodyPr>
          <a:lstStyle/>
          <a:p>
            <a:pPr marL="0" indent="0">
              <a:buNone/>
            </a:pPr>
            <a:r>
              <a:rPr lang="en-US" dirty="0"/>
              <a:t>Part 1</a:t>
            </a:r>
            <a:br>
              <a:rPr lang="en-US" dirty="0">
                <a:solidFill>
                  <a:srgbClr val="0070C0"/>
                </a:solidFill>
                <a:latin typeface="Fixed"/>
              </a:rPr>
            </a:br>
            <a:endParaRPr lang="en-US" dirty="0">
              <a:solidFill>
                <a:srgbClr val="0070C0"/>
              </a:solidFill>
              <a:latin typeface="Lucida Sans Typewriter" panose="020B0509030504030204" pitchFamily="49" charset="0"/>
            </a:endParaRPr>
          </a:p>
          <a:p>
            <a:pPr marL="0" indent="0">
              <a:buNone/>
            </a:pPr>
            <a:r>
              <a:rPr lang="en-US" dirty="0"/>
              <a:t>Part 2</a:t>
            </a:r>
            <a:br>
              <a:rPr lang="en-US" dirty="0">
                <a:solidFill>
                  <a:srgbClr val="0070C0"/>
                </a:solidFill>
              </a:rPr>
            </a:br>
            <a:endParaRPr lang="en-US" dirty="0">
              <a:solidFill>
                <a:srgbClr val="0070C0"/>
              </a:solidFill>
              <a:latin typeface="Lucida Sans Typewriter" panose="020B0509030504030204" pitchFamily="49" charset="0"/>
            </a:endParaRPr>
          </a:p>
          <a:p>
            <a:pPr marL="0" indent="0">
              <a:buNone/>
            </a:pPr>
            <a:r>
              <a:rPr lang="en-US" dirty="0"/>
              <a:t>Part 3</a:t>
            </a:r>
            <a:br>
              <a:rPr lang="en-US" dirty="0">
                <a:solidFill>
                  <a:srgbClr val="0070C0"/>
                </a:solidFill>
              </a:rPr>
            </a:br>
            <a:endParaRPr lang="en-US" dirty="0">
              <a:solidFill>
                <a:srgbClr val="0070C0"/>
              </a:solidFill>
              <a:latin typeface="Lucida Sans Typewriter" panose="020B0509030504030204" pitchFamily="49" charset="0"/>
            </a:endParaRPr>
          </a:p>
          <a:p>
            <a:pPr marL="0" indent="0">
              <a:buNone/>
            </a:pPr>
            <a:r>
              <a:rPr lang="en-US" dirty="0"/>
              <a:t>Part 4			</a:t>
            </a:r>
            <a:r>
              <a:rPr lang="en-US" dirty="0">
                <a:solidFill>
                  <a:srgbClr val="0070C0"/>
                </a:solidFill>
                <a:latin typeface="Lucida Sans Typewriter" panose="020B0509030504030204" pitchFamily="49" charset="0"/>
              </a:rPr>
              <a:t>			</a:t>
            </a:r>
            <a:r>
              <a:rPr lang="en-US" dirty="0"/>
              <a:t>Part 6</a:t>
            </a:r>
            <a:br>
              <a:rPr lang="en-US" dirty="0">
                <a:solidFill>
                  <a:srgbClr val="0070C0"/>
                </a:solidFill>
                <a:latin typeface="Lucida Sans Typewriter" panose="020B0509030504030204" pitchFamily="49" charset="0"/>
              </a:rPr>
            </a:br>
            <a:endParaRPr lang="en-US" dirty="0">
              <a:solidFill>
                <a:srgbClr val="0070C0"/>
              </a:solidFill>
              <a:latin typeface="Lucida Sans Typewriter" panose="020B0509030504030204" pitchFamily="49" charset="0"/>
            </a:endParaRPr>
          </a:p>
          <a:p>
            <a:pPr marL="0" indent="0">
              <a:buNone/>
            </a:pPr>
            <a:r>
              <a:rPr lang="en-US" dirty="0"/>
              <a:t>Part 5	</a:t>
            </a:r>
            <a:r>
              <a:rPr lang="en-US" dirty="0">
                <a:solidFill>
                  <a:srgbClr val="0070C0"/>
                </a:solidFill>
                <a:latin typeface="Lucida Sans Typewriter" panose="020B0509030504030204" pitchFamily="49" charset="0"/>
              </a:rPr>
              <a:t>  #  #				</a:t>
            </a:r>
            <a:r>
              <a:rPr lang="en-US" dirty="0"/>
              <a:t>Part 7</a:t>
            </a:r>
            <a:br>
              <a:rPr lang="en-US" dirty="0">
                <a:solidFill>
                  <a:srgbClr val="0070C0"/>
                </a:solidFill>
                <a:latin typeface="Lucida Sans Typewriter" panose="020B0509030504030204" pitchFamily="49" charset="0"/>
              </a:rPr>
            </a:b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lv-LV" dirty="0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49E35A17-C2B9-91F2-054F-051DCBB54BCE}"/>
              </a:ext>
            </a:extLst>
          </p:cNvPr>
          <p:cNvGrpSpPr/>
          <p:nvPr/>
        </p:nvGrpSpPr>
        <p:grpSpPr>
          <a:xfrm>
            <a:off x="4823230" y="74321"/>
            <a:ext cx="7236785" cy="3232734"/>
            <a:chOff x="2796466" y="62602"/>
            <a:chExt cx="7236785" cy="3232734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F23C9E41-5FAD-923A-4E04-E2EDEAA6428F}"/>
                </a:ext>
              </a:extLst>
            </p:cNvPr>
            <p:cNvSpPr/>
            <p:nvPr/>
          </p:nvSpPr>
          <p:spPr>
            <a:xfrm>
              <a:off x="3790765" y="1509204"/>
              <a:ext cx="914400" cy="91440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X</a:t>
              </a: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7E08952A-705E-A79F-0D1D-87FFDE7B3F97}"/>
                </a:ext>
              </a:extLst>
            </p:cNvPr>
            <p:cNvSpPr/>
            <p:nvPr/>
          </p:nvSpPr>
          <p:spPr>
            <a:xfrm>
              <a:off x="6454808" y="1509204"/>
              <a:ext cx="914400" cy="91440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Y</a:t>
              </a:r>
            </a:p>
          </p:txBody>
        </p: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35642D68-645A-62C9-E1F6-2C6FB7A2F0BC}"/>
                </a:ext>
              </a:extLst>
            </p:cNvPr>
            <p:cNvCxnSpPr>
              <a:cxnSpLocks/>
              <a:stCxn id="4" idx="6"/>
              <a:endCxn id="5" idx="2"/>
            </p:cNvCxnSpPr>
            <p:nvPr/>
          </p:nvCxnSpPr>
          <p:spPr>
            <a:xfrm>
              <a:off x="4705165" y="1966404"/>
              <a:ext cx="1749643" cy="0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DBDCB2DE-0A5C-0520-121E-3A4AEDEE08A7}"/>
                </a:ext>
              </a:extLst>
            </p:cNvPr>
            <p:cNvCxnSpPr>
              <a:cxnSpLocks/>
            </p:cNvCxnSpPr>
            <p:nvPr/>
          </p:nvCxnSpPr>
          <p:spPr>
            <a:xfrm>
              <a:off x="2796466" y="1966404"/>
              <a:ext cx="994299" cy="0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DFAEE3A5-181A-5557-72CF-B78170F087E7}"/>
                </a:ext>
              </a:extLst>
            </p:cNvPr>
            <p:cNvSpPr/>
            <p:nvPr/>
          </p:nvSpPr>
          <p:spPr>
            <a:xfrm>
              <a:off x="9118851" y="1509204"/>
              <a:ext cx="914400" cy="91440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A</a:t>
              </a: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4E0E60FA-FB75-F5DD-47E8-C5C14902DDF9}"/>
                </a:ext>
              </a:extLst>
            </p:cNvPr>
            <p:cNvCxnSpPr>
              <a:cxnSpLocks/>
              <a:stCxn id="5" idx="6"/>
              <a:endCxn id="12" idx="2"/>
            </p:cNvCxnSpPr>
            <p:nvPr/>
          </p:nvCxnSpPr>
          <p:spPr>
            <a:xfrm>
              <a:off x="7369208" y="1966404"/>
              <a:ext cx="1749643" cy="0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Arc 16">
              <a:extLst>
                <a:ext uri="{FF2B5EF4-FFF2-40B4-BE49-F238E27FC236}">
                  <a16:creationId xmlns:a16="http://schemas.microsoft.com/office/drawing/2014/main" id="{D0509D38-403D-82BA-3D65-F07070E855D9}"/>
                </a:ext>
              </a:extLst>
            </p:cNvPr>
            <p:cNvSpPr/>
            <p:nvPr/>
          </p:nvSpPr>
          <p:spPr>
            <a:xfrm>
              <a:off x="3790765" y="981615"/>
              <a:ext cx="914400" cy="914400"/>
            </a:xfrm>
            <a:prstGeom prst="arc">
              <a:avLst>
                <a:gd name="adj1" fmla="val 8773538"/>
                <a:gd name="adj2" fmla="val 2076695"/>
              </a:avLst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82D1CA16-249F-5732-F8CB-185F26A3E09A}"/>
                </a:ext>
              </a:extLst>
            </p:cNvPr>
            <p:cNvCxnSpPr>
              <a:cxnSpLocks/>
              <a:stCxn id="5" idx="3"/>
              <a:endCxn id="4" idx="5"/>
            </p:cNvCxnSpPr>
            <p:nvPr/>
          </p:nvCxnSpPr>
          <p:spPr>
            <a:xfrm flipH="1">
              <a:off x="4571254" y="2289693"/>
              <a:ext cx="2017465" cy="0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719EE63F-BDC2-1480-2C2E-5086923C33FC}"/>
                </a:ext>
              </a:extLst>
            </p:cNvPr>
            <p:cNvSpPr txBox="1"/>
            <p:nvPr/>
          </p:nvSpPr>
          <p:spPr>
            <a:xfrm>
              <a:off x="3546491" y="62602"/>
              <a:ext cx="1406154" cy="9541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_ → 0, R</a:t>
              </a:r>
            </a:p>
            <a:p>
              <a:r>
                <a:rPr lang="en-US" sz="2800" dirty="0"/>
                <a:t>0 → 0, R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8B2464F5-420F-B5E6-EEAF-D53AB9DDA1AB}"/>
                </a:ext>
              </a:extLst>
            </p:cNvPr>
            <p:cNvSpPr txBox="1"/>
            <p:nvPr/>
          </p:nvSpPr>
          <p:spPr>
            <a:xfrm>
              <a:off x="4876909" y="1429078"/>
              <a:ext cx="140615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1 → 1, R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9D3EA813-0682-1ABA-4BD4-26AF87E39612}"/>
                </a:ext>
              </a:extLst>
            </p:cNvPr>
            <p:cNvSpPr txBox="1"/>
            <p:nvPr/>
          </p:nvSpPr>
          <p:spPr>
            <a:xfrm>
              <a:off x="7540952" y="1431475"/>
              <a:ext cx="136127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1 → 1, L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453776AB-6EE9-DA1C-F65D-933D2BABE277}"/>
                </a:ext>
              </a:extLst>
            </p:cNvPr>
            <p:cNvSpPr txBox="1"/>
            <p:nvPr/>
          </p:nvSpPr>
          <p:spPr>
            <a:xfrm>
              <a:off x="4876909" y="2341229"/>
              <a:ext cx="1406154" cy="9541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_ → 0, R</a:t>
              </a:r>
            </a:p>
            <a:p>
              <a:r>
                <a:rPr lang="en-US" sz="2800" dirty="0"/>
                <a:t>0 → 0, R</a:t>
              </a: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45705E83-9288-4D70-84EC-0975FD4595A7}"/>
              </a:ext>
            </a:extLst>
          </p:cNvPr>
          <p:cNvSpPr txBox="1"/>
          <p:nvPr/>
        </p:nvSpPr>
        <p:spPr>
          <a:xfrm>
            <a:off x="1530666" y="2240125"/>
            <a:ext cx="1660245" cy="8483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none" lIns="72000" tIns="54000" rIns="72000" bIns="18000" rtlCol="0" anchor="ctr" anchorCtr="0">
            <a:sp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#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Fixed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#X1011#</a:t>
            </a:r>
            <a:endParaRPr lang="lv-LV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30A303A-54B9-46EF-83FF-DF0BD897A27D}"/>
              </a:ext>
            </a:extLst>
          </p:cNvPr>
          <p:cNvSpPr txBox="1"/>
          <p:nvPr/>
        </p:nvSpPr>
        <p:spPr>
          <a:xfrm>
            <a:off x="1530667" y="3144324"/>
            <a:ext cx="578217" cy="8483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none" lIns="72000" tIns="54000" rIns="72000" bIns="1800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X_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0X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70DD968-FCCA-42FB-9A32-949630CECDBE}"/>
              </a:ext>
            </a:extLst>
          </p:cNvPr>
          <p:cNvSpPr txBox="1"/>
          <p:nvPr/>
        </p:nvSpPr>
        <p:spPr>
          <a:xfrm>
            <a:off x="2389127" y="3144324"/>
            <a:ext cx="578217" cy="8483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none" lIns="72000" tIns="54000" rIns="72000" bIns="1800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X0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0X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97C6168-FF38-4FF0-9016-77117DE7F478}"/>
              </a:ext>
            </a:extLst>
          </p:cNvPr>
          <p:cNvSpPr txBox="1"/>
          <p:nvPr/>
        </p:nvSpPr>
        <p:spPr>
          <a:xfrm>
            <a:off x="3246921" y="3146871"/>
            <a:ext cx="578217" cy="8483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none" lIns="72000" tIns="54000" rIns="72000" bIns="1800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X1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lang="en-US" sz="2800" dirty="0">
                <a:solidFill>
                  <a:srgbClr val="0070C0"/>
                </a:solidFill>
                <a:latin typeface="Lucida Sans Typewriter" panose="020B0509030504030204" pitchFamily="49" charset="0"/>
              </a:rPr>
              <a:t>1Y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Lucida Sans Typewriter" panose="020B0509030504030204" pitchFamily="49" charset="0"/>
              <a:ea typeface="+mn-ea"/>
              <a:cs typeface="+mn-cs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DC3BD8A-C296-4DBF-B1BD-C8996F3B7C19}"/>
              </a:ext>
            </a:extLst>
          </p:cNvPr>
          <p:cNvSpPr txBox="1"/>
          <p:nvPr/>
        </p:nvSpPr>
        <p:spPr>
          <a:xfrm>
            <a:off x="4104715" y="3139967"/>
            <a:ext cx="578217" cy="8483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none" lIns="72000" tIns="54000" rIns="72000" bIns="1800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Y_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0X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EE11C60-122F-4DAC-85BB-C84F25657D5A}"/>
              </a:ext>
            </a:extLst>
          </p:cNvPr>
          <p:cNvSpPr txBox="1"/>
          <p:nvPr/>
        </p:nvSpPr>
        <p:spPr>
          <a:xfrm>
            <a:off x="4958543" y="3139967"/>
            <a:ext cx="578217" cy="8483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none" lIns="72000" tIns="54000" rIns="72000" bIns="1800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Y0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0X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DD63898-2DA1-4AC3-B3F2-7D23D7A2E8C7}"/>
              </a:ext>
            </a:extLst>
          </p:cNvPr>
          <p:cNvSpPr txBox="1"/>
          <p:nvPr/>
        </p:nvSpPr>
        <p:spPr>
          <a:xfrm>
            <a:off x="1529560" y="4044580"/>
            <a:ext cx="794623" cy="8483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none" lIns="72000" tIns="54000" rIns="72000" bIns="1800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2800" dirty="0">
                <a:solidFill>
                  <a:srgbClr val="0070C0"/>
                </a:solidFill>
                <a:latin typeface="Lucida Sans Typewriter" panose="020B0509030504030204" pitchFamily="49" charset="0"/>
              </a:rPr>
              <a:t>1Y1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A11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F5353A4-A940-4E8C-815C-24F1D69CBDA6}"/>
              </a:ext>
            </a:extLst>
          </p:cNvPr>
          <p:cNvSpPr txBox="1"/>
          <p:nvPr/>
        </p:nvSpPr>
        <p:spPr>
          <a:xfrm>
            <a:off x="1520133" y="4935409"/>
            <a:ext cx="361812" cy="8483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none" lIns="72000" tIns="54000" rIns="72000" bIns="1800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2800" dirty="0">
                <a:solidFill>
                  <a:srgbClr val="0070C0"/>
                </a:solidFill>
                <a:latin typeface="Lucida Sans Typewriter" panose="020B0509030504030204" pitchFamily="49" charset="0"/>
              </a:rPr>
              <a:t>_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_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5638FFE-E1CD-496D-B890-4F63EBF99A8A}"/>
              </a:ext>
            </a:extLst>
          </p:cNvPr>
          <p:cNvSpPr txBox="1"/>
          <p:nvPr/>
        </p:nvSpPr>
        <p:spPr>
          <a:xfrm>
            <a:off x="2170455" y="4935409"/>
            <a:ext cx="361812" cy="8483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none" lIns="72000" tIns="54000" rIns="72000" bIns="1800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0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lang="en-US" sz="2800" dirty="0">
                <a:solidFill>
                  <a:srgbClr val="0070C0"/>
                </a:solidFill>
                <a:latin typeface="Lucida Sans Typewriter" panose="020B0509030504030204" pitchFamily="49" charset="0"/>
              </a:rPr>
              <a:t>0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Lucida Sans Typewriter" panose="020B0509030504030204" pitchFamily="49" charset="0"/>
              <a:ea typeface="+mn-ea"/>
              <a:cs typeface="+mn-cs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D0D2327-ADE7-4B15-AC80-1F9FD1A2F49A}"/>
              </a:ext>
            </a:extLst>
          </p:cNvPr>
          <p:cNvSpPr txBox="1"/>
          <p:nvPr/>
        </p:nvSpPr>
        <p:spPr>
          <a:xfrm>
            <a:off x="2820777" y="4935409"/>
            <a:ext cx="361812" cy="8483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none" lIns="72000" tIns="54000" rIns="72000" bIns="1800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2800" dirty="0">
                <a:solidFill>
                  <a:srgbClr val="0070C0"/>
                </a:solidFill>
                <a:latin typeface="Lucida Sans Typewriter" panose="020B0509030504030204" pitchFamily="49" charset="0"/>
              </a:rPr>
              <a:t>1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1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5049288-C8BF-420C-8341-0022628C3325}"/>
              </a:ext>
            </a:extLst>
          </p:cNvPr>
          <p:cNvSpPr txBox="1"/>
          <p:nvPr/>
        </p:nvSpPr>
        <p:spPr>
          <a:xfrm>
            <a:off x="1526144" y="5835665"/>
            <a:ext cx="361812" cy="8483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none" lIns="72000" tIns="54000" rIns="72000" bIns="1800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2800" dirty="0">
                <a:solidFill>
                  <a:srgbClr val="0070C0"/>
                </a:solidFill>
                <a:latin typeface="Lucida Sans Typewriter" panose="020B0509030504030204" pitchFamily="49" charset="0"/>
              </a:rPr>
              <a:t>#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#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866695F-353C-43F3-99F4-F1E09A6F4507}"/>
              </a:ext>
            </a:extLst>
          </p:cNvPr>
          <p:cNvSpPr txBox="1"/>
          <p:nvPr/>
        </p:nvSpPr>
        <p:spPr>
          <a:xfrm>
            <a:off x="2170455" y="5835665"/>
            <a:ext cx="578217" cy="8483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none" lIns="72000" tIns="54000" rIns="72000" bIns="1800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2800" dirty="0">
                <a:solidFill>
                  <a:srgbClr val="0070C0"/>
                </a:solidFill>
                <a:latin typeface="Lucida Sans Typewriter" panose="020B0509030504030204" pitchFamily="49" charset="0"/>
              </a:rPr>
              <a:t>#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_#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F8E9DDB-667B-4533-8522-1A0D63FCA772}"/>
              </a:ext>
            </a:extLst>
          </p:cNvPr>
          <p:cNvSpPr txBox="1"/>
          <p:nvPr/>
        </p:nvSpPr>
        <p:spPr>
          <a:xfrm>
            <a:off x="7016380" y="4935409"/>
            <a:ext cx="578217" cy="8483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none" lIns="72000" tIns="54000" rIns="72000" bIns="1800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2800" dirty="0">
                <a:solidFill>
                  <a:srgbClr val="0070C0"/>
                </a:solidFill>
                <a:latin typeface="Lucida Sans Typewriter" panose="020B0509030504030204" pitchFamily="49" charset="0"/>
              </a:rPr>
              <a:t>_A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A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D4B2914-6178-4FFC-B4DC-25DE9EE682CD}"/>
              </a:ext>
            </a:extLst>
          </p:cNvPr>
          <p:cNvSpPr txBox="1"/>
          <p:nvPr/>
        </p:nvSpPr>
        <p:spPr>
          <a:xfrm>
            <a:off x="7875074" y="4935409"/>
            <a:ext cx="578217" cy="8483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none" lIns="72000" tIns="54000" rIns="72000" bIns="1800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2800" dirty="0">
                <a:solidFill>
                  <a:srgbClr val="0070C0"/>
                </a:solidFill>
                <a:latin typeface="Lucida Sans Typewriter" panose="020B0509030504030204" pitchFamily="49" charset="0"/>
              </a:rPr>
              <a:t>A_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A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1FCEDEA-6881-4A74-8F0F-2B56FBDF2DA7}"/>
              </a:ext>
            </a:extLst>
          </p:cNvPr>
          <p:cNvSpPr txBox="1"/>
          <p:nvPr/>
        </p:nvSpPr>
        <p:spPr>
          <a:xfrm>
            <a:off x="8733768" y="4936246"/>
            <a:ext cx="578217" cy="8483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none" lIns="72000" tIns="54000" rIns="72000" bIns="1800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2800" dirty="0">
                <a:solidFill>
                  <a:srgbClr val="0070C0"/>
                </a:solidFill>
                <a:latin typeface="Lucida Sans Typewriter" panose="020B0509030504030204" pitchFamily="49" charset="0"/>
              </a:rPr>
              <a:t>0A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A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11E6D52-CC4D-438A-A5A5-E2CAA035DC94}"/>
              </a:ext>
            </a:extLst>
          </p:cNvPr>
          <p:cNvSpPr txBox="1"/>
          <p:nvPr/>
        </p:nvSpPr>
        <p:spPr>
          <a:xfrm>
            <a:off x="9583035" y="4935409"/>
            <a:ext cx="578217" cy="8483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none" lIns="72000" tIns="54000" rIns="72000" bIns="1800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2800" dirty="0">
                <a:solidFill>
                  <a:srgbClr val="0070C0"/>
                </a:solidFill>
                <a:latin typeface="Lucida Sans Typewriter" panose="020B0509030504030204" pitchFamily="49" charset="0"/>
              </a:rPr>
              <a:t>A0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A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0B53D3F-4921-4B29-90A1-7EFE202CAB60}"/>
              </a:ext>
            </a:extLst>
          </p:cNvPr>
          <p:cNvSpPr txBox="1"/>
          <p:nvPr/>
        </p:nvSpPr>
        <p:spPr>
          <a:xfrm>
            <a:off x="10441729" y="4935409"/>
            <a:ext cx="578217" cy="8483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none" lIns="72000" tIns="54000" rIns="72000" bIns="1800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2800" dirty="0">
                <a:solidFill>
                  <a:srgbClr val="0070C0"/>
                </a:solidFill>
                <a:latin typeface="Lucida Sans Typewriter" panose="020B0509030504030204" pitchFamily="49" charset="0"/>
              </a:rPr>
              <a:t>1A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A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169DF7B-1A15-4CF0-A639-8D7AD51DD7F7}"/>
              </a:ext>
            </a:extLst>
          </p:cNvPr>
          <p:cNvSpPr txBox="1"/>
          <p:nvPr/>
        </p:nvSpPr>
        <p:spPr>
          <a:xfrm>
            <a:off x="11300423" y="4935409"/>
            <a:ext cx="578217" cy="8483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none" lIns="72000" tIns="54000" rIns="72000" bIns="1800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2800" dirty="0">
                <a:solidFill>
                  <a:srgbClr val="0070C0"/>
                </a:solidFill>
                <a:latin typeface="Lucida Sans Typewriter" panose="020B0509030504030204" pitchFamily="49" charset="0"/>
              </a:rPr>
              <a:t>A1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A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C57259D-7418-41AD-912D-6ECFF63DA447}"/>
              </a:ext>
            </a:extLst>
          </p:cNvPr>
          <p:cNvSpPr txBox="1"/>
          <p:nvPr/>
        </p:nvSpPr>
        <p:spPr>
          <a:xfrm>
            <a:off x="7016380" y="5831756"/>
            <a:ext cx="794623" cy="8483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none" lIns="72000" tIns="54000" rIns="72000" bIns="1800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sz="2800" dirty="0">
                <a:solidFill>
                  <a:srgbClr val="0070C0"/>
                </a:solidFill>
                <a:latin typeface="Lucida Sans Typewriter" panose="020B0509030504030204" pitchFamily="49" charset="0"/>
              </a:rPr>
              <a:t>A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##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#</a:t>
            </a:r>
          </a:p>
        </p:txBody>
      </p:sp>
    </p:spTree>
    <p:extLst>
      <p:ext uri="{BB962C8B-B14F-4D97-AF65-F5344CB8AC3E}">
        <p14:creationId xmlns:p14="http://schemas.microsoft.com/office/powerpoint/2010/main" val="36024825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  <a:endParaRPr lang="lv-LV" dirty="0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49E35A17-C2B9-91F2-054F-051DCBB54BCE}"/>
              </a:ext>
            </a:extLst>
          </p:cNvPr>
          <p:cNvGrpSpPr/>
          <p:nvPr/>
        </p:nvGrpSpPr>
        <p:grpSpPr>
          <a:xfrm>
            <a:off x="4823230" y="74321"/>
            <a:ext cx="7236785" cy="3232734"/>
            <a:chOff x="2796466" y="62602"/>
            <a:chExt cx="7236785" cy="3232734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F23C9E41-5FAD-923A-4E04-E2EDEAA6428F}"/>
                </a:ext>
              </a:extLst>
            </p:cNvPr>
            <p:cNvSpPr/>
            <p:nvPr/>
          </p:nvSpPr>
          <p:spPr>
            <a:xfrm>
              <a:off x="3790765" y="1509204"/>
              <a:ext cx="914400" cy="91440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X</a:t>
              </a: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7E08952A-705E-A79F-0D1D-87FFDE7B3F97}"/>
                </a:ext>
              </a:extLst>
            </p:cNvPr>
            <p:cNvSpPr/>
            <p:nvPr/>
          </p:nvSpPr>
          <p:spPr>
            <a:xfrm>
              <a:off x="6454808" y="1509204"/>
              <a:ext cx="914400" cy="91440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Y</a:t>
              </a:r>
            </a:p>
          </p:txBody>
        </p: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35642D68-645A-62C9-E1F6-2C6FB7A2F0BC}"/>
                </a:ext>
              </a:extLst>
            </p:cNvPr>
            <p:cNvCxnSpPr>
              <a:cxnSpLocks/>
              <a:stCxn id="4" idx="6"/>
              <a:endCxn id="5" idx="2"/>
            </p:cNvCxnSpPr>
            <p:nvPr/>
          </p:nvCxnSpPr>
          <p:spPr>
            <a:xfrm>
              <a:off x="4705165" y="1966404"/>
              <a:ext cx="1749643" cy="0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DBDCB2DE-0A5C-0520-121E-3A4AEDEE08A7}"/>
                </a:ext>
              </a:extLst>
            </p:cNvPr>
            <p:cNvCxnSpPr>
              <a:cxnSpLocks/>
            </p:cNvCxnSpPr>
            <p:nvPr/>
          </p:nvCxnSpPr>
          <p:spPr>
            <a:xfrm>
              <a:off x="2796466" y="1966404"/>
              <a:ext cx="994299" cy="0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DFAEE3A5-181A-5557-72CF-B78170F087E7}"/>
                </a:ext>
              </a:extLst>
            </p:cNvPr>
            <p:cNvSpPr/>
            <p:nvPr/>
          </p:nvSpPr>
          <p:spPr>
            <a:xfrm>
              <a:off x="9118851" y="1509204"/>
              <a:ext cx="914400" cy="91440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A</a:t>
              </a: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4E0E60FA-FB75-F5DD-47E8-C5C14902DDF9}"/>
                </a:ext>
              </a:extLst>
            </p:cNvPr>
            <p:cNvCxnSpPr>
              <a:cxnSpLocks/>
              <a:stCxn id="5" idx="6"/>
              <a:endCxn id="12" idx="2"/>
            </p:cNvCxnSpPr>
            <p:nvPr/>
          </p:nvCxnSpPr>
          <p:spPr>
            <a:xfrm>
              <a:off x="7369208" y="1966404"/>
              <a:ext cx="1749643" cy="0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Arc 16">
              <a:extLst>
                <a:ext uri="{FF2B5EF4-FFF2-40B4-BE49-F238E27FC236}">
                  <a16:creationId xmlns:a16="http://schemas.microsoft.com/office/drawing/2014/main" id="{D0509D38-403D-82BA-3D65-F07070E855D9}"/>
                </a:ext>
              </a:extLst>
            </p:cNvPr>
            <p:cNvSpPr/>
            <p:nvPr/>
          </p:nvSpPr>
          <p:spPr>
            <a:xfrm>
              <a:off x="3790765" y="981615"/>
              <a:ext cx="914400" cy="914400"/>
            </a:xfrm>
            <a:prstGeom prst="arc">
              <a:avLst>
                <a:gd name="adj1" fmla="val 8773538"/>
                <a:gd name="adj2" fmla="val 2076695"/>
              </a:avLst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82D1CA16-249F-5732-F8CB-185F26A3E09A}"/>
                </a:ext>
              </a:extLst>
            </p:cNvPr>
            <p:cNvCxnSpPr>
              <a:cxnSpLocks/>
              <a:stCxn id="5" idx="3"/>
              <a:endCxn id="4" idx="5"/>
            </p:cNvCxnSpPr>
            <p:nvPr/>
          </p:nvCxnSpPr>
          <p:spPr>
            <a:xfrm flipH="1">
              <a:off x="4571254" y="2289693"/>
              <a:ext cx="2017465" cy="0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719EE63F-BDC2-1480-2C2E-5086923C33FC}"/>
                </a:ext>
              </a:extLst>
            </p:cNvPr>
            <p:cNvSpPr txBox="1"/>
            <p:nvPr/>
          </p:nvSpPr>
          <p:spPr>
            <a:xfrm>
              <a:off x="3546491" y="62602"/>
              <a:ext cx="1406154" cy="9541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_ → 0, R</a:t>
              </a:r>
            </a:p>
            <a:p>
              <a:r>
                <a:rPr lang="en-US" sz="2800" dirty="0"/>
                <a:t>0 → 0, R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8B2464F5-420F-B5E6-EEAF-D53AB9DDA1AB}"/>
                </a:ext>
              </a:extLst>
            </p:cNvPr>
            <p:cNvSpPr txBox="1"/>
            <p:nvPr/>
          </p:nvSpPr>
          <p:spPr>
            <a:xfrm>
              <a:off x="4876909" y="1429078"/>
              <a:ext cx="140615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1 → 1, R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9D3EA813-0682-1ABA-4BD4-26AF87E39612}"/>
                </a:ext>
              </a:extLst>
            </p:cNvPr>
            <p:cNvSpPr txBox="1"/>
            <p:nvPr/>
          </p:nvSpPr>
          <p:spPr>
            <a:xfrm>
              <a:off x="7540952" y="1431475"/>
              <a:ext cx="136127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1 → 1, L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453776AB-6EE9-DA1C-F65D-933D2BABE277}"/>
                </a:ext>
              </a:extLst>
            </p:cNvPr>
            <p:cNvSpPr txBox="1"/>
            <p:nvPr/>
          </p:nvSpPr>
          <p:spPr>
            <a:xfrm>
              <a:off x="4876909" y="2341229"/>
              <a:ext cx="1406154" cy="9541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_ → 0, R</a:t>
              </a:r>
            </a:p>
            <a:p>
              <a:r>
                <a:rPr lang="en-US" sz="2800" dirty="0"/>
                <a:t>0 → 0, R</a:t>
              </a:r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1CDD3124-727C-454B-942B-C64D70D622FB}"/>
              </a:ext>
            </a:extLst>
          </p:cNvPr>
          <p:cNvSpPr txBox="1"/>
          <p:nvPr/>
        </p:nvSpPr>
        <p:spPr>
          <a:xfrm>
            <a:off x="154355" y="3513600"/>
            <a:ext cx="1222624" cy="62670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none" lIns="72000" tIns="54000" rIns="72000" bIns="1800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#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#X1011#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Lucida Sans Typewriter" panose="020B0509030504030204" pitchFamily="49" charset="0"/>
              <a:ea typeface="+mn-ea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4C792F5-5B47-4E96-BE65-004375C77E04}"/>
              </a:ext>
            </a:extLst>
          </p:cNvPr>
          <p:cNvSpPr txBox="1"/>
          <p:nvPr/>
        </p:nvSpPr>
        <p:spPr>
          <a:xfrm>
            <a:off x="1531334" y="3513600"/>
            <a:ext cx="453183" cy="62670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none" lIns="72000" tIns="54000" rIns="72000" bIns="1800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X_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0X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Lucida Sans Typewriter" panose="020B0509030504030204" pitchFamily="49" charset="0"/>
              <a:ea typeface="+mn-ea"/>
              <a:cs typeface="+mn-cs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B5B5F37-F440-4EFD-B34E-AFD1E3CAD36C}"/>
              </a:ext>
            </a:extLst>
          </p:cNvPr>
          <p:cNvSpPr txBox="1"/>
          <p:nvPr/>
        </p:nvSpPr>
        <p:spPr>
          <a:xfrm>
            <a:off x="2138872" y="3513600"/>
            <a:ext cx="453183" cy="62670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none" lIns="72000" tIns="54000" rIns="72000" bIns="1800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X0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0X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Lucida Sans Typewriter" panose="020B0509030504030204" pitchFamily="49" charset="0"/>
              <a:ea typeface="+mn-ea"/>
              <a:cs typeface="+mn-cs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5FB1ACE-26A2-4BEC-ACB2-79FA9B08DAB1}"/>
              </a:ext>
            </a:extLst>
          </p:cNvPr>
          <p:cNvSpPr txBox="1"/>
          <p:nvPr/>
        </p:nvSpPr>
        <p:spPr>
          <a:xfrm>
            <a:off x="2746410" y="3513600"/>
            <a:ext cx="453183" cy="62670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none" lIns="72000" tIns="54000" rIns="72000" bIns="1800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X1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1Y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Lucida Sans Typewriter" panose="020B0509030504030204" pitchFamily="49" charset="0"/>
              <a:ea typeface="+mn-ea"/>
              <a:cs typeface="+mn-cs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E3FBF66-5347-4967-B091-FBA0FA8998B5}"/>
              </a:ext>
            </a:extLst>
          </p:cNvPr>
          <p:cNvSpPr txBox="1"/>
          <p:nvPr/>
        </p:nvSpPr>
        <p:spPr>
          <a:xfrm>
            <a:off x="3353948" y="3513600"/>
            <a:ext cx="453183" cy="62670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none" lIns="72000" tIns="54000" rIns="72000" bIns="1800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Y_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0X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Lucida Sans Typewriter" panose="020B0509030504030204" pitchFamily="49" charset="0"/>
              <a:ea typeface="+mn-ea"/>
              <a:cs typeface="+mn-cs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B9B0DFE-0313-4103-B69C-8645488A5871}"/>
              </a:ext>
            </a:extLst>
          </p:cNvPr>
          <p:cNvSpPr txBox="1"/>
          <p:nvPr/>
        </p:nvSpPr>
        <p:spPr>
          <a:xfrm>
            <a:off x="3961486" y="3513600"/>
            <a:ext cx="453183" cy="62670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none" lIns="72000" tIns="54000" rIns="72000" bIns="1800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Y0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0X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Lucida Sans Typewriter" panose="020B0509030504030204" pitchFamily="49" charset="0"/>
              <a:ea typeface="+mn-ea"/>
              <a:cs typeface="+mn-cs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8DAD82E-DCA2-474D-AD81-2800357F5FAF}"/>
              </a:ext>
            </a:extLst>
          </p:cNvPr>
          <p:cNvSpPr txBox="1"/>
          <p:nvPr/>
        </p:nvSpPr>
        <p:spPr>
          <a:xfrm>
            <a:off x="4569024" y="3513600"/>
            <a:ext cx="607071" cy="62670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none" lIns="72000" tIns="54000" rIns="72000" bIns="1800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1Y1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A11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Lucida Sans Typewriter" panose="020B0509030504030204" pitchFamily="49" charset="0"/>
              <a:ea typeface="+mn-ea"/>
              <a:cs typeface="+mn-cs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88407A2-4E41-4539-A00C-7910846AAFE2}"/>
              </a:ext>
            </a:extLst>
          </p:cNvPr>
          <p:cNvSpPr txBox="1"/>
          <p:nvPr/>
        </p:nvSpPr>
        <p:spPr>
          <a:xfrm>
            <a:off x="5331820" y="3513600"/>
            <a:ext cx="299295" cy="62670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none" lIns="72000" tIns="54000" rIns="72000" bIns="1800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_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_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Lucida Sans Typewriter" panose="020B0509030504030204" pitchFamily="49" charset="0"/>
              <a:ea typeface="+mn-ea"/>
              <a:cs typeface="+mn-cs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D272F36-E231-4665-8C51-CFC4117B185C}"/>
              </a:ext>
            </a:extLst>
          </p:cNvPr>
          <p:cNvSpPr txBox="1"/>
          <p:nvPr/>
        </p:nvSpPr>
        <p:spPr>
          <a:xfrm>
            <a:off x="5784100" y="3513600"/>
            <a:ext cx="299295" cy="62670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none" lIns="72000" tIns="54000" rIns="72000" bIns="1800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0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0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Lucida Sans Typewriter" panose="020B0509030504030204" pitchFamily="49" charset="0"/>
              <a:ea typeface="+mn-ea"/>
              <a:cs typeface="+mn-cs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8A98867-A468-4858-ABC7-5874C7EE07A6}"/>
              </a:ext>
            </a:extLst>
          </p:cNvPr>
          <p:cNvSpPr txBox="1"/>
          <p:nvPr/>
        </p:nvSpPr>
        <p:spPr>
          <a:xfrm>
            <a:off x="6236380" y="3513600"/>
            <a:ext cx="299295" cy="62670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none" lIns="72000" tIns="54000" rIns="72000" bIns="1800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1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1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Lucida Sans Typewriter" panose="020B0509030504030204" pitchFamily="49" charset="0"/>
              <a:ea typeface="+mn-ea"/>
              <a:cs typeface="+mn-cs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D6C07C1-E366-4578-AB45-B717D0F983D7}"/>
              </a:ext>
            </a:extLst>
          </p:cNvPr>
          <p:cNvSpPr txBox="1"/>
          <p:nvPr/>
        </p:nvSpPr>
        <p:spPr>
          <a:xfrm>
            <a:off x="6688660" y="3513600"/>
            <a:ext cx="299295" cy="62670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none" lIns="72000" tIns="54000" rIns="72000" bIns="1800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#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#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Lucida Sans Typewriter" panose="020B0509030504030204" pitchFamily="49" charset="0"/>
              <a:ea typeface="+mn-ea"/>
              <a:cs typeface="+mn-cs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FA3EC6C-05B9-45CD-8BBE-83EC6662DFD3}"/>
              </a:ext>
            </a:extLst>
          </p:cNvPr>
          <p:cNvSpPr txBox="1"/>
          <p:nvPr/>
        </p:nvSpPr>
        <p:spPr>
          <a:xfrm>
            <a:off x="7140940" y="3513600"/>
            <a:ext cx="453183" cy="62670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none" lIns="72000" tIns="54000" rIns="72000" bIns="1800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#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_#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Lucida Sans Typewriter" panose="020B0509030504030204" pitchFamily="49" charset="0"/>
              <a:ea typeface="+mn-ea"/>
              <a:cs typeface="+mn-cs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2A7C899-9CBE-4FE1-80B1-684676B91BAA}"/>
              </a:ext>
            </a:extLst>
          </p:cNvPr>
          <p:cNvSpPr txBox="1"/>
          <p:nvPr/>
        </p:nvSpPr>
        <p:spPr>
          <a:xfrm>
            <a:off x="7746205" y="3513600"/>
            <a:ext cx="453183" cy="62670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none" lIns="72000" tIns="54000" rIns="72000" bIns="1800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_A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A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Lucida Sans Typewriter" panose="020B0509030504030204" pitchFamily="49" charset="0"/>
              <a:ea typeface="+mn-ea"/>
              <a:cs typeface="+mn-cs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DA353EB-02CA-4A92-BF26-8068B83E57AE}"/>
              </a:ext>
            </a:extLst>
          </p:cNvPr>
          <p:cNvSpPr txBox="1"/>
          <p:nvPr/>
        </p:nvSpPr>
        <p:spPr>
          <a:xfrm>
            <a:off x="8351470" y="3513600"/>
            <a:ext cx="453183" cy="62670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none" lIns="72000" tIns="54000" rIns="72000" bIns="1800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A_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A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Lucida Sans Typewriter" panose="020B0509030504030204" pitchFamily="49" charset="0"/>
              <a:ea typeface="+mn-ea"/>
              <a:cs typeface="+mn-cs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6367474-E43A-4BFC-8370-CBB4EAEB3D2B}"/>
              </a:ext>
            </a:extLst>
          </p:cNvPr>
          <p:cNvSpPr txBox="1"/>
          <p:nvPr/>
        </p:nvSpPr>
        <p:spPr>
          <a:xfrm>
            <a:off x="8956735" y="3513600"/>
            <a:ext cx="453183" cy="62670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none" lIns="72000" tIns="54000" rIns="72000" bIns="1800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0A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A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Lucida Sans Typewriter" panose="020B0509030504030204" pitchFamily="49" charset="0"/>
              <a:ea typeface="+mn-ea"/>
              <a:cs typeface="+mn-cs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D1E4ED2-AE45-47D3-B6FA-61A33547B0A5}"/>
              </a:ext>
            </a:extLst>
          </p:cNvPr>
          <p:cNvSpPr txBox="1"/>
          <p:nvPr/>
        </p:nvSpPr>
        <p:spPr>
          <a:xfrm>
            <a:off x="9565917" y="3513600"/>
            <a:ext cx="453183" cy="62670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none" lIns="72000" tIns="54000" rIns="72000" bIns="1800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A0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A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Lucida Sans Typewriter" panose="020B0509030504030204" pitchFamily="49" charset="0"/>
              <a:ea typeface="+mn-ea"/>
              <a:cs typeface="+mn-cs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A60B43C-0923-4B2D-86C7-7FD1DBCFC734}"/>
              </a:ext>
            </a:extLst>
          </p:cNvPr>
          <p:cNvSpPr txBox="1"/>
          <p:nvPr/>
        </p:nvSpPr>
        <p:spPr>
          <a:xfrm>
            <a:off x="10174551" y="3513600"/>
            <a:ext cx="453183" cy="62670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none" lIns="72000" tIns="54000" rIns="72000" bIns="1800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1A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A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Lucida Sans Typewriter" panose="020B0509030504030204" pitchFamily="49" charset="0"/>
              <a:ea typeface="+mn-ea"/>
              <a:cs typeface="+mn-cs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CA7287B-7B2D-4B92-BDB8-9ACE9D536661}"/>
              </a:ext>
            </a:extLst>
          </p:cNvPr>
          <p:cNvSpPr txBox="1"/>
          <p:nvPr/>
        </p:nvSpPr>
        <p:spPr>
          <a:xfrm>
            <a:off x="10779816" y="3513600"/>
            <a:ext cx="453183" cy="62670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none" lIns="72000" tIns="54000" rIns="72000" bIns="1800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A1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A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Lucida Sans Typewriter" panose="020B0509030504030204" pitchFamily="49" charset="0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2679883-9F4D-4405-BC33-4B4AA73D9781}"/>
              </a:ext>
            </a:extLst>
          </p:cNvPr>
          <p:cNvSpPr txBox="1"/>
          <p:nvPr/>
        </p:nvSpPr>
        <p:spPr>
          <a:xfrm>
            <a:off x="11388257" y="3513600"/>
            <a:ext cx="607071" cy="62670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none" lIns="72000" tIns="54000" rIns="72000" bIns="1800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A##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#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Lucida Sans Typewriter" panose="020B0509030504030204" pitchFamily="49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2818221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  <a:endParaRPr lang="lv-LV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3537700"/>
            <a:ext cx="12192001" cy="2976222"/>
          </a:xfrm>
        </p:spPr>
        <p:txBody>
          <a:bodyPr wrap="none" lIns="36000" tIns="36000" rIns="36000" bIns="3600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Fixed"/>
                <a:ea typeface="+mn-ea"/>
                <a:cs typeface="+mn-cs"/>
              </a:rPr>
            </a:b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Lucida Sans Typewriter" panose="020B0509030504030204" pitchFamily="49" charset="0"/>
              <a:ea typeface="+mn-ea"/>
              <a:cs typeface="+mn-cs"/>
            </a:endParaRPr>
          </a:p>
          <a:p>
            <a:pPr marL="0" indent="0" algn="ctr">
              <a:buNone/>
            </a:pPr>
            <a:r>
              <a:rPr lang="en-US" sz="1800" dirty="0">
                <a:latin typeface="Lucida Sans Typewriter" panose="020B0509030504030204" pitchFamily="49" charset="0"/>
              </a:rPr>
              <a:t>#      </a:t>
            </a:r>
            <a:r>
              <a:rPr lang="en-US" sz="1800" dirty="0">
                <a:solidFill>
                  <a:schemeClr val="bg1"/>
                </a:solidFill>
                <a:latin typeface="Lucida Sans Typewriter" panose="020B0509030504030204" pitchFamily="49" charset="0"/>
              </a:rPr>
              <a:t> X1 0 1 1 # 1 Y0 1 1 # 1 0 X1 1 # 1 0 1Y1 # 1 0 A1 1 # 1 0 A1 # 1 0A # 1A # A##</a:t>
            </a:r>
            <a:br>
              <a:rPr lang="en-US" sz="1800" dirty="0">
                <a:solidFill>
                  <a:schemeClr val="bg1"/>
                </a:solidFill>
                <a:latin typeface="Lucida Sans Typewriter" panose="020B0509030504030204" pitchFamily="49" charset="0"/>
              </a:rPr>
            </a:br>
            <a:r>
              <a:rPr lang="en-US" sz="1800" dirty="0">
                <a:latin typeface="Lucida Sans Typewriter" panose="020B0509030504030204" pitchFamily="49" charset="0"/>
              </a:rPr>
              <a:t>#X1011#</a:t>
            </a:r>
            <a:r>
              <a:rPr lang="en-US" sz="1800" dirty="0">
                <a:solidFill>
                  <a:schemeClr val="bg1"/>
                </a:solidFill>
                <a:latin typeface="Lucida Sans Typewriter" panose="020B0509030504030204" pitchFamily="49" charset="0"/>
              </a:rPr>
              <a:t> 1Y 0 1 1 # 1 0X 1 1 # 1 0 1Y 1 # 1 0 A11 # 1 0 A  1 # 1 0 A  # 1 A  # A  # #  </a:t>
            </a:r>
            <a:endParaRPr lang="en-US" sz="18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lv-LV" dirty="0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49E35A17-C2B9-91F2-054F-051DCBB54BCE}"/>
              </a:ext>
            </a:extLst>
          </p:cNvPr>
          <p:cNvGrpSpPr/>
          <p:nvPr/>
        </p:nvGrpSpPr>
        <p:grpSpPr>
          <a:xfrm>
            <a:off x="4823230" y="74321"/>
            <a:ext cx="7236785" cy="3232734"/>
            <a:chOff x="2796466" y="62602"/>
            <a:chExt cx="7236785" cy="3232734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F23C9E41-5FAD-923A-4E04-E2EDEAA6428F}"/>
                </a:ext>
              </a:extLst>
            </p:cNvPr>
            <p:cNvSpPr/>
            <p:nvPr/>
          </p:nvSpPr>
          <p:spPr>
            <a:xfrm>
              <a:off x="3790765" y="1509204"/>
              <a:ext cx="914400" cy="91440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X</a:t>
              </a: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7E08952A-705E-A79F-0D1D-87FFDE7B3F97}"/>
                </a:ext>
              </a:extLst>
            </p:cNvPr>
            <p:cNvSpPr/>
            <p:nvPr/>
          </p:nvSpPr>
          <p:spPr>
            <a:xfrm>
              <a:off x="6454808" y="1509204"/>
              <a:ext cx="914400" cy="91440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Y</a:t>
              </a:r>
            </a:p>
          </p:txBody>
        </p: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35642D68-645A-62C9-E1F6-2C6FB7A2F0BC}"/>
                </a:ext>
              </a:extLst>
            </p:cNvPr>
            <p:cNvCxnSpPr>
              <a:cxnSpLocks/>
              <a:stCxn id="4" idx="6"/>
              <a:endCxn id="5" idx="2"/>
            </p:cNvCxnSpPr>
            <p:nvPr/>
          </p:nvCxnSpPr>
          <p:spPr>
            <a:xfrm>
              <a:off x="4705165" y="1966404"/>
              <a:ext cx="1749643" cy="0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DBDCB2DE-0A5C-0520-121E-3A4AEDEE08A7}"/>
                </a:ext>
              </a:extLst>
            </p:cNvPr>
            <p:cNvCxnSpPr>
              <a:cxnSpLocks/>
            </p:cNvCxnSpPr>
            <p:nvPr/>
          </p:nvCxnSpPr>
          <p:spPr>
            <a:xfrm>
              <a:off x="2796466" y="1966404"/>
              <a:ext cx="994299" cy="0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DFAEE3A5-181A-5557-72CF-B78170F087E7}"/>
                </a:ext>
              </a:extLst>
            </p:cNvPr>
            <p:cNvSpPr/>
            <p:nvPr/>
          </p:nvSpPr>
          <p:spPr>
            <a:xfrm>
              <a:off x="9118851" y="1509204"/>
              <a:ext cx="914400" cy="91440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A</a:t>
              </a: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4E0E60FA-FB75-F5DD-47E8-C5C14902DDF9}"/>
                </a:ext>
              </a:extLst>
            </p:cNvPr>
            <p:cNvCxnSpPr>
              <a:cxnSpLocks/>
              <a:stCxn id="5" idx="6"/>
              <a:endCxn id="12" idx="2"/>
            </p:cNvCxnSpPr>
            <p:nvPr/>
          </p:nvCxnSpPr>
          <p:spPr>
            <a:xfrm>
              <a:off x="7369208" y="1966404"/>
              <a:ext cx="1749643" cy="0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Arc 16">
              <a:extLst>
                <a:ext uri="{FF2B5EF4-FFF2-40B4-BE49-F238E27FC236}">
                  <a16:creationId xmlns:a16="http://schemas.microsoft.com/office/drawing/2014/main" id="{D0509D38-403D-82BA-3D65-F07070E855D9}"/>
                </a:ext>
              </a:extLst>
            </p:cNvPr>
            <p:cNvSpPr/>
            <p:nvPr/>
          </p:nvSpPr>
          <p:spPr>
            <a:xfrm>
              <a:off x="3790765" y="981615"/>
              <a:ext cx="914400" cy="914400"/>
            </a:xfrm>
            <a:prstGeom prst="arc">
              <a:avLst>
                <a:gd name="adj1" fmla="val 8773538"/>
                <a:gd name="adj2" fmla="val 2076695"/>
              </a:avLst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82D1CA16-249F-5732-F8CB-185F26A3E09A}"/>
                </a:ext>
              </a:extLst>
            </p:cNvPr>
            <p:cNvCxnSpPr>
              <a:cxnSpLocks/>
              <a:stCxn id="5" idx="3"/>
              <a:endCxn id="4" idx="5"/>
            </p:cNvCxnSpPr>
            <p:nvPr/>
          </p:nvCxnSpPr>
          <p:spPr>
            <a:xfrm flipH="1">
              <a:off x="4571254" y="2289693"/>
              <a:ext cx="2017465" cy="0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719EE63F-BDC2-1480-2C2E-5086923C33FC}"/>
                </a:ext>
              </a:extLst>
            </p:cNvPr>
            <p:cNvSpPr txBox="1"/>
            <p:nvPr/>
          </p:nvSpPr>
          <p:spPr>
            <a:xfrm>
              <a:off x="3546491" y="62602"/>
              <a:ext cx="1406154" cy="9541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_ → 0, R</a:t>
              </a:r>
            </a:p>
            <a:p>
              <a:r>
                <a:rPr lang="en-US" sz="2800" dirty="0"/>
                <a:t>0 → 0, R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8B2464F5-420F-B5E6-EEAF-D53AB9DDA1AB}"/>
                </a:ext>
              </a:extLst>
            </p:cNvPr>
            <p:cNvSpPr txBox="1"/>
            <p:nvPr/>
          </p:nvSpPr>
          <p:spPr>
            <a:xfrm>
              <a:off x="4876909" y="1429078"/>
              <a:ext cx="140615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1 → 1, R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9D3EA813-0682-1ABA-4BD4-26AF87E39612}"/>
                </a:ext>
              </a:extLst>
            </p:cNvPr>
            <p:cNvSpPr txBox="1"/>
            <p:nvPr/>
          </p:nvSpPr>
          <p:spPr>
            <a:xfrm>
              <a:off x="7540952" y="1431475"/>
              <a:ext cx="136127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1 → 1, L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453776AB-6EE9-DA1C-F65D-933D2BABE277}"/>
                </a:ext>
              </a:extLst>
            </p:cNvPr>
            <p:cNvSpPr txBox="1"/>
            <p:nvPr/>
          </p:nvSpPr>
          <p:spPr>
            <a:xfrm>
              <a:off x="4876909" y="2341229"/>
              <a:ext cx="1406154" cy="9541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_ → 0, R</a:t>
              </a:r>
            </a:p>
            <a:p>
              <a:r>
                <a:rPr lang="en-US" sz="2800" dirty="0"/>
                <a:t>0 → 0, R</a:t>
              </a:r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01F1CF52-F795-4646-B51A-2404E0DF3EF5}"/>
              </a:ext>
            </a:extLst>
          </p:cNvPr>
          <p:cNvSpPr txBox="1"/>
          <p:nvPr/>
        </p:nvSpPr>
        <p:spPr>
          <a:xfrm>
            <a:off x="154355" y="3513600"/>
            <a:ext cx="1222624" cy="62670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none" lIns="72000" tIns="54000" rIns="72000" bIns="1800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#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#X1011#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Lucida Sans Typewriter" panose="020B0509030504030204" pitchFamily="49" charset="0"/>
              <a:ea typeface="+mn-ea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C781E83-B9A5-49E7-82A1-FA6602B38D1B}"/>
              </a:ext>
            </a:extLst>
          </p:cNvPr>
          <p:cNvSpPr txBox="1"/>
          <p:nvPr/>
        </p:nvSpPr>
        <p:spPr>
          <a:xfrm>
            <a:off x="1531334" y="3513600"/>
            <a:ext cx="453183" cy="62670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none" lIns="72000" tIns="54000" rIns="72000" bIns="1800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X_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0X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Lucida Sans Typewriter" panose="020B0509030504030204" pitchFamily="49" charset="0"/>
              <a:ea typeface="+mn-ea"/>
              <a:cs typeface="+mn-cs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680D835-F4F6-4DF8-9522-13C0D60AD032}"/>
              </a:ext>
            </a:extLst>
          </p:cNvPr>
          <p:cNvSpPr txBox="1"/>
          <p:nvPr/>
        </p:nvSpPr>
        <p:spPr>
          <a:xfrm>
            <a:off x="2138872" y="3513600"/>
            <a:ext cx="453183" cy="62670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none" lIns="72000" tIns="54000" rIns="72000" bIns="1800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X0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0X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Lucida Sans Typewriter" panose="020B0509030504030204" pitchFamily="49" charset="0"/>
              <a:ea typeface="+mn-ea"/>
              <a:cs typeface="+mn-cs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2FE384E-0FCE-475B-8DA2-AEFBDDA8175A}"/>
              </a:ext>
            </a:extLst>
          </p:cNvPr>
          <p:cNvSpPr txBox="1"/>
          <p:nvPr/>
        </p:nvSpPr>
        <p:spPr>
          <a:xfrm>
            <a:off x="2746410" y="3513600"/>
            <a:ext cx="453183" cy="62670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none" lIns="72000" tIns="54000" rIns="72000" bIns="1800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X1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1Y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Lucida Sans Typewriter" panose="020B0509030504030204" pitchFamily="49" charset="0"/>
              <a:ea typeface="+mn-ea"/>
              <a:cs typeface="+mn-cs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C9051D6-3FAF-4D39-BDBE-BC0FBDAF2DE3}"/>
              </a:ext>
            </a:extLst>
          </p:cNvPr>
          <p:cNvSpPr txBox="1"/>
          <p:nvPr/>
        </p:nvSpPr>
        <p:spPr>
          <a:xfrm>
            <a:off x="3353948" y="3513600"/>
            <a:ext cx="453183" cy="62670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none" lIns="72000" tIns="54000" rIns="72000" bIns="1800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Y_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0X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Lucida Sans Typewriter" panose="020B0509030504030204" pitchFamily="49" charset="0"/>
              <a:ea typeface="+mn-ea"/>
              <a:cs typeface="+mn-cs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5707CDD-FBC3-4597-8E60-BD9E02E1D0AB}"/>
              </a:ext>
            </a:extLst>
          </p:cNvPr>
          <p:cNvSpPr txBox="1"/>
          <p:nvPr/>
        </p:nvSpPr>
        <p:spPr>
          <a:xfrm>
            <a:off x="3961486" y="3513600"/>
            <a:ext cx="453183" cy="62670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none" lIns="72000" tIns="54000" rIns="72000" bIns="1800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Y0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0X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Lucida Sans Typewriter" panose="020B0509030504030204" pitchFamily="49" charset="0"/>
              <a:ea typeface="+mn-ea"/>
              <a:cs typeface="+mn-cs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1725B17-1EE6-470A-8FCE-D070B85CDBF5}"/>
              </a:ext>
            </a:extLst>
          </p:cNvPr>
          <p:cNvSpPr txBox="1"/>
          <p:nvPr/>
        </p:nvSpPr>
        <p:spPr>
          <a:xfrm>
            <a:off x="4569024" y="3513600"/>
            <a:ext cx="607071" cy="62670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none" lIns="72000" tIns="54000" rIns="72000" bIns="1800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1Y1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A11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Lucida Sans Typewriter" panose="020B0509030504030204" pitchFamily="49" charset="0"/>
              <a:ea typeface="+mn-ea"/>
              <a:cs typeface="+mn-cs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0C690BB-D9B5-4C34-B51E-78C53865611D}"/>
              </a:ext>
            </a:extLst>
          </p:cNvPr>
          <p:cNvSpPr txBox="1"/>
          <p:nvPr/>
        </p:nvSpPr>
        <p:spPr>
          <a:xfrm>
            <a:off x="5331820" y="3513600"/>
            <a:ext cx="299295" cy="62670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none" lIns="72000" tIns="54000" rIns="72000" bIns="1800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_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_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Lucida Sans Typewriter" panose="020B0509030504030204" pitchFamily="49" charset="0"/>
              <a:ea typeface="+mn-ea"/>
              <a:cs typeface="+mn-cs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FDBBF40-2B69-46C2-8842-019B874B7FB6}"/>
              </a:ext>
            </a:extLst>
          </p:cNvPr>
          <p:cNvSpPr txBox="1"/>
          <p:nvPr/>
        </p:nvSpPr>
        <p:spPr>
          <a:xfrm>
            <a:off x="5784100" y="3513600"/>
            <a:ext cx="299295" cy="62670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none" lIns="72000" tIns="54000" rIns="72000" bIns="1800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0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0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Lucida Sans Typewriter" panose="020B0509030504030204" pitchFamily="49" charset="0"/>
              <a:ea typeface="+mn-ea"/>
              <a:cs typeface="+mn-cs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36047D0-AA17-46CD-9E20-2B3A0908B89F}"/>
              </a:ext>
            </a:extLst>
          </p:cNvPr>
          <p:cNvSpPr txBox="1"/>
          <p:nvPr/>
        </p:nvSpPr>
        <p:spPr>
          <a:xfrm>
            <a:off x="6236380" y="3513600"/>
            <a:ext cx="299295" cy="62670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none" lIns="72000" tIns="54000" rIns="72000" bIns="1800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1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1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Lucida Sans Typewriter" panose="020B0509030504030204" pitchFamily="49" charset="0"/>
              <a:ea typeface="+mn-ea"/>
              <a:cs typeface="+mn-cs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3AD0EAF-48FC-430B-A1D2-E448702318E0}"/>
              </a:ext>
            </a:extLst>
          </p:cNvPr>
          <p:cNvSpPr txBox="1"/>
          <p:nvPr/>
        </p:nvSpPr>
        <p:spPr>
          <a:xfrm>
            <a:off x="6688660" y="3513600"/>
            <a:ext cx="299295" cy="62670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none" lIns="72000" tIns="54000" rIns="72000" bIns="1800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#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#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Lucida Sans Typewriter" panose="020B0509030504030204" pitchFamily="49" charset="0"/>
              <a:ea typeface="+mn-ea"/>
              <a:cs typeface="+mn-cs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C4A879B-C197-49C8-9391-4D5E894DB744}"/>
              </a:ext>
            </a:extLst>
          </p:cNvPr>
          <p:cNvSpPr txBox="1"/>
          <p:nvPr/>
        </p:nvSpPr>
        <p:spPr>
          <a:xfrm>
            <a:off x="7140940" y="3513600"/>
            <a:ext cx="453183" cy="62670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none" lIns="72000" tIns="54000" rIns="72000" bIns="1800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#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_#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Lucida Sans Typewriter" panose="020B0509030504030204" pitchFamily="49" charset="0"/>
              <a:ea typeface="+mn-ea"/>
              <a:cs typeface="+mn-cs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A7F80B5-ADFD-4284-BC92-1F5D29815D9C}"/>
              </a:ext>
            </a:extLst>
          </p:cNvPr>
          <p:cNvSpPr txBox="1"/>
          <p:nvPr/>
        </p:nvSpPr>
        <p:spPr>
          <a:xfrm>
            <a:off x="7746205" y="3513600"/>
            <a:ext cx="453183" cy="62670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none" lIns="72000" tIns="54000" rIns="72000" bIns="1800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_A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A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Lucida Sans Typewriter" panose="020B0509030504030204" pitchFamily="49" charset="0"/>
              <a:ea typeface="+mn-ea"/>
              <a:cs typeface="+mn-cs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9D830D1-A6C8-4926-AED3-6E91C9BAE869}"/>
              </a:ext>
            </a:extLst>
          </p:cNvPr>
          <p:cNvSpPr txBox="1"/>
          <p:nvPr/>
        </p:nvSpPr>
        <p:spPr>
          <a:xfrm>
            <a:off x="8351470" y="3513600"/>
            <a:ext cx="453183" cy="62670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none" lIns="72000" tIns="54000" rIns="72000" bIns="1800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A_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A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Lucida Sans Typewriter" panose="020B0509030504030204" pitchFamily="49" charset="0"/>
              <a:ea typeface="+mn-ea"/>
              <a:cs typeface="+mn-cs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07BF2B4-BBD5-46C6-9373-4DAAF8E3CF31}"/>
              </a:ext>
            </a:extLst>
          </p:cNvPr>
          <p:cNvSpPr txBox="1"/>
          <p:nvPr/>
        </p:nvSpPr>
        <p:spPr>
          <a:xfrm>
            <a:off x="8956735" y="3513600"/>
            <a:ext cx="453183" cy="62670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none" lIns="72000" tIns="54000" rIns="72000" bIns="1800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0A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A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Lucida Sans Typewriter" panose="020B0509030504030204" pitchFamily="49" charset="0"/>
              <a:ea typeface="+mn-ea"/>
              <a:cs typeface="+mn-cs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0DAA37A-06CA-4C1A-9440-072BF6C731C2}"/>
              </a:ext>
            </a:extLst>
          </p:cNvPr>
          <p:cNvSpPr txBox="1"/>
          <p:nvPr/>
        </p:nvSpPr>
        <p:spPr>
          <a:xfrm>
            <a:off x="9565917" y="3513600"/>
            <a:ext cx="453183" cy="62670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none" lIns="72000" tIns="54000" rIns="72000" bIns="1800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A0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A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Lucida Sans Typewriter" panose="020B0509030504030204" pitchFamily="49" charset="0"/>
              <a:ea typeface="+mn-ea"/>
              <a:cs typeface="+mn-cs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AA7F571-7479-47E6-ADA7-4B358636BAC1}"/>
              </a:ext>
            </a:extLst>
          </p:cNvPr>
          <p:cNvSpPr txBox="1"/>
          <p:nvPr/>
        </p:nvSpPr>
        <p:spPr>
          <a:xfrm>
            <a:off x="10174551" y="3513600"/>
            <a:ext cx="453183" cy="62670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none" lIns="72000" tIns="54000" rIns="72000" bIns="1800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1A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A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Lucida Sans Typewriter" panose="020B0509030504030204" pitchFamily="49" charset="0"/>
              <a:ea typeface="+mn-ea"/>
              <a:cs typeface="+mn-cs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8A9EF7B-53D8-41F7-83A6-EDF8C708BBA8}"/>
              </a:ext>
            </a:extLst>
          </p:cNvPr>
          <p:cNvSpPr txBox="1"/>
          <p:nvPr/>
        </p:nvSpPr>
        <p:spPr>
          <a:xfrm>
            <a:off x="10779816" y="3513600"/>
            <a:ext cx="453183" cy="62670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none" lIns="72000" tIns="54000" rIns="72000" bIns="1800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A1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A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Lucida Sans Typewriter" panose="020B0509030504030204" pitchFamily="49" charset="0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B8158ED-A9E7-46A3-9CF3-FF7E6ED9AADB}"/>
              </a:ext>
            </a:extLst>
          </p:cNvPr>
          <p:cNvSpPr txBox="1"/>
          <p:nvPr/>
        </p:nvSpPr>
        <p:spPr>
          <a:xfrm>
            <a:off x="11388257" y="3513600"/>
            <a:ext cx="607071" cy="62670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none" lIns="72000" tIns="54000" rIns="72000" bIns="1800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A##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#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Lucida Sans Typewriter" panose="020B0509030504030204" pitchFamily="49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0139227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  <a:endParaRPr lang="lv-LV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3537700"/>
            <a:ext cx="12192001" cy="2976222"/>
          </a:xfrm>
        </p:spPr>
        <p:txBody>
          <a:bodyPr wrap="none" lIns="36000" tIns="36000" rIns="36000" bIns="36000">
            <a:normAutofit/>
          </a:bodyPr>
          <a:lstStyle/>
          <a:p>
            <a:pPr marL="0" indent="0" algn="ctr">
              <a:buNone/>
            </a:pPr>
            <a:br>
              <a:rPr lang="en-US" sz="2000" dirty="0">
                <a:solidFill>
                  <a:srgbClr val="0070C0"/>
                </a:solidFill>
                <a:latin typeface="Fixed"/>
              </a:rPr>
            </a:br>
            <a:endParaRPr lang="en-US" sz="2000" dirty="0">
              <a:solidFill>
                <a:srgbClr val="0070C0"/>
              </a:solidFill>
              <a:latin typeface="Lucida Sans Typewriter" panose="020B0509030504030204" pitchFamily="49" charset="0"/>
            </a:endParaRPr>
          </a:p>
          <a:p>
            <a:pPr marL="0" indent="0" algn="ctr">
              <a:buNone/>
            </a:pPr>
            <a:r>
              <a:rPr lang="en-US" sz="1800" dirty="0">
                <a:latin typeface="Lucida Sans Typewriter" panose="020B0509030504030204" pitchFamily="49" charset="0"/>
              </a:rPr>
              <a:t>#       X1 0 1 1 # 1 Y0 1 1 # 1 0 X1 1 # 1 0 1Y1 # 1 0 A1 1 # 1 0 A1 # 1 0A # 1A # A##</a:t>
            </a:r>
            <a:br>
              <a:rPr lang="en-US" sz="1800" dirty="0">
                <a:latin typeface="Lucida Sans Typewriter" panose="020B0509030504030204" pitchFamily="49" charset="0"/>
              </a:rPr>
            </a:br>
            <a:r>
              <a:rPr lang="en-US" sz="1800" dirty="0">
                <a:latin typeface="Lucida Sans Typewriter" panose="020B0509030504030204" pitchFamily="49" charset="0"/>
              </a:rPr>
              <a:t>#X1011# 1Y 0 1 1 # 1 0X 1 1 # 1 0 1Y 1 # 1 0 A11 # 1 0 A  1 # 1 0 A  # 1 A  # A  # #  </a:t>
            </a:r>
            <a:endParaRPr lang="en-US" sz="1800" dirty="0"/>
          </a:p>
          <a:p>
            <a:pPr marL="0" indent="0">
              <a:buNone/>
            </a:pPr>
            <a:endParaRPr lang="lv-LV" dirty="0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49E35A17-C2B9-91F2-054F-051DCBB54BCE}"/>
              </a:ext>
            </a:extLst>
          </p:cNvPr>
          <p:cNvGrpSpPr/>
          <p:nvPr/>
        </p:nvGrpSpPr>
        <p:grpSpPr>
          <a:xfrm>
            <a:off x="4823230" y="74321"/>
            <a:ext cx="7236785" cy="3232734"/>
            <a:chOff x="2796466" y="62602"/>
            <a:chExt cx="7236785" cy="3232734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F23C9E41-5FAD-923A-4E04-E2EDEAA6428F}"/>
                </a:ext>
              </a:extLst>
            </p:cNvPr>
            <p:cNvSpPr/>
            <p:nvPr/>
          </p:nvSpPr>
          <p:spPr>
            <a:xfrm>
              <a:off x="3790765" y="1509204"/>
              <a:ext cx="914400" cy="91440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X</a:t>
              </a: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7E08952A-705E-A79F-0D1D-87FFDE7B3F97}"/>
                </a:ext>
              </a:extLst>
            </p:cNvPr>
            <p:cNvSpPr/>
            <p:nvPr/>
          </p:nvSpPr>
          <p:spPr>
            <a:xfrm>
              <a:off x="6454808" y="1509204"/>
              <a:ext cx="914400" cy="91440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Y</a:t>
              </a:r>
            </a:p>
          </p:txBody>
        </p: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35642D68-645A-62C9-E1F6-2C6FB7A2F0BC}"/>
                </a:ext>
              </a:extLst>
            </p:cNvPr>
            <p:cNvCxnSpPr>
              <a:cxnSpLocks/>
              <a:stCxn id="4" idx="6"/>
              <a:endCxn id="5" idx="2"/>
            </p:cNvCxnSpPr>
            <p:nvPr/>
          </p:nvCxnSpPr>
          <p:spPr>
            <a:xfrm>
              <a:off x="4705165" y="1966404"/>
              <a:ext cx="1749643" cy="0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DBDCB2DE-0A5C-0520-121E-3A4AEDEE08A7}"/>
                </a:ext>
              </a:extLst>
            </p:cNvPr>
            <p:cNvCxnSpPr>
              <a:cxnSpLocks/>
            </p:cNvCxnSpPr>
            <p:nvPr/>
          </p:nvCxnSpPr>
          <p:spPr>
            <a:xfrm>
              <a:off x="2796466" y="1966404"/>
              <a:ext cx="994299" cy="0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DFAEE3A5-181A-5557-72CF-B78170F087E7}"/>
                </a:ext>
              </a:extLst>
            </p:cNvPr>
            <p:cNvSpPr/>
            <p:nvPr/>
          </p:nvSpPr>
          <p:spPr>
            <a:xfrm>
              <a:off x="9118851" y="1509204"/>
              <a:ext cx="914400" cy="91440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A</a:t>
              </a: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4E0E60FA-FB75-F5DD-47E8-C5C14902DDF9}"/>
                </a:ext>
              </a:extLst>
            </p:cNvPr>
            <p:cNvCxnSpPr>
              <a:cxnSpLocks/>
              <a:stCxn id="5" idx="6"/>
              <a:endCxn id="12" idx="2"/>
            </p:cNvCxnSpPr>
            <p:nvPr/>
          </p:nvCxnSpPr>
          <p:spPr>
            <a:xfrm>
              <a:off x="7369208" y="1966404"/>
              <a:ext cx="1749643" cy="0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Arc 16">
              <a:extLst>
                <a:ext uri="{FF2B5EF4-FFF2-40B4-BE49-F238E27FC236}">
                  <a16:creationId xmlns:a16="http://schemas.microsoft.com/office/drawing/2014/main" id="{D0509D38-403D-82BA-3D65-F07070E855D9}"/>
                </a:ext>
              </a:extLst>
            </p:cNvPr>
            <p:cNvSpPr/>
            <p:nvPr/>
          </p:nvSpPr>
          <p:spPr>
            <a:xfrm>
              <a:off x="3790765" y="981615"/>
              <a:ext cx="914400" cy="914400"/>
            </a:xfrm>
            <a:prstGeom prst="arc">
              <a:avLst>
                <a:gd name="adj1" fmla="val 8773538"/>
                <a:gd name="adj2" fmla="val 2076695"/>
              </a:avLst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82D1CA16-249F-5732-F8CB-185F26A3E09A}"/>
                </a:ext>
              </a:extLst>
            </p:cNvPr>
            <p:cNvCxnSpPr>
              <a:cxnSpLocks/>
              <a:stCxn id="5" idx="3"/>
              <a:endCxn id="4" idx="5"/>
            </p:cNvCxnSpPr>
            <p:nvPr/>
          </p:nvCxnSpPr>
          <p:spPr>
            <a:xfrm flipH="1">
              <a:off x="4571254" y="2289693"/>
              <a:ext cx="2017465" cy="0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719EE63F-BDC2-1480-2C2E-5086923C33FC}"/>
                </a:ext>
              </a:extLst>
            </p:cNvPr>
            <p:cNvSpPr txBox="1"/>
            <p:nvPr/>
          </p:nvSpPr>
          <p:spPr>
            <a:xfrm>
              <a:off x="3546491" y="62602"/>
              <a:ext cx="1406154" cy="9541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_ → 0, R</a:t>
              </a:r>
            </a:p>
            <a:p>
              <a:r>
                <a:rPr lang="en-US" sz="2800" dirty="0"/>
                <a:t>0 → 0, R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8B2464F5-420F-B5E6-EEAF-D53AB9DDA1AB}"/>
                </a:ext>
              </a:extLst>
            </p:cNvPr>
            <p:cNvSpPr txBox="1"/>
            <p:nvPr/>
          </p:nvSpPr>
          <p:spPr>
            <a:xfrm>
              <a:off x="4876909" y="1429078"/>
              <a:ext cx="140615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1 → 1, R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9D3EA813-0682-1ABA-4BD4-26AF87E39612}"/>
                </a:ext>
              </a:extLst>
            </p:cNvPr>
            <p:cNvSpPr txBox="1"/>
            <p:nvPr/>
          </p:nvSpPr>
          <p:spPr>
            <a:xfrm>
              <a:off x="7540952" y="1431475"/>
              <a:ext cx="136127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1 → 1, L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453776AB-6EE9-DA1C-F65D-933D2BABE277}"/>
                </a:ext>
              </a:extLst>
            </p:cNvPr>
            <p:cNvSpPr txBox="1"/>
            <p:nvPr/>
          </p:nvSpPr>
          <p:spPr>
            <a:xfrm>
              <a:off x="4876909" y="2341229"/>
              <a:ext cx="1406154" cy="9541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_ → 0, R</a:t>
              </a:r>
            </a:p>
            <a:p>
              <a:r>
                <a:rPr lang="en-US" sz="2800" dirty="0"/>
                <a:t>0 → 0, R</a:t>
              </a:r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2D68A6F1-91E5-40C8-9D7E-B2CED7F37449}"/>
              </a:ext>
            </a:extLst>
          </p:cNvPr>
          <p:cNvSpPr txBox="1"/>
          <p:nvPr/>
        </p:nvSpPr>
        <p:spPr>
          <a:xfrm>
            <a:off x="154355" y="3513600"/>
            <a:ext cx="1222624" cy="62670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none" lIns="72000" tIns="54000" rIns="72000" bIns="1800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#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#X1011#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Lucida Sans Typewriter" panose="020B0509030504030204" pitchFamily="49" charset="0"/>
              <a:ea typeface="+mn-ea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B17F9D5-D8F7-4201-BA82-D71D579957C0}"/>
              </a:ext>
            </a:extLst>
          </p:cNvPr>
          <p:cNvSpPr txBox="1"/>
          <p:nvPr/>
        </p:nvSpPr>
        <p:spPr>
          <a:xfrm>
            <a:off x="1531334" y="3513600"/>
            <a:ext cx="453183" cy="62670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none" lIns="72000" tIns="54000" rIns="72000" bIns="1800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X_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0X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Lucida Sans Typewriter" panose="020B0509030504030204" pitchFamily="49" charset="0"/>
              <a:ea typeface="+mn-ea"/>
              <a:cs typeface="+mn-cs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1F50CEB-270F-49FF-BA0D-6D452D7EEF98}"/>
              </a:ext>
            </a:extLst>
          </p:cNvPr>
          <p:cNvSpPr txBox="1"/>
          <p:nvPr/>
        </p:nvSpPr>
        <p:spPr>
          <a:xfrm>
            <a:off x="2138872" y="3513600"/>
            <a:ext cx="453183" cy="62670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none" lIns="72000" tIns="54000" rIns="72000" bIns="1800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X0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0X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Lucida Sans Typewriter" panose="020B0509030504030204" pitchFamily="49" charset="0"/>
              <a:ea typeface="+mn-ea"/>
              <a:cs typeface="+mn-cs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2523AC5-CED0-4F6D-89EE-870EA4F83A3E}"/>
              </a:ext>
            </a:extLst>
          </p:cNvPr>
          <p:cNvSpPr txBox="1"/>
          <p:nvPr/>
        </p:nvSpPr>
        <p:spPr>
          <a:xfrm>
            <a:off x="2746410" y="3513600"/>
            <a:ext cx="453183" cy="62670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none" lIns="72000" tIns="54000" rIns="72000" bIns="1800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X1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1Y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Lucida Sans Typewriter" panose="020B0509030504030204" pitchFamily="49" charset="0"/>
              <a:ea typeface="+mn-ea"/>
              <a:cs typeface="+mn-cs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5F9FF3F-792E-4B38-845C-5BE011FD4160}"/>
              </a:ext>
            </a:extLst>
          </p:cNvPr>
          <p:cNvSpPr txBox="1"/>
          <p:nvPr/>
        </p:nvSpPr>
        <p:spPr>
          <a:xfrm>
            <a:off x="3353948" y="3513600"/>
            <a:ext cx="453183" cy="62670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none" lIns="72000" tIns="54000" rIns="72000" bIns="1800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Y_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0X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Lucida Sans Typewriter" panose="020B0509030504030204" pitchFamily="49" charset="0"/>
              <a:ea typeface="+mn-ea"/>
              <a:cs typeface="+mn-cs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6081A0F-ED36-42D4-990B-A7F8C28CE550}"/>
              </a:ext>
            </a:extLst>
          </p:cNvPr>
          <p:cNvSpPr txBox="1"/>
          <p:nvPr/>
        </p:nvSpPr>
        <p:spPr>
          <a:xfrm>
            <a:off x="3961486" y="3513600"/>
            <a:ext cx="453183" cy="62670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none" lIns="72000" tIns="54000" rIns="72000" bIns="1800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Y0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0X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Lucida Sans Typewriter" panose="020B0509030504030204" pitchFamily="49" charset="0"/>
              <a:ea typeface="+mn-ea"/>
              <a:cs typeface="+mn-cs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EFC7BD2-672C-423F-8965-85D510C6C0BD}"/>
              </a:ext>
            </a:extLst>
          </p:cNvPr>
          <p:cNvSpPr txBox="1"/>
          <p:nvPr/>
        </p:nvSpPr>
        <p:spPr>
          <a:xfrm>
            <a:off x="4569024" y="3513600"/>
            <a:ext cx="607071" cy="62670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none" lIns="72000" tIns="54000" rIns="72000" bIns="1800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1Y1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A11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Lucida Sans Typewriter" panose="020B0509030504030204" pitchFamily="49" charset="0"/>
              <a:ea typeface="+mn-ea"/>
              <a:cs typeface="+mn-cs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AF35879-0FA6-424D-BB78-CE35F65C6831}"/>
              </a:ext>
            </a:extLst>
          </p:cNvPr>
          <p:cNvSpPr txBox="1"/>
          <p:nvPr/>
        </p:nvSpPr>
        <p:spPr>
          <a:xfrm>
            <a:off x="5331820" y="3513600"/>
            <a:ext cx="299295" cy="62670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none" lIns="72000" tIns="54000" rIns="72000" bIns="1800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_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_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Lucida Sans Typewriter" panose="020B0509030504030204" pitchFamily="49" charset="0"/>
              <a:ea typeface="+mn-ea"/>
              <a:cs typeface="+mn-cs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D41C9B4-0540-453C-9BEB-18A486A80B64}"/>
              </a:ext>
            </a:extLst>
          </p:cNvPr>
          <p:cNvSpPr txBox="1"/>
          <p:nvPr/>
        </p:nvSpPr>
        <p:spPr>
          <a:xfrm>
            <a:off x="5784100" y="3513600"/>
            <a:ext cx="299295" cy="62670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none" lIns="72000" tIns="54000" rIns="72000" bIns="1800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0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0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Lucida Sans Typewriter" panose="020B0509030504030204" pitchFamily="49" charset="0"/>
              <a:ea typeface="+mn-ea"/>
              <a:cs typeface="+mn-cs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A624CD4-DA96-4469-9BB7-DBE6C960CFD6}"/>
              </a:ext>
            </a:extLst>
          </p:cNvPr>
          <p:cNvSpPr txBox="1"/>
          <p:nvPr/>
        </p:nvSpPr>
        <p:spPr>
          <a:xfrm>
            <a:off x="6236380" y="3513600"/>
            <a:ext cx="299295" cy="62670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none" lIns="72000" tIns="54000" rIns="72000" bIns="1800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1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1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Lucida Sans Typewriter" panose="020B0509030504030204" pitchFamily="49" charset="0"/>
              <a:ea typeface="+mn-ea"/>
              <a:cs typeface="+mn-cs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56037C3-E2F4-4870-91D0-F806C5CF164E}"/>
              </a:ext>
            </a:extLst>
          </p:cNvPr>
          <p:cNvSpPr txBox="1"/>
          <p:nvPr/>
        </p:nvSpPr>
        <p:spPr>
          <a:xfrm>
            <a:off x="6688660" y="3513600"/>
            <a:ext cx="299295" cy="62670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none" lIns="72000" tIns="54000" rIns="72000" bIns="1800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#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#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Lucida Sans Typewriter" panose="020B0509030504030204" pitchFamily="49" charset="0"/>
              <a:ea typeface="+mn-ea"/>
              <a:cs typeface="+mn-cs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2D61F28-A1F8-4EA1-86FA-8BB2C05C465E}"/>
              </a:ext>
            </a:extLst>
          </p:cNvPr>
          <p:cNvSpPr txBox="1"/>
          <p:nvPr/>
        </p:nvSpPr>
        <p:spPr>
          <a:xfrm>
            <a:off x="7140940" y="3513600"/>
            <a:ext cx="453183" cy="62670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none" lIns="72000" tIns="54000" rIns="72000" bIns="1800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#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_#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Lucida Sans Typewriter" panose="020B0509030504030204" pitchFamily="49" charset="0"/>
              <a:ea typeface="+mn-ea"/>
              <a:cs typeface="+mn-cs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B9BB284-9FEE-4E05-A028-971FA97EF383}"/>
              </a:ext>
            </a:extLst>
          </p:cNvPr>
          <p:cNvSpPr txBox="1"/>
          <p:nvPr/>
        </p:nvSpPr>
        <p:spPr>
          <a:xfrm>
            <a:off x="7746205" y="3513600"/>
            <a:ext cx="453183" cy="62670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none" lIns="72000" tIns="54000" rIns="72000" bIns="1800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_A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A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Lucida Sans Typewriter" panose="020B0509030504030204" pitchFamily="49" charset="0"/>
              <a:ea typeface="+mn-ea"/>
              <a:cs typeface="+mn-cs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8B8191A-74D1-4F94-99C9-CFC79781FD82}"/>
              </a:ext>
            </a:extLst>
          </p:cNvPr>
          <p:cNvSpPr txBox="1"/>
          <p:nvPr/>
        </p:nvSpPr>
        <p:spPr>
          <a:xfrm>
            <a:off x="8351470" y="3513600"/>
            <a:ext cx="453183" cy="62670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none" lIns="72000" tIns="54000" rIns="72000" bIns="1800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A_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A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Lucida Sans Typewriter" panose="020B0509030504030204" pitchFamily="49" charset="0"/>
              <a:ea typeface="+mn-ea"/>
              <a:cs typeface="+mn-cs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9A4C66B-C11D-47E7-AEC5-766F9F3E0782}"/>
              </a:ext>
            </a:extLst>
          </p:cNvPr>
          <p:cNvSpPr txBox="1"/>
          <p:nvPr/>
        </p:nvSpPr>
        <p:spPr>
          <a:xfrm>
            <a:off x="8956735" y="3513600"/>
            <a:ext cx="453183" cy="62670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none" lIns="72000" tIns="54000" rIns="72000" bIns="1800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0A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A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Lucida Sans Typewriter" panose="020B0509030504030204" pitchFamily="49" charset="0"/>
              <a:ea typeface="+mn-ea"/>
              <a:cs typeface="+mn-cs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7BCF495-3946-4AB5-9EE3-22B7C519DAD1}"/>
              </a:ext>
            </a:extLst>
          </p:cNvPr>
          <p:cNvSpPr txBox="1"/>
          <p:nvPr/>
        </p:nvSpPr>
        <p:spPr>
          <a:xfrm>
            <a:off x="9565917" y="3513600"/>
            <a:ext cx="453183" cy="62670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none" lIns="72000" tIns="54000" rIns="72000" bIns="1800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A0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A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Lucida Sans Typewriter" panose="020B0509030504030204" pitchFamily="49" charset="0"/>
              <a:ea typeface="+mn-ea"/>
              <a:cs typeface="+mn-cs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E2CD6C7-E4CB-4818-9A32-C22C6C69B7EA}"/>
              </a:ext>
            </a:extLst>
          </p:cNvPr>
          <p:cNvSpPr txBox="1"/>
          <p:nvPr/>
        </p:nvSpPr>
        <p:spPr>
          <a:xfrm>
            <a:off x="10174551" y="3513600"/>
            <a:ext cx="453183" cy="62670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none" lIns="72000" tIns="54000" rIns="72000" bIns="1800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1A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A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Lucida Sans Typewriter" panose="020B0509030504030204" pitchFamily="49" charset="0"/>
              <a:ea typeface="+mn-ea"/>
              <a:cs typeface="+mn-cs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AB782FF-6404-46DA-B9A4-A9F0646A7E5F}"/>
              </a:ext>
            </a:extLst>
          </p:cNvPr>
          <p:cNvSpPr txBox="1"/>
          <p:nvPr/>
        </p:nvSpPr>
        <p:spPr>
          <a:xfrm>
            <a:off x="10779816" y="3513600"/>
            <a:ext cx="453183" cy="62670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none" lIns="72000" tIns="54000" rIns="72000" bIns="1800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A1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A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Lucida Sans Typewriter" panose="020B0509030504030204" pitchFamily="49" charset="0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F900DFA-ADBD-4337-A8ED-46CF3ABFDF25}"/>
              </a:ext>
            </a:extLst>
          </p:cNvPr>
          <p:cNvSpPr txBox="1"/>
          <p:nvPr/>
        </p:nvSpPr>
        <p:spPr>
          <a:xfrm>
            <a:off x="11388257" y="3513600"/>
            <a:ext cx="607071" cy="62670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none" lIns="72000" tIns="54000" rIns="72000" bIns="1800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A##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#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Lucida Sans Typewriter" panose="020B0509030504030204" pitchFamily="49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8630632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  <a:endParaRPr lang="lv-LV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3537700"/>
            <a:ext cx="12192001" cy="2976222"/>
          </a:xfrm>
        </p:spPr>
        <p:txBody>
          <a:bodyPr wrap="none" lIns="36000" tIns="36000" rIns="36000" bIns="36000">
            <a:normAutofit/>
          </a:bodyPr>
          <a:lstStyle/>
          <a:p>
            <a:pPr marL="0" indent="0" algn="ctr">
              <a:buNone/>
            </a:pPr>
            <a:br>
              <a:rPr lang="en-US" sz="2000" dirty="0">
                <a:solidFill>
                  <a:srgbClr val="0070C0"/>
                </a:solidFill>
                <a:latin typeface="Fixed"/>
              </a:rPr>
            </a:br>
            <a:endParaRPr lang="en-US" sz="2000" dirty="0">
              <a:solidFill>
                <a:srgbClr val="0070C0"/>
              </a:solidFill>
              <a:latin typeface="Lucida Sans Typewriter" panose="020B0509030504030204" pitchFamily="49" charset="0"/>
            </a:endParaRPr>
          </a:p>
          <a:p>
            <a:pPr marL="0" indent="0" algn="ctr">
              <a:buNone/>
            </a:pPr>
            <a:r>
              <a:rPr lang="en-US" sz="1800" dirty="0">
                <a:latin typeface="Lucida Sans Typewriter" panose="020B0509030504030204" pitchFamily="49" charset="0"/>
              </a:rPr>
              <a:t>#       </a:t>
            </a:r>
            <a:r>
              <a:rPr lang="en-US" sz="1800" dirty="0">
                <a:solidFill>
                  <a:srgbClr val="008000"/>
                </a:solidFill>
                <a:latin typeface="Lucida Sans Typewriter" panose="020B0509030504030204" pitchFamily="49" charset="0"/>
              </a:rPr>
              <a:t>X1</a:t>
            </a:r>
            <a:r>
              <a:rPr lang="en-US" sz="1800" dirty="0">
                <a:latin typeface="Lucida Sans Typewriter" panose="020B0509030504030204" pitchFamily="49" charset="0"/>
              </a:rPr>
              <a:t> 0 1 1 # 1 </a:t>
            </a:r>
            <a:r>
              <a:rPr lang="en-US" sz="1800" dirty="0">
                <a:solidFill>
                  <a:srgbClr val="806000"/>
                </a:solidFill>
                <a:latin typeface="Lucida Sans Typewriter" panose="020B0509030504030204" pitchFamily="49" charset="0"/>
              </a:rPr>
              <a:t>Y0</a:t>
            </a:r>
            <a:r>
              <a:rPr lang="en-US" sz="1800" dirty="0">
                <a:latin typeface="Lucida Sans Typewriter" panose="020B0509030504030204" pitchFamily="49" charset="0"/>
              </a:rPr>
              <a:t> 1 1 # 1 0 </a:t>
            </a:r>
            <a:r>
              <a:rPr lang="en-US" sz="1800" dirty="0">
                <a:solidFill>
                  <a:srgbClr val="008000"/>
                </a:solidFill>
                <a:latin typeface="Lucida Sans Typewriter" panose="020B0509030504030204" pitchFamily="49" charset="0"/>
              </a:rPr>
              <a:t>X1</a:t>
            </a:r>
            <a:r>
              <a:rPr lang="en-US" sz="1800" dirty="0">
                <a:latin typeface="Lucida Sans Typewriter" panose="020B0509030504030204" pitchFamily="49" charset="0"/>
              </a:rPr>
              <a:t> 1 # 1 0 </a:t>
            </a:r>
            <a:r>
              <a:rPr lang="en-US" sz="1800" dirty="0">
                <a:solidFill>
                  <a:srgbClr val="7030A0"/>
                </a:solidFill>
                <a:latin typeface="Lucida Sans Typewriter" panose="020B0509030504030204" pitchFamily="49" charset="0"/>
              </a:rPr>
              <a:t>1Y1</a:t>
            </a:r>
            <a:r>
              <a:rPr lang="en-US" sz="1800" dirty="0">
                <a:latin typeface="Lucida Sans Typewriter" panose="020B0509030504030204" pitchFamily="49" charset="0"/>
              </a:rPr>
              <a:t> # 1 0 </a:t>
            </a:r>
            <a:r>
              <a:rPr lang="en-US" sz="1800" dirty="0">
                <a:solidFill>
                  <a:srgbClr val="FF0000"/>
                </a:solidFill>
                <a:latin typeface="Lucida Sans Typewriter" panose="020B0509030504030204" pitchFamily="49" charset="0"/>
              </a:rPr>
              <a:t>A1</a:t>
            </a:r>
            <a:r>
              <a:rPr lang="en-US" sz="1800" dirty="0">
                <a:latin typeface="Lucida Sans Typewriter" panose="020B0509030504030204" pitchFamily="49" charset="0"/>
              </a:rPr>
              <a:t> 1 # 1 0 </a:t>
            </a:r>
            <a:r>
              <a:rPr lang="en-US" sz="1800" dirty="0">
                <a:solidFill>
                  <a:srgbClr val="FF0000"/>
                </a:solidFill>
                <a:latin typeface="Lucida Sans Typewriter" panose="020B0509030504030204" pitchFamily="49" charset="0"/>
              </a:rPr>
              <a:t>A1</a:t>
            </a:r>
            <a:r>
              <a:rPr lang="en-US" sz="1800" dirty="0">
                <a:latin typeface="Lucida Sans Typewriter" panose="020B0509030504030204" pitchFamily="49" charset="0"/>
              </a:rPr>
              <a:t> # 1 </a:t>
            </a:r>
            <a:r>
              <a:rPr lang="en-US" sz="1800" dirty="0">
                <a:solidFill>
                  <a:srgbClr val="FF0000"/>
                </a:solidFill>
                <a:latin typeface="Lucida Sans Typewriter" panose="020B0509030504030204" pitchFamily="49" charset="0"/>
              </a:rPr>
              <a:t>0A</a:t>
            </a:r>
            <a:r>
              <a:rPr lang="en-US" sz="1800" dirty="0">
                <a:latin typeface="Lucida Sans Typewriter" panose="020B0509030504030204" pitchFamily="49" charset="0"/>
              </a:rPr>
              <a:t> # </a:t>
            </a:r>
            <a:r>
              <a:rPr lang="en-US" sz="1800" dirty="0">
                <a:solidFill>
                  <a:srgbClr val="FF0000"/>
                </a:solidFill>
                <a:latin typeface="Lucida Sans Typewriter" panose="020B0509030504030204" pitchFamily="49" charset="0"/>
              </a:rPr>
              <a:t>1A</a:t>
            </a:r>
            <a:r>
              <a:rPr lang="en-US" sz="1800" dirty="0">
                <a:latin typeface="Lucida Sans Typewriter" panose="020B0509030504030204" pitchFamily="49" charset="0"/>
              </a:rPr>
              <a:t> # A##</a:t>
            </a:r>
            <a:br>
              <a:rPr lang="en-US" sz="1800" dirty="0">
                <a:latin typeface="Lucida Sans Typewriter" panose="020B0509030504030204" pitchFamily="49" charset="0"/>
              </a:rPr>
            </a:br>
            <a:r>
              <a:rPr lang="en-US" sz="1800" dirty="0">
                <a:latin typeface="Lucida Sans Typewriter" panose="020B0509030504030204" pitchFamily="49" charset="0"/>
              </a:rPr>
              <a:t>#X1011# </a:t>
            </a:r>
            <a:r>
              <a:rPr lang="en-US" sz="1800" dirty="0">
                <a:solidFill>
                  <a:srgbClr val="008000"/>
                </a:solidFill>
                <a:latin typeface="Lucida Sans Typewriter" panose="020B0509030504030204" pitchFamily="49" charset="0"/>
              </a:rPr>
              <a:t>1Y</a:t>
            </a:r>
            <a:r>
              <a:rPr lang="en-US" sz="1800" dirty="0">
                <a:latin typeface="Lucida Sans Typewriter" panose="020B0509030504030204" pitchFamily="49" charset="0"/>
              </a:rPr>
              <a:t> 0 1 1 # 1 </a:t>
            </a:r>
            <a:r>
              <a:rPr lang="en-US" sz="1800" dirty="0">
                <a:solidFill>
                  <a:srgbClr val="806000"/>
                </a:solidFill>
                <a:latin typeface="Lucida Sans Typewriter" panose="020B0509030504030204" pitchFamily="49" charset="0"/>
              </a:rPr>
              <a:t>0X</a:t>
            </a:r>
            <a:r>
              <a:rPr lang="en-US" sz="1800" dirty="0">
                <a:latin typeface="Lucida Sans Typewriter" panose="020B0509030504030204" pitchFamily="49" charset="0"/>
              </a:rPr>
              <a:t> 1 1 # 1 0 </a:t>
            </a:r>
            <a:r>
              <a:rPr lang="en-US" sz="1800" dirty="0">
                <a:solidFill>
                  <a:srgbClr val="008000"/>
                </a:solidFill>
                <a:latin typeface="Lucida Sans Typewriter" panose="020B0509030504030204" pitchFamily="49" charset="0"/>
              </a:rPr>
              <a:t>1Y</a:t>
            </a:r>
            <a:r>
              <a:rPr lang="en-US" sz="1800" dirty="0">
                <a:latin typeface="Lucida Sans Typewriter" panose="020B0509030504030204" pitchFamily="49" charset="0"/>
              </a:rPr>
              <a:t> 1 # 1 0 </a:t>
            </a:r>
            <a:r>
              <a:rPr lang="en-US" sz="1800" dirty="0">
                <a:solidFill>
                  <a:srgbClr val="7030A0"/>
                </a:solidFill>
                <a:latin typeface="Lucida Sans Typewriter" panose="020B0509030504030204" pitchFamily="49" charset="0"/>
              </a:rPr>
              <a:t>A11</a:t>
            </a:r>
            <a:r>
              <a:rPr lang="en-US" sz="1800" dirty="0">
                <a:latin typeface="Lucida Sans Typewriter" panose="020B0509030504030204" pitchFamily="49" charset="0"/>
              </a:rPr>
              <a:t> # 1 0 </a:t>
            </a:r>
            <a:r>
              <a:rPr lang="en-US" sz="1800" dirty="0">
                <a:solidFill>
                  <a:srgbClr val="FF0000"/>
                </a:solidFill>
                <a:latin typeface="Lucida Sans Typewriter" panose="020B0509030504030204" pitchFamily="49" charset="0"/>
              </a:rPr>
              <a:t>A</a:t>
            </a:r>
            <a:r>
              <a:rPr lang="en-US" sz="1800" dirty="0">
                <a:latin typeface="Lucida Sans Typewriter" panose="020B0509030504030204" pitchFamily="49" charset="0"/>
              </a:rPr>
              <a:t>  1 # 1 0 </a:t>
            </a:r>
            <a:r>
              <a:rPr lang="en-US" sz="1800" dirty="0">
                <a:solidFill>
                  <a:srgbClr val="FF0000"/>
                </a:solidFill>
                <a:latin typeface="Lucida Sans Typewriter" panose="020B0509030504030204" pitchFamily="49" charset="0"/>
              </a:rPr>
              <a:t>A</a:t>
            </a:r>
            <a:r>
              <a:rPr lang="en-US" sz="1800" dirty="0">
                <a:latin typeface="Lucida Sans Typewriter" panose="020B0509030504030204" pitchFamily="49" charset="0"/>
              </a:rPr>
              <a:t>  # 1 </a:t>
            </a:r>
            <a:r>
              <a:rPr lang="en-US" sz="1800" dirty="0">
                <a:solidFill>
                  <a:srgbClr val="FF0000"/>
                </a:solidFill>
                <a:latin typeface="Lucida Sans Typewriter" panose="020B0509030504030204" pitchFamily="49" charset="0"/>
              </a:rPr>
              <a:t>A</a:t>
            </a:r>
            <a:r>
              <a:rPr lang="en-US" sz="1800" dirty="0">
                <a:latin typeface="Lucida Sans Typewriter" panose="020B0509030504030204" pitchFamily="49" charset="0"/>
              </a:rPr>
              <a:t>  # </a:t>
            </a:r>
            <a:r>
              <a:rPr lang="en-US" sz="1800" dirty="0">
                <a:solidFill>
                  <a:srgbClr val="FF0000"/>
                </a:solidFill>
                <a:latin typeface="Lucida Sans Typewriter" panose="020B0509030504030204" pitchFamily="49" charset="0"/>
              </a:rPr>
              <a:t>A</a:t>
            </a:r>
            <a:r>
              <a:rPr lang="en-US" sz="1800" dirty="0">
                <a:latin typeface="Lucida Sans Typewriter" panose="020B0509030504030204" pitchFamily="49" charset="0"/>
              </a:rPr>
              <a:t>  # #  </a:t>
            </a:r>
            <a:endParaRPr lang="en-US" sz="1800" dirty="0"/>
          </a:p>
          <a:p>
            <a:pPr marL="0" indent="0">
              <a:buNone/>
            </a:pPr>
            <a:endParaRPr lang="lv-LV" dirty="0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49E35A17-C2B9-91F2-054F-051DCBB54BCE}"/>
              </a:ext>
            </a:extLst>
          </p:cNvPr>
          <p:cNvGrpSpPr/>
          <p:nvPr/>
        </p:nvGrpSpPr>
        <p:grpSpPr>
          <a:xfrm>
            <a:off x="4823230" y="74321"/>
            <a:ext cx="7236785" cy="3232734"/>
            <a:chOff x="2796466" y="62602"/>
            <a:chExt cx="7236785" cy="3232734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F23C9E41-5FAD-923A-4E04-E2EDEAA6428F}"/>
                </a:ext>
              </a:extLst>
            </p:cNvPr>
            <p:cNvSpPr/>
            <p:nvPr/>
          </p:nvSpPr>
          <p:spPr>
            <a:xfrm>
              <a:off x="3790765" y="1509204"/>
              <a:ext cx="914400" cy="91440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X</a:t>
              </a: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7E08952A-705E-A79F-0D1D-87FFDE7B3F97}"/>
                </a:ext>
              </a:extLst>
            </p:cNvPr>
            <p:cNvSpPr/>
            <p:nvPr/>
          </p:nvSpPr>
          <p:spPr>
            <a:xfrm>
              <a:off x="6454808" y="1509204"/>
              <a:ext cx="914400" cy="91440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Y</a:t>
              </a:r>
            </a:p>
          </p:txBody>
        </p: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35642D68-645A-62C9-E1F6-2C6FB7A2F0BC}"/>
                </a:ext>
              </a:extLst>
            </p:cNvPr>
            <p:cNvCxnSpPr>
              <a:cxnSpLocks/>
              <a:stCxn id="4" idx="6"/>
              <a:endCxn id="5" idx="2"/>
            </p:cNvCxnSpPr>
            <p:nvPr/>
          </p:nvCxnSpPr>
          <p:spPr>
            <a:xfrm>
              <a:off x="4705165" y="1966404"/>
              <a:ext cx="1749643" cy="0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DBDCB2DE-0A5C-0520-121E-3A4AEDEE08A7}"/>
                </a:ext>
              </a:extLst>
            </p:cNvPr>
            <p:cNvCxnSpPr>
              <a:cxnSpLocks/>
            </p:cNvCxnSpPr>
            <p:nvPr/>
          </p:nvCxnSpPr>
          <p:spPr>
            <a:xfrm>
              <a:off x="2796466" y="1966404"/>
              <a:ext cx="994299" cy="0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DFAEE3A5-181A-5557-72CF-B78170F087E7}"/>
                </a:ext>
              </a:extLst>
            </p:cNvPr>
            <p:cNvSpPr/>
            <p:nvPr/>
          </p:nvSpPr>
          <p:spPr>
            <a:xfrm>
              <a:off x="9118851" y="1509204"/>
              <a:ext cx="914400" cy="91440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A</a:t>
              </a: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4E0E60FA-FB75-F5DD-47E8-C5C14902DDF9}"/>
                </a:ext>
              </a:extLst>
            </p:cNvPr>
            <p:cNvCxnSpPr>
              <a:cxnSpLocks/>
              <a:stCxn id="5" idx="6"/>
              <a:endCxn id="12" idx="2"/>
            </p:cNvCxnSpPr>
            <p:nvPr/>
          </p:nvCxnSpPr>
          <p:spPr>
            <a:xfrm>
              <a:off x="7369208" y="1966404"/>
              <a:ext cx="1749643" cy="0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Arc 16">
              <a:extLst>
                <a:ext uri="{FF2B5EF4-FFF2-40B4-BE49-F238E27FC236}">
                  <a16:creationId xmlns:a16="http://schemas.microsoft.com/office/drawing/2014/main" id="{D0509D38-403D-82BA-3D65-F07070E855D9}"/>
                </a:ext>
              </a:extLst>
            </p:cNvPr>
            <p:cNvSpPr/>
            <p:nvPr/>
          </p:nvSpPr>
          <p:spPr>
            <a:xfrm>
              <a:off x="3790765" y="981615"/>
              <a:ext cx="914400" cy="914400"/>
            </a:xfrm>
            <a:prstGeom prst="arc">
              <a:avLst>
                <a:gd name="adj1" fmla="val 8773538"/>
                <a:gd name="adj2" fmla="val 2076695"/>
              </a:avLst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82D1CA16-249F-5732-F8CB-185F26A3E09A}"/>
                </a:ext>
              </a:extLst>
            </p:cNvPr>
            <p:cNvCxnSpPr>
              <a:cxnSpLocks/>
              <a:stCxn id="5" idx="3"/>
              <a:endCxn id="4" idx="5"/>
            </p:cNvCxnSpPr>
            <p:nvPr/>
          </p:nvCxnSpPr>
          <p:spPr>
            <a:xfrm flipH="1">
              <a:off x="4571254" y="2289693"/>
              <a:ext cx="2017465" cy="0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719EE63F-BDC2-1480-2C2E-5086923C33FC}"/>
                </a:ext>
              </a:extLst>
            </p:cNvPr>
            <p:cNvSpPr txBox="1"/>
            <p:nvPr/>
          </p:nvSpPr>
          <p:spPr>
            <a:xfrm>
              <a:off x="3546491" y="62602"/>
              <a:ext cx="1406154" cy="9541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_ → 0, R</a:t>
              </a:r>
            </a:p>
            <a:p>
              <a:r>
                <a:rPr lang="en-US" sz="2800" dirty="0"/>
                <a:t>0 → 0, R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8B2464F5-420F-B5E6-EEAF-D53AB9DDA1AB}"/>
                </a:ext>
              </a:extLst>
            </p:cNvPr>
            <p:cNvSpPr txBox="1"/>
            <p:nvPr/>
          </p:nvSpPr>
          <p:spPr>
            <a:xfrm>
              <a:off x="4876909" y="1429078"/>
              <a:ext cx="140615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1 → 1, R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9D3EA813-0682-1ABA-4BD4-26AF87E39612}"/>
                </a:ext>
              </a:extLst>
            </p:cNvPr>
            <p:cNvSpPr txBox="1"/>
            <p:nvPr/>
          </p:nvSpPr>
          <p:spPr>
            <a:xfrm>
              <a:off x="7540952" y="1431475"/>
              <a:ext cx="136127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1 → 1, L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453776AB-6EE9-DA1C-F65D-933D2BABE277}"/>
                </a:ext>
              </a:extLst>
            </p:cNvPr>
            <p:cNvSpPr txBox="1"/>
            <p:nvPr/>
          </p:nvSpPr>
          <p:spPr>
            <a:xfrm>
              <a:off x="4876909" y="2341229"/>
              <a:ext cx="1406154" cy="9541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_ → 0, R</a:t>
              </a:r>
            </a:p>
            <a:p>
              <a:r>
                <a:rPr lang="en-US" sz="2800" dirty="0"/>
                <a:t>0 → 0, R</a:t>
              </a:r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0F77E0C7-FFA0-4ED2-B254-5EC1EDD0C226}"/>
              </a:ext>
            </a:extLst>
          </p:cNvPr>
          <p:cNvSpPr txBox="1"/>
          <p:nvPr/>
        </p:nvSpPr>
        <p:spPr>
          <a:xfrm>
            <a:off x="154355" y="3513600"/>
            <a:ext cx="1222624" cy="62670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none" lIns="72000" tIns="54000" rIns="72000" bIns="1800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#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#X1011#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Lucida Sans Typewriter" panose="020B0509030504030204" pitchFamily="49" charset="0"/>
              <a:ea typeface="+mn-ea"/>
              <a:cs typeface="+mn-cs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D769DC9-9CDE-4E84-91D0-CC2FAD8EAD7E}"/>
              </a:ext>
            </a:extLst>
          </p:cNvPr>
          <p:cNvSpPr txBox="1"/>
          <p:nvPr/>
        </p:nvSpPr>
        <p:spPr>
          <a:xfrm>
            <a:off x="1531334" y="3513600"/>
            <a:ext cx="453183" cy="62670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none" lIns="72000" tIns="54000" rIns="72000" bIns="1800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X_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0X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Lucida Sans Typewriter" panose="020B0509030504030204" pitchFamily="49" charset="0"/>
              <a:ea typeface="+mn-ea"/>
              <a:cs typeface="+mn-cs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5CAC5AE-69CC-4D41-9CDC-60EE9741F516}"/>
              </a:ext>
            </a:extLst>
          </p:cNvPr>
          <p:cNvSpPr txBox="1"/>
          <p:nvPr/>
        </p:nvSpPr>
        <p:spPr>
          <a:xfrm>
            <a:off x="2138872" y="3513600"/>
            <a:ext cx="453183" cy="62670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none" lIns="72000" tIns="54000" rIns="72000" bIns="1800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X0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0X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Lucida Sans Typewriter" panose="020B0509030504030204" pitchFamily="49" charset="0"/>
              <a:ea typeface="+mn-ea"/>
              <a:cs typeface="+mn-cs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6873C2F-E81B-48D3-A446-FDA5484F5459}"/>
              </a:ext>
            </a:extLst>
          </p:cNvPr>
          <p:cNvSpPr txBox="1"/>
          <p:nvPr/>
        </p:nvSpPr>
        <p:spPr>
          <a:xfrm>
            <a:off x="2746410" y="3513600"/>
            <a:ext cx="453183" cy="62670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none" lIns="72000" tIns="54000" rIns="72000" bIns="1800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X1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1Y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8000"/>
              </a:solidFill>
              <a:effectLst/>
              <a:uLnTx/>
              <a:uFillTx/>
              <a:latin typeface="Lucida Sans Typewriter" panose="020B0509030504030204" pitchFamily="49" charset="0"/>
              <a:ea typeface="+mn-ea"/>
              <a:cs typeface="+mn-cs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19650FC-69CB-4818-A5B1-4A799BAD5D8F}"/>
              </a:ext>
            </a:extLst>
          </p:cNvPr>
          <p:cNvSpPr txBox="1"/>
          <p:nvPr/>
        </p:nvSpPr>
        <p:spPr>
          <a:xfrm>
            <a:off x="3353948" y="3513600"/>
            <a:ext cx="453183" cy="62670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none" lIns="72000" tIns="54000" rIns="72000" bIns="1800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Y_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0X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Lucida Sans Typewriter" panose="020B0509030504030204" pitchFamily="49" charset="0"/>
              <a:ea typeface="+mn-ea"/>
              <a:cs typeface="+mn-cs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973C9FC-06F3-47FA-86D5-06B54BD3D133}"/>
              </a:ext>
            </a:extLst>
          </p:cNvPr>
          <p:cNvSpPr txBox="1"/>
          <p:nvPr/>
        </p:nvSpPr>
        <p:spPr>
          <a:xfrm>
            <a:off x="3961486" y="3513600"/>
            <a:ext cx="453183" cy="62670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none" lIns="72000" tIns="54000" rIns="72000" bIns="1800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80600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Y0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80600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80600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0X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806000"/>
              </a:solidFill>
              <a:effectLst/>
              <a:uLnTx/>
              <a:uFillTx/>
              <a:latin typeface="Lucida Sans Typewriter" panose="020B0509030504030204" pitchFamily="49" charset="0"/>
              <a:ea typeface="+mn-ea"/>
              <a:cs typeface="+mn-cs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B6EE373-651D-4C99-99C3-B67AC6B635A7}"/>
              </a:ext>
            </a:extLst>
          </p:cNvPr>
          <p:cNvSpPr txBox="1"/>
          <p:nvPr/>
        </p:nvSpPr>
        <p:spPr>
          <a:xfrm>
            <a:off x="4569024" y="3513600"/>
            <a:ext cx="607071" cy="62670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none" lIns="72000" tIns="54000" rIns="72000" bIns="1800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1Y1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A11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Lucida Sans Typewriter" panose="020B0509030504030204" pitchFamily="49" charset="0"/>
              <a:ea typeface="+mn-ea"/>
              <a:cs typeface="+mn-cs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B614235-F9D5-42A8-9EF1-779C534FA74A}"/>
              </a:ext>
            </a:extLst>
          </p:cNvPr>
          <p:cNvSpPr txBox="1"/>
          <p:nvPr/>
        </p:nvSpPr>
        <p:spPr>
          <a:xfrm>
            <a:off x="5331820" y="3513600"/>
            <a:ext cx="299295" cy="62670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none" lIns="72000" tIns="54000" rIns="72000" bIns="1800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_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_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Lucida Sans Typewriter" panose="020B0509030504030204" pitchFamily="49" charset="0"/>
              <a:ea typeface="+mn-ea"/>
              <a:cs typeface="+mn-cs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F2E7D91-0C38-492D-B801-25D9EAE256B4}"/>
              </a:ext>
            </a:extLst>
          </p:cNvPr>
          <p:cNvSpPr txBox="1"/>
          <p:nvPr/>
        </p:nvSpPr>
        <p:spPr>
          <a:xfrm>
            <a:off x="5784100" y="3513600"/>
            <a:ext cx="299295" cy="62670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none" lIns="72000" tIns="54000" rIns="72000" bIns="1800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0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0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Lucida Sans Typewriter" panose="020B0509030504030204" pitchFamily="49" charset="0"/>
              <a:ea typeface="+mn-ea"/>
              <a:cs typeface="+mn-cs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639FAA9-67F3-47B2-AFD4-957DCD0EA4B3}"/>
              </a:ext>
            </a:extLst>
          </p:cNvPr>
          <p:cNvSpPr txBox="1"/>
          <p:nvPr/>
        </p:nvSpPr>
        <p:spPr>
          <a:xfrm>
            <a:off x="6236380" y="3513600"/>
            <a:ext cx="299295" cy="62670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none" lIns="72000" tIns="54000" rIns="72000" bIns="1800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1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1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Lucida Sans Typewriter" panose="020B0509030504030204" pitchFamily="49" charset="0"/>
              <a:ea typeface="+mn-ea"/>
              <a:cs typeface="+mn-cs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8D564A1-EE06-4D73-83F4-2A9F56D32349}"/>
              </a:ext>
            </a:extLst>
          </p:cNvPr>
          <p:cNvSpPr txBox="1"/>
          <p:nvPr/>
        </p:nvSpPr>
        <p:spPr>
          <a:xfrm>
            <a:off x="6688660" y="3513600"/>
            <a:ext cx="299295" cy="62670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none" lIns="72000" tIns="54000" rIns="72000" bIns="1800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#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#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Lucida Sans Typewriter" panose="020B0509030504030204" pitchFamily="49" charset="0"/>
              <a:ea typeface="+mn-ea"/>
              <a:cs typeface="+mn-cs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CA58FCD-4F27-4252-A11A-9D15521B6263}"/>
              </a:ext>
            </a:extLst>
          </p:cNvPr>
          <p:cNvSpPr txBox="1"/>
          <p:nvPr/>
        </p:nvSpPr>
        <p:spPr>
          <a:xfrm>
            <a:off x="7140940" y="3513600"/>
            <a:ext cx="453183" cy="62670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none" lIns="72000" tIns="54000" rIns="72000" bIns="1800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#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_#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Lucida Sans Typewriter" panose="020B0509030504030204" pitchFamily="49" charset="0"/>
              <a:ea typeface="+mn-ea"/>
              <a:cs typeface="+mn-cs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C83933E-D83A-45EE-82F9-A3F71B2FACC5}"/>
              </a:ext>
            </a:extLst>
          </p:cNvPr>
          <p:cNvSpPr txBox="1"/>
          <p:nvPr/>
        </p:nvSpPr>
        <p:spPr>
          <a:xfrm>
            <a:off x="7746205" y="3513600"/>
            <a:ext cx="453183" cy="62670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none" lIns="72000" tIns="54000" rIns="72000" bIns="1800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_A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A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Lucida Sans Typewriter" panose="020B0509030504030204" pitchFamily="49" charset="0"/>
              <a:ea typeface="+mn-ea"/>
              <a:cs typeface="+mn-cs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CD6828C-66B0-4B4C-BAB8-C2ACC48A8D26}"/>
              </a:ext>
            </a:extLst>
          </p:cNvPr>
          <p:cNvSpPr txBox="1"/>
          <p:nvPr/>
        </p:nvSpPr>
        <p:spPr>
          <a:xfrm>
            <a:off x="8351470" y="3513600"/>
            <a:ext cx="453183" cy="62670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none" lIns="72000" tIns="54000" rIns="72000" bIns="1800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A_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A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Lucida Sans Typewriter" panose="020B0509030504030204" pitchFamily="49" charset="0"/>
              <a:ea typeface="+mn-ea"/>
              <a:cs typeface="+mn-cs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E159BAC-329F-41CE-9E1C-CAF358FE0960}"/>
              </a:ext>
            </a:extLst>
          </p:cNvPr>
          <p:cNvSpPr txBox="1"/>
          <p:nvPr/>
        </p:nvSpPr>
        <p:spPr>
          <a:xfrm>
            <a:off x="8956735" y="3513600"/>
            <a:ext cx="453183" cy="62670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none" lIns="72000" tIns="54000" rIns="72000" bIns="1800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0A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A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Lucida Sans Typewriter" panose="020B0509030504030204" pitchFamily="49" charset="0"/>
              <a:ea typeface="+mn-ea"/>
              <a:cs typeface="+mn-cs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0E01C09-7461-4A5F-882E-114F5DB1CFB0}"/>
              </a:ext>
            </a:extLst>
          </p:cNvPr>
          <p:cNvSpPr txBox="1"/>
          <p:nvPr/>
        </p:nvSpPr>
        <p:spPr>
          <a:xfrm>
            <a:off x="9565917" y="3513600"/>
            <a:ext cx="453183" cy="62670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none" lIns="72000" tIns="54000" rIns="72000" bIns="1800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A0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A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Lucida Sans Typewriter" panose="020B0509030504030204" pitchFamily="49" charset="0"/>
              <a:ea typeface="+mn-ea"/>
              <a:cs typeface="+mn-cs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A5D4EFE-F6FF-45B2-BA4B-F430B3D76709}"/>
              </a:ext>
            </a:extLst>
          </p:cNvPr>
          <p:cNvSpPr txBox="1"/>
          <p:nvPr/>
        </p:nvSpPr>
        <p:spPr>
          <a:xfrm>
            <a:off x="10174551" y="3513600"/>
            <a:ext cx="453183" cy="62670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none" lIns="72000" tIns="54000" rIns="72000" bIns="1800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1A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A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Lucida Sans Typewriter" panose="020B0509030504030204" pitchFamily="49" charset="0"/>
              <a:ea typeface="+mn-ea"/>
              <a:cs typeface="+mn-cs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FF56960-AE17-4450-BDC2-1E24E4233ABA}"/>
              </a:ext>
            </a:extLst>
          </p:cNvPr>
          <p:cNvSpPr txBox="1"/>
          <p:nvPr/>
        </p:nvSpPr>
        <p:spPr>
          <a:xfrm>
            <a:off x="10779816" y="3513600"/>
            <a:ext cx="453183" cy="62670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none" lIns="72000" tIns="54000" rIns="72000" bIns="1800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A1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A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Lucida Sans Typewriter" panose="020B0509030504030204" pitchFamily="49" charset="0"/>
              <a:ea typeface="+mn-ea"/>
              <a:cs typeface="+mn-cs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DC84CEF-3FE1-4449-A75A-3094CC247B40}"/>
              </a:ext>
            </a:extLst>
          </p:cNvPr>
          <p:cNvSpPr txBox="1"/>
          <p:nvPr/>
        </p:nvSpPr>
        <p:spPr>
          <a:xfrm>
            <a:off x="11388257" y="3513600"/>
            <a:ext cx="607071" cy="62670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none" lIns="72000" tIns="54000" rIns="72000" bIns="1800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A##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#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Lucida Sans Typewriter" panose="020B0509030504030204" pitchFamily="49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2372148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  <a:endParaRPr lang="lv-LV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3537700"/>
            <a:ext cx="12192001" cy="2976222"/>
          </a:xfrm>
        </p:spPr>
        <p:txBody>
          <a:bodyPr wrap="none" lIns="36000" tIns="36000" rIns="36000" bIns="36000">
            <a:normAutofit/>
          </a:bodyPr>
          <a:lstStyle/>
          <a:p>
            <a:pPr marL="0" indent="0" algn="ctr">
              <a:buNone/>
            </a:pPr>
            <a:br>
              <a:rPr lang="en-US" sz="2000" dirty="0">
                <a:solidFill>
                  <a:srgbClr val="0070C0"/>
                </a:solidFill>
                <a:latin typeface="Fixed"/>
              </a:rPr>
            </a:br>
            <a:endParaRPr lang="en-US" sz="2000" dirty="0">
              <a:solidFill>
                <a:srgbClr val="0070C0"/>
              </a:solidFill>
              <a:latin typeface="Lucida Sans Typewriter" panose="020B0509030504030204" pitchFamily="49" charset="0"/>
            </a:endParaRPr>
          </a:p>
          <a:p>
            <a:pPr marL="0" indent="0" algn="ctr">
              <a:buNone/>
            </a:pPr>
            <a:r>
              <a:rPr lang="en-US" sz="1800" dirty="0">
                <a:latin typeface="Lucida Sans Typewriter" panose="020B0509030504030204" pitchFamily="49" charset="0"/>
              </a:rPr>
              <a:t>#       </a:t>
            </a:r>
            <a:r>
              <a:rPr lang="en-US" sz="1800" dirty="0">
                <a:solidFill>
                  <a:srgbClr val="008000"/>
                </a:solidFill>
                <a:latin typeface="Lucida Sans Typewriter" panose="020B0509030504030204" pitchFamily="49" charset="0"/>
              </a:rPr>
              <a:t>X1</a:t>
            </a:r>
            <a:r>
              <a:rPr lang="en-US" sz="1800" dirty="0">
                <a:latin typeface="Lucida Sans Typewriter" panose="020B0509030504030204" pitchFamily="49" charset="0"/>
              </a:rPr>
              <a:t> 0 1 1 # 1 </a:t>
            </a:r>
            <a:r>
              <a:rPr lang="en-US" sz="1800" dirty="0">
                <a:solidFill>
                  <a:srgbClr val="806000"/>
                </a:solidFill>
                <a:latin typeface="Lucida Sans Typewriter" panose="020B0509030504030204" pitchFamily="49" charset="0"/>
              </a:rPr>
              <a:t>Y0</a:t>
            </a:r>
            <a:r>
              <a:rPr lang="en-US" sz="1800" dirty="0">
                <a:latin typeface="Lucida Sans Typewriter" panose="020B0509030504030204" pitchFamily="49" charset="0"/>
              </a:rPr>
              <a:t> 1 1 # 1 0 </a:t>
            </a:r>
            <a:r>
              <a:rPr lang="en-US" sz="1800" dirty="0">
                <a:solidFill>
                  <a:srgbClr val="008000"/>
                </a:solidFill>
                <a:latin typeface="Lucida Sans Typewriter" panose="020B0509030504030204" pitchFamily="49" charset="0"/>
              </a:rPr>
              <a:t>X1</a:t>
            </a:r>
            <a:r>
              <a:rPr lang="en-US" sz="1800" dirty="0">
                <a:latin typeface="Lucida Sans Typewriter" panose="020B0509030504030204" pitchFamily="49" charset="0"/>
              </a:rPr>
              <a:t> 1 # 1 0 </a:t>
            </a:r>
            <a:r>
              <a:rPr lang="en-US" sz="1800" dirty="0">
                <a:solidFill>
                  <a:srgbClr val="7030A0"/>
                </a:solidFill>
                <a:latin typeface="Lucida Sans Typewriter" panose="020B0509030504030204" pitchFamily="49" charset="0"/>
              </a:rPr>
              <a:t>1Y1</a:t>
            </a:r>
            <a:r>
              <a:rPr lang="en-US" sz="1800" dirty="0">
                <a:latin typeface="Lucida Sans Typewriter" panose="020B0509030504030204" pitchFamily="49" charset="0"/>
              </a:rPr>
              <a:t> # 1 0 </a:t>
            </a:r>
            <a:r>
              <a:rPr lang="en-US" sz="1800" dirty="0">
                <a:solidFill>
                  <a:srgbClr val="FF0000"/>
                </a:solidFill>
                <a:latin typeface="Lucida Sans Typewriter" panose="020B0509030504030204" pitchFamily="49" charset="0"/>
              </a:rPr>
              <a:t>A1</a:t>
            </a:r>
            <a:r>
              <a:rPr lang="en-US" sz="1800" dirty="0">
                <a:latin typeface="Lucida Sans Typewriter" panose="020B0509030504030204" pitchFamily="49" charset="0"/>
              </a:rPr>
              <a:t> 1 # 1 0 </a:t>
            </a:r>
            <a:r>
              <a:rPr lang="en-US" sz="1800" dirty="0">
                <a:solidFill>
                  <a:srgbClr val="FF0000"/>
                </a:solidFill>
                <a:latin typeface="Lucida Sans Typewriter" panose="020B0509030504030204" pitchFamily="49" charset="0"/>
              </a:rPr>
              <a:t>A1</a:t>
            </a:r>
            <a:r>
              <a:rPr lang="en-US" sz="1800" dirty="0">
                <a:latin typeface="Lucida Sans Typewriter" panose="020B0509030504030204" pitchFamily="49" charset="0"/>
              </a:rPr>
              <a:t> # 1 </a:t>
            </a:r>
            <a:r>
              <a:rPr lang="en-US" sz="1800" dirty="0">
                <a:solidFill>
                  <a:srgbClr val="FF0000"/>
                </a:solidFill>
                <a:latin typeface="Lucida Sans Typewriter" panose="020B0509030504030204" pitchFamily="49" charset="0"/>
              </a:rPr>
              <a:t>0A</a:t>
            </a:r>
            <a:r>
              <a:rPr lang="en-US" sz="1800" dirty="0">
                <a:latin typeface="Lucida Sans Typewriter" panose="020B0509030504030204" pitchFamily="49" charset="0"/>
              </a:rPr>
              <a:t> # </a:t>
            </a:r>
            <a:r>
              <a:rPr lang="en-US" sz="1800" dirty="0">
                <a:solidFill>
                  <a:srgbClr val="FF0000"/>
                </a:solidFill>
                <a:latin typeface="Lucida Sans Typewriter" panose="020B0509030504030204" pitchFamily="49" charset="0"/>
              </a:rPr>
              <a:t>1A</a:t>
            </a:r>
            <a:r>
              <a:rPr lang="en-US" sz="1800" dirty="0">
                <a:latin typeface="Lucida Sans Typewriter" panose="020B0509030504030204" pitchFamily="49" charset="0"/>
              </a:rPr>
              <a:t> # A##</a:t>
            </a:r>
            <a:br>
              <a:rPr lang="en-US" sz="1800" dirty="0">
                <a:latin typeface="Lucida Sans Typewriter" panose="020B0509030504030204" pitchFamily="49" charset="0"/>
              </a:rPr>
            </a:br>
            <a:r>
              <a:rPr lang="en-US" sz="1800" dirty="0">
                <a:latin typeface="Lucida Sans Typewriter" panose="020B0509030504030204" pitchFamily="49" charset="0"/>
              </a:rPr>
              <a:t>#X1011# </a:t>
            </a:r>
            <a:r>
              <a:rPr lang="en-US" sz="1800" dirty="0">
                <a:solidFill>
                  <a:srgbClr val="008000"/>
                </a:solidFill>
                <a:latin typeface="Lucida Sans Typewriter" panose="020B0509030504030204" pitchFamily="49" charset="0"/>
              </a:rPr>
              <a:t>1Y</a:t>
            </a:r>
            <a:r>
              <a:rPr lang="en-US" sz="1800" dirty="0">
                <a:latin typeface="Lucida Sans Typewriter" panose="020B0509030504030204" pitchFamily="49" charset="0"/>
              </a:rPr>
              <a:t> 0 1 1 # 1 </a:t>
            </a:r>
            <a:r>
              <a:rPr lang="en-US" sz="1800" dirty="0">
                <a:solidFill>
                  <a:srgbClr val="806000"/>
                </a:solidFill>
                <a:latin typeface="Lucida Sans Typewriter" panose="020B0509030504030204" pitchFamily="49" charset="0"/>
              </a:rPr>
              <a:t>0X</a:t>
            </a:r>
            <a:r>
              <a:rPr lang="en-US" sz="1800" dirty="0">
                <a:latin typeface="Lucida Sans Typewriter" panose="020B0509030504030204" pitchFamily="49" charset="0"/>
              </a:rPr>
              <a:t> 1 1 # 1 0 </a:t>
            </a:r>
            <a:r>
              <a:rPr lang="en-US" sz="1800" dirty="0">
                <a:solidFill>
                  <a:srgbClr val="008000"/>
                </a:solidFill>
                <a:latin typeface="Lucida Sans Typewriter" panose="020B0509030504030204" pitchFamily="49" charset="0"/>
              </a:rPr>
              <a:t>1Y</a:t>
            </a:r>
            <a:r>
              <a:rPr lang="en-US" sz="1800" dirty="0">
                <a:latin typeface="Lucida Sans Typewriter" panose="020B0509030504030204" pitchFamily="49" charset="0"/>
              </a:rPr>
              <a:t> 1 # 1 0 </a:t>
            </a:r>
            <a:r>
              <a:rPr lang="en-US" sz="1800" dirty="0">
                <a:solidFill>
                  <a:srgbClr val="7030A0"/>
                </a:solidFill>
                <a:latin typeface="Lucida Sans Typewriter" panose="020B0509030504030204" pitchFamily="49" charset="0"/>
              </a:rPr>
              <a:t>A11</a:t>
            </a:r>
            <a:r>
              <a:rPr lang="en-US" sz="1800" dirty="0">
                <a:latin typeface="Lucida Sans Typewriter" panose="020B0509030504030204" pitchFamily="49" charset="0"/>
              </a:rPr>
              <a:t> # 1 0 </a:t>
            </a:r>
            <a:r>
              <a:rPr lang="en-US" sz="1800" dirty="0">
                <a:solidFill>
                  <a:srgbClr val="FF0000"/>
                </a:solidFill>
                <a:latin typeface="Lucida Sans Typewriter" panose="020B0509030504030204" pitchFamily="49" charset="0"/>
              </a:rPr>
              <a:t>A</a:t>
            </a:r>
            <a:r>
              <a:rPr lang="en-US" sz="1800" dirty="0">
                <a:latin typeface="Lucida Sans Typewriter" panose="020B0509030504030204" pitchFamily="49" charset="0"/>
              </a:rPr>
              <a:t>  1 # 1 0 </a:t>
            </a:r>
            <a:r>
              <a:rPr lang="en-US" sz="1800" dirty="0">
                <a:solidFill>
                  <a:srgbClr val="FF0000"/>
                </a:solidFill>
                <a:latin typeface="Lucida Sans Typewriter" panose="020B0509030504030204" pitchFamily="49" charset="0"/>
              </a:rPr>
              <a:t>A</a:t>
            </a:r>
            <a:r>
              <a:rPr lang="en-US" sz="1800" dirty="0">
                <a:latin typeface="Lucida Sans Typewriter" panose="020B0509030504030204" pitchFamily="49" charset="0"/>
              </a:rPr>
              <a:t>  # 1 </a:t>
            </a:r>
            <a:r>
              <a:rPr lang="en-US" sz="1800" dirty="0">
                <a:solidFill>
                  <a:srgbClr val="FF0000"/>
                </a:solidFill>
                <a:latin typeface="Lucida Sans Typewriter" panose="020B0509030504030204" pitchFamily="49" charset="0"/>
              </a:rPr>
              <a:t>A</a:t>
            </a:r>
            <a:r>
              <a:rPr lang="en-US" sz="1800" dirty="0">
                <a:latin typeface="Lucida Sans Typewriter" panose="020B0509030504030204" pitchFamily="49" charset="0"/>
              </a:rPr>
              <a:t>  # </a:t>
            </a:r>
            <a:r>
              <a:rPr lang="en-US" sz="1800" dirty="0">
                <a:solidFill>
                  <a:srgbClr val="FF0000"/>
                </a:solidFill>
                <a:latin typeface="Lucida Sans Typewriter" panose="020B0509030504030204" pitchFamily="49" charset="0"/>
              </a:rPr>
              <a:t>A</a:t>
            </a:r>
            <a:r>
              <a:rPr lang="en-US" sz="1800" dirty="0">
                <a:latin typeface="Lucida Sans Typewriter" panose="020B0509030504030204" pitchFamily="49" charset="0"/>
              </a:rPr>
              <a:t>  # #  </a:t>
            </a:r>
            <a:endParaRPr lang="en-US" sz="1800" dirty="0"/>
          </a:p>
          <a:p>
            <a:pPr marL="0" indent="0">
              <a:buNone/>
            </a:pPr>
            <a:endParaRPr lang="lv-LV" dirty="0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49E35A17-C2B9-91F2-054F-051DCBB54BCE}"/>
              </a:ext>
            </a:extLst>
          </p:cNvPr>
          <p:cNvGrpSpPr/>
          <p:nvPr/>
        </p:nvGrpSpPr>
        <p:grpSpPr>
          <a:xfrm>
            <a:off x="4823230" y="74321"/>
            <a:ext cx="7236785" cy="3232734"/>
            <a:chOff x="2796466" y="62602"/>
            <a:chExt cx="7236785" cy="3232734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F23C9E41-5FAD-923A-4E04-E2EDEAA6428F}"/>
                </a:ext>
              </a:extLst>
            </p:cNvPr>
            <p:cNvSpPr/>
            <p:nvPr/>
          </p:nvSpPr>
          <p:spPr>
            <a:xfrm>
              <a:off x="3790765" y="1509204"/>
              <a:ext cx="914400" cy="91440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X</a:t>
              </a: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7E08952A-705E-A79F-0D1D-87FFDE7B3F97}"/>
                </a:ext>
              </a:extLst>
            </p:cNvPr>
            <p:cNvSpPr/>
            <p:nvPr/>
          </p:nvSpPr>
          <p:spPr>
            <a:xfrm>
              <a:off x="6454808" y="1509204"/>
              <a:ext cx="914400" cy="91440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Y</a:t>
              </a:r>
            </a:p>
          </p:txBody>
        </p: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35642D68-645A-62C9-E1F6-2C6FB7A2F0BC}"/>
                </a:ext>
              </a:extLst>
            </p:cNvPr>
            <p:cNvCxnSpPr>
              <a:cxnSpLocks/>
              <a:stCxn id="4" idx="6"/>
              <a:endCxn id="5" idx="2"/>
            </p:cNvCxnSpPr>
            <p:nvPr/>
          </p:nvCxnSpPr>
          <p:spPr>
            <a:xfrm>
              <a:off x="4705165" y="1966404"/>
              <a:ext cx="1749643" cy="0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DBDCB2DE-0A5C-0520-121E-3A4AEDEE08A7}"/>
                </a:ext>
              </a:extLst>
            </p:cNvPr>
            <p:cNvCxnSpPr>
              <a:cxnSpLocks/>
            </p:cNvCxnSpPr>
            <p:nvPr/>
          </p:nvCxnSpPr>
          <p:spPr>
            <a:xfrm>
              <a:off x="2796466" y="1966404"/>
              <a:ext cx="994299" cy="0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DFAEE3A5-181A-5557-72CF-B78170F087E7}"/>
                </a:ext>
              </a:extLst>
            </p:cNvPr>
            <p:cNvSpPr/>
            <p:nvPr/>
          </p:nvSpPr>
          <p:spPr>
            <a:xfrm>
              <a:off x="9118851" y="1509204"/>
              <a:ext cx="914400" cy="91440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A</a:t>
              </a: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4E0E60FA-FB75-F5DD-47E8-C5C14902DDF9}"/>
                </a:ext>
              </a:extLst>
            </p:cNvPr>
            <p:cNvCxnSpPr>
              <a:cxnSpLocks/>
              <a:stCxn id="5" idx="6"/>
              <a:endCxn id="12" idx="2"/>
            </p:cNvCxnSpPr>
            <p:nvPr/>
          </p:nvCxnSpPr>
          <p:spPr>
            <a:xfrm>
              <a:off x="7369208" y="1966404"/>
              <a:ext cx="1749643" cy="0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Arc 16">
              <a:extLst>
                <a:ext uri="{FF2B5EF4-FFF2-40B4-BE49-F238E27FC236}">
                  <a16:creationId xmlns:a16="http://schemas.microsoft.com/office/drawing/2014/main" id="{D0509D38-403D-82BA-3D65-F07070E855D9}"/>
                </a:ext>
              </a:extLst>
            </p:cNvPr>
            <p:cNvSpPr/>
            <p:nvPr/>
          </p:nvSpPr>
          <p:spPr>
            <a:xfrm>
              <a:off x="3790765" y="981615"/>
              <a:ext cx="914400" cy="914400"/>
            </a:xfrm>
            <a:prstGeom prst="arc">
              <a:avLst>
                <a:gd name="adj1" fmla="val 8773538"/>
                <a:gd name="adj2" fmla="val 2076695"/>
              </a:avLst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82D1CA16-249F-5732-F8CB-185F26A3E09A}"/>
                </a:ext>
              </a:extLst>
            </p:cNvPr>
            <p:cNvCxnSpPr>
              <a:cxnSpLocks/>
              <a:stCxn id="5" idx="3"/>
              <a:endCxn id="4" idx="5"/>
            </p:cNvCxnSpPr>
            <p:nvPr/>
          </p:nvCxnSpPr>
          <p:spPr>
            <a:xfrm flipH="1">
              <a:off x="4571254" y="2289693"/>
              <a:ext cx="2017465" cy="0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719EE63F-BDC2-1480-2C2E-5086923C33FC}"/>
                </a:ext>
              </a:extLst>
            </p:cNvPr>
            <p:cNvSpPr txBox="1"/>
            <p:nvPr/>
          </p:nvSpPr>
          <p:spPr>
            <a:xfrm>
              <a:off x="3546491" y="62602"/>
              <a:ext cx="1406154" cy="9541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_ → 0, R</a:t>
              </a:r>
            </a:p>
            <a:p>
              <a:r>
                <a:rPr lang="en-US" sz="2800" dirty="0"/>
                <a:t>0 → 0, R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8B2464F5-420F-B5E6-EEAF-D53AB9DDA1AB}"/>
                </a:ext>
              </a:extLst>
            </p:cNvPr>
            <p:cNvSpPr txBox="1"/>
            <p:nvPr/>
          </p:nvSpPr>
          <p:spPr>
            <a:xfrm>
              <a:off x="4876909" y="1429078"/>
              <a:ext cx="140615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1 → 1, R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9D3EA813-0682-1ABA-4BD4-26AF87E39612}"/>
                </a:ext>
              </a:extLst>
            </p:cNvPr>
            <p:cNvSpPr txBox="1"/>
            <p:nvPr/>
          </p:nvSpPr>
          <p:spPr>
            <a:xfrm>
              <a:off x="7540952" y="1431475"/>
              <a:ext cx="136127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1 → 1, L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453776AB-6EE9-DA1C-F65D-933D2BABE277}"/>
                </a:ext>
              </a:extLst>
            </p:cNvPr>
            <p:cNvSpPr txBox="1"/>
            <p:nvPr/>
          </p:nvSpPr>
          <p:spPr>
            <a:xfrm>
              <a:off x="4876909" y="2341229"/>
              <a:ext cx="1406154" cy="9541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_ → 0, R</a:t>
              </a:r>
            </a:p>
            <a:p>
              <a:r>
                <a:rPr lang="en-US" sz="2800" dirty="0"/>
                <a:t>0 → 0, R</a:t>
              </a:r>
            </a:p>
          </p:txBody>
        </p: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833F1C0B-53D2-40E9-8A6A-6F8D5B4C6136}"/>
              </a:ext>
            </a:extLst>
          </p:cNvPr>
          <p:cNvSpPr txBox="1"/>
          <p:nvPr/>
        </p:nvSpPr>
        <p:spPr>
          <a:xfrm>
            <a:off x="154355" y="3513600"/>
            <a:ext cx="1222624" cy="62670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none" lIns="72000" tIns="54000" rIns="72000" bIns="1800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#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#X1011#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Lucida Sans Typewriter" panose="020B0509030504030204" pitchFamily="49" charset="0"/>
              <a:ea typeface="+mn-ea"/>
              <a:cs typeface="+mn-cs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948EC3C-9D0C-49DC-A751-3B0B21478527}"/>
              </a:ext>
            </a:extLst>
          </p:cNvPr>
          <p:cNvSpPr txBox="1"/>
          <p:nvPr/>
        </p:nvSpPr>
        <p:spPr>
          <a:xfrm>
            <a:off x="1531334" y="3513600"/>
            <a:ext cx="453183" cy="62670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none" lIns="72000" tIns="54000" rIns="72000" bIns="1800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X_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0X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Lucida Sans Typewriter" panose="020B0509030504030204" pitchFamily="49" charset="0"/>
              <a:ea typeface="+mn-ea"/>
              <a:cs typeface="+mn-cs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12CDD81-01DF-4B88-93AD-35B4CE1BCFB8}"/>
              </a:ext>
            </a:extLst>
          </p:cNvPr>
          <p:cNvSpPr txBox="1"/>
          <p:nvPr/>
        </p:nvSpPr>
        <p:spPr>
          <a:xfrm>
            <a:off x="2138872" y="3513600"/>
            <a:ext cx="453183" cy="62670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none" lIns="72000" tIns="54000" rIns="72000" bIns="1800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X0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0X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Lucida Sans Typewriter" panose="020B0509030504030204" pitchFamily="49" charset="0"/>
              <a:ea typeface="+mn-ea"/>
              <a:cs typeface="+mn-cs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F8B5764-9B96-4908-B382-D7B328B59767}"/>
              </a:ext>
            </a:extLst>
          </p:cNvPr>
          <p:cNvSpPr txBox="1"/>
          <p:nvPr/>
        </p:nvSpPr>
        <p:spPr>
          <a:xfrm>
            <a:off x="2746410" y="3513600"/>
            <a:ext cx="453183" cy="62670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none" lIns="72000" tIns="54000" rIns="72000" bIns="1800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X1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1Y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8000"/>
              </a:solidFill>
              <a:effectLst/>
              <a:uLnTx/>
              <a:uFillTx/>
              <a:latin typeface="Lucida Sans Typewriter" panose="020B0509030504030204" pitchFamily="49" charset="0"/>
              <a:ea typeface="+mn-ea"/>
              <a:cs typeface="+mn-cs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F12496D-9246-4503-9C72-7EDDF6C5F78E}"/>
              </a:ext>
            </a:extLst>
          </p:cNvPr>
          <p:cNvSpPr txBox="1"/>
          <p:nvPr/>
        </p:nvSpPr>
        <p:spPr>
          <a:xfrm>
            <a:off x="3353948" y="3513600"/>
            <a:ext cx="453183" cy="62670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none" lIns="72000" tIns="54000" rIns="72000" bIns="1800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Y_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0X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Lucida Sans Typewriter" panose="020B0509030504030204" pitchFamily="49" charset="0"/>
              <a:ea typeface="+mn-ea"/>
              <a:cs typeface="+mn-cs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0003B7F-50FF-42FE-8231-A83A39608123}"/>
              </a:ext>
            </a:extLst>
          </p:cNvPr>
          <p:cNvSpPr txBox="1"/>
          <p:nvPr/>
        </p:nvSpPr>
        <p:spPr>
          <a:xfrm>
            <a:off x="3961486" y="3513600"/>
            <a:ext cx="453183" cy="62670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none" lIns="72000" tIns="54000" rIns="72000" bIns="1800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80600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Y0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80600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80600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0X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806000"/>
              </a:solidFill>
              <a:effectLst/>
              <a:uLnTx/>
              <a:uFillTx/>
              <a:latin typeface="Lucida Sans Typewriter" panose="020B0509030504030204" pitchFamily="49" charset="0"/>
              <a:ea typeface="+mn-ea"/>
              <a:cs typeface="+mn-cs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D8A957C-5E75-491F-A717-DB6DC3BDBD3D}"/>
              </a:ext>
            </a:extLst>
          </p:cNvPr>
          <p:cNvSpPr txBox="1"/>
          <p:nvPr/>
        </p:nvSpPr>
        <p:spPr>
          <a:xfrm>
            <a:off x="4569024" y="3513600"/>
            <a:ext cx="607071" cy="62670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none" lIns="72000" tIns="54000" rIns="72000" bIns="1800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1Y1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A11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Lucida Sans Typewriter" panose="020B0509030504030204" pitchFamily="49" charset="0"/>
              <a:ea typeface="+mn-ea"/>
              <a:cs typeface="+mn-cs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06651CC-E9F8-45DD-9F5C-73C1BFBB37B8}"/>
              </a:ext>
            </a:extLst>
          </p:cNvPr>
          <p:cNvSpPr txBox="1"/>
          <p:nvPr/>
        </p:nvSpPr>
        <p:spPr>
          <a:xfrm>
            <a:off x="5331820" y="3513600"/>
            <a:ext cx="299295" cy="62670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none" lIns="72000" tIns="54000" rIns="72000" bIns="1800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_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_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Lucida Sans Typewriter" panose="020B0509030504030204" pitchFamily="49" charset="0"/>
              <a:ea typeface="+mn-ea"/>
              <a:cs typeface="+mn-cs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C7E0FC2-F6AA-4EFD-B5F7-D6A3AFD0467E}"/>
              </a:ext>
            </a:extLst>
          </p:cNvPr>
          <p:cNvSpPr txBox="1"/>
          <p:nvPr/>
        </p:nvSpPr>
        <p:spPr>
          <a:xfrm>
            <a:off x="5784100" y="3513600"/>
            <a:ext cx="299295" cy="62670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none" lIns="72000" tIns="54000" rIns="72000" bIns="1800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0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0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Lucida Sans Typewriter" panose="020B0509030504030204" pitchFamily="49" charset="0"/>
              <a:ea typeface="+mn-ea"/>
              <a:cs typeface="+mn-cs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B82BF55-9522-4336-AC53-9E25CF82E993}"/>
              </a:ext>
            </a:extLst>
          </p:cNvPr>
          <p:cNvSpPr txBox="1"/>
          <p:nvPr/>
        </p:nvSpPr>
        <p:spPr>
          <a:xfrm>
            <a:off x="6236380" y="3513600"/>
            <a:ext cx="299295" cy="62670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none" lIns="72000" tIns="54000" rIns="72000" bIns="1800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1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1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Lucida Sans Typewriter" panose="020B0509030504030204" pitchFamily="49" charset="0"/>
              <a:ea typeface="+mn-ea"/>
              <a:cs typeface="+mn-cs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F99016B-E921-407E-8A9E-3228CD741A30}"/>
              </a:ext>
            </a:extLst>
          </p:cNvPr>
          <p:cNvSpPr txBox="1"/>
          <p:nvPr/>
        </p:nvSpPr>
        <p:spPr>
          <a:xfrm>
            <a:off x="6688660" y="3513600"/>
            <a:ext cx="299295" cy="62670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none" lIns="72000" tIns="54000" rIns="72000" bIns="1800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#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#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Lucida Sans Typewriter" panose="020B0509030504030204" pitchFamily="49" charset="0"/>
              <a:ea typeface="+mn-ea"/>
              <a:cs typeface="+mn-cs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E426303-03B0-4401-96A0-B1A83BD6A71A}"/>
              </a:ext>
            </a:extLst>
          </p:cNvPr>
          <p:cNvSpPr txBox="1"/>
          <p:nvPr/>
        </p:nvSpPr>
        <p:spPr>
          <a:xfrm>
            <a:off x="7140940" y="3513600"/>
            <a:ext cx="453183" cy="62670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none" lIns="72000" tIns="54000" rIns="72000" bIns="1800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#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_#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Lucida Sans Typewriter" panose="020B0509030504030204" pitchFamily="49" charset="0"/>
              <a:ea typeface="+mn-ea"/>
              <a:cs typeface="+mn-cs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672E2E1-D202-4DAC-AD16-05D27C84FDA2}"/>
              </a:ext>
            </a:extLst>
          </p:cNvPr>
          <p:cNvSpPr txBox="1"/>
          <p:nvPr/>
        </p:nvSpPr>
        <p:spPr>
          <a:xfrm>
            <a:off x="7746205" y="3513600"/>
            <a:ext cx="453183" cy="62670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none" lIns="72000" tIns="54000" rIns="72000" bIns="1800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_A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A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Lucida Sans Typewriter" panose="020B0509030504030204" pitchFamily="49" charset="0"/>
              <a:ea typeface="+mn-ea"/>
              <a:cs typeface="+mn-cs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80C7F6C-13C6-45B2-B0D5-A228263205BB}"/>
              </a:ext>
            </a:extLst>
          </p:cNvPr>
          <p:cNvSpPr txBox="1"/>
          <p:nvPr/>
        </p:nvSpPr>
        <p:spPr>
          <a:xfrm>
            <a:off x="8351470" y="3513600"/>
            <a:ext cx="453183" cy="62670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none" lIns="72000" tIns="54000" rIns="72000" bIns="1800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A_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A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Lucida Sans Typewriter" panose="020B0509030504030204" pitchFamily="49" charset="0"/>
              <a:ea typeface="+mn-ea"/>
              <a:cs typeface="+mn-cs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A930151-15D8-4EE9-ABA1-EE9AA45A231E}"/>
              </a:ext>
            </a:extLst>
          </p:cNvPr>
          <p:cNvSpPr txBox="1"/>
          <p:nvPr/>
        </p:nvSpPr>
        <p:spPr>
          <a:xfrm>
            <a:off x="8956735" y="3513600"/>
            <a:ext cx="453183" cy="62670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none" lIns="72000" tIns="54000" rIns="72000" bIns="1800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0A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A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Lucida Sans Typewriter" panose="020B0509030504030204" pitchFamily="49" charset="0"/>
              <a:ea typeface="+mn-ea"/>
              <a:cs typeface="+mn-cs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DA1DAD4-E538-40B6-8ABD-4559E3E32F77}"/>
              </a:ext>
            </a:extLst>
          </p:cNvPr>
          <p:cNvSpPr txBox="1"/>
          <p:nvPr/>
        </p:nvSpPr>
        <p:spPr>
          <a:xfrm>
            <a:off x="9565917" y="3513600"/>
            <a:ext cx="453183" cy="62670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none" lIns="72000" tIns="54000" rIns="72000" bIns="1800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A0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A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Lucida Sans Typewriter" panose="020B0509030504030204" pitchFamily="49" charset="0"/>
              <a:ea typeface="+mn-ea"/>
              <a:cs typeface="+mn-cs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509E024-091E-452B-83DD-FF27E619DB4B}"/>
              </a:ext>
            </a:extLst>
          </p:cNvPr>
          <p:cNvSpPr txBox="1"/>
          <p:nvPr/>
        </p:nvSpPr>
        <p:spPr>
          <a:xfrm>
            <a:off x="10174551" y="3513600"/>
            <a:ext cx="453183" cy="62670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none" lIns="72000" tIns="54000" rIns="72000" bIns="1800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1A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A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Lucida Sans Typewriter" panose="020B0509030504030204" pitchFamily="49" charset="0"/>
              <a:ea typeface="+mn-ea"/>
              <a:cs typeface="+mn-cs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55CF2E0-086A-4BAB-AC0D-D9F5F92DEF92}"/>
              </a:ext>
            </a:extLst>
          </p:cNvPr>
          <p:cNvSpPr txBox="1"/>
          <p:nvPr/>
        </p:nvSpPr>
        <p:spPr>
          <a:xfrm>
            <a:off x="10779816" y="3513600"/>
            <a:ext cx="453183" cy="62670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none" lIns="72000" tIns="54000" rIns="72000" bIns="1800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A1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A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Lucida Sans Typewriter" panose="020B0509030504030204" pitchFamily="49" charset="0"/>
              <a:ea typeface="+mn-ea"/>
              <a:cs typeface="+mn-cs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E040C84-5AA3-466D-8129-32644A7F8252}"/>
              </a:ext>
            </a:extLst>
          </p:cNvPr>
          <p:cNvSpPr txBox="1"/>
          <p:nvPr/>
        </p:nvSpPr>
        <p:spPr>
          <a:xfrm>
            <a:off x="11388257" y="3513600"/>
            <a:ext cx="607071" cy="62670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none" lIns="72000" tIns="54000" rIns="72000" bIns="1800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A##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#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Lucida Sans Typewriter" panose="020B0509030504030204" pitchFamily="49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3214092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  <a:endParaRPr lang="lv-LV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3537700"/>
            <a:ext cx="12192001" cy="2976222"/>
          </a:xfrm>
        </p:spPr>
        <p:txBody>
          <a:bodyPr wrap="none" lIns="36000" tIns="36000" rIns="36000" bIns="36000">
            <a:normAutofit/>
          </a:bodyPr>
          <a:lstStyle/>
          <a:p>
            <a:pPr marL="0" indent="0" algn="ctr">
              <a:buNone/>
            </a:pPr>
            <a:br>
              <a:rPr lang="en-US" sz="2000" dirty="0">
                <a:solidFill>
                  <a:srgbClr val="0070C0"/>
                </a:solidFill>
                <a:latin typeface="Fixed"/>
              </a:rPr>
            </a:br>
            <a:endParaRPr lang="en-US" sz="2000" dirty="0">
              <a:solidFill>
                <a:srgbClr val="0070C0"/>
              </a:solidFill>
              <a:latin typeface="Lucida Sans Typewriter" panose="020B0509030504030204" pitchFamily="49" charset="0"/>
            </a:endParaRPr>
          </a:p>
          <a:p>
            <a:pPr marL="0" indent="0" algn="ctr">
              <a:buNone/>
            </a:pPr>
            <a:r>
              <a:rPr lang="en-US" sz="1800" dirty="0">
                <a:latin typeface="Lucida Sans Typewriter" panose="020B0509030504030204" pitchFamily="49" charset="0"/>
              </a:rPr>
              <a:t># </a:t>
            </a:r>
            <a:r>
              <a:rPr lang="en-US" sz="1800" dirty="0">
                <a:solidFill>
                  <a:srgbClr val="008000"/>
                </a:solidFill>
                <a:latin typeface="Lucida Sans Typewriter" panose="020B0509030504030204" pitchFamily="49" charset="0"/>
              </a:rPr>
              <a:t>X1</a:t>
            </a:r>
            <a:r>
              <a:rPr lang="en-US" sz="1800" dirty="0">
                <a:latin typeface="Lucida Sans Typewriter" panose="020B0509030504030204" pitchFamily="49" charset="0"/>
              </a:rPr>
              <a:t> 0 1 1 # 1 </a:t>
            </a:r>
            <a:r>
              <a:rPr lang="en-US" sz="1800" dirty="0">
                <a:solidFill>
                  <a:srgbClr val="806000"/>
                </a:solidFill>
                <a:latin typeface="Lucida Sans Typewriter" panose="020B0509030504030204" pitchFamily="49" charset="0"/>
              </a:rPr>
              <a:t>Y0</a:t>
            </a:r>
            <a:r>
              <a:rPr lang="en-US" sz="1800" dirty="0">
                <a:latin typeface="Lucida Sans Typewriter" panose="020B0509030504030204" pitchFamily="49" charset="0"/>
              </a:rPr>
              <a:t> 1 1 # 1 0 </a:t>
            </a:r>
            <a:r>
              <a:rPr lang="en-US" sz="1800" dirty="0">
                <a:solidFill>
                  <a:srgbClr val="008000"/>
                </a:solidFill>
                <a:latin typeface="Lucida Sans Typewriter" panose="020B0509030504030204" pitchFamily="49" charset="0"/>
              </a:rPr>
              <a:t>X1</a:t>
            </a:r>
            <a:r>
              <a:rPr lang="en-US" sz="1800" dirty="0">
                <a:latin typeface="Lucida Sans Typewriter" panose="020B0509030504030204" pitchFamily="49" charset="0"/>
              </a:rPr>
              <a:t> 1 # 1 0 </a:t>
            </a:r>
            <a:r>
              <a:rPr lang="en-US" sz="1800" dirty="0">
                <a:solidFill>
                  <a:srgbClr val="7030A0"/>
                </a:solidFill>
                <a:latin typeface="Lucida Sans Typewriter" panose="020B0509030504030204" pitchFamily="49" charset="0"/>
              </a:rPr>
              <a:t>1Y1 </a:t>
            </a:r>
            <a:r>
              <a:rPr lang="en-US" sz="1800" dirty="0">
                <a:latin typeface="Lucida Sans Typewriter" panose="020B0509030504030204" pitchFamily="49" charset="0"/>
              </a:rPr>
              <a:t> # 1 0 </a:t>
            </a:r>
            <a:r>
              <a:rPr lang="en-US" sz="1800" dirty="0">
                <a:solidFill>
                  <a:srgbClr val="FF0000"/>
                </a:solidFill>
                <a:latin typeface="Lucida Sans Typewriter" panose="020B0509030504030204" pitchFamily="49" charset="0"/>
              </a:rPr>
              <a:t>A1</a:t>
            </a:r>
            <a:r>
              <a:rPr lang="en-US" sz="1800" dirty="0">
                <a:latin typeface="Lucida Sans Typewriter" panose="020B0509030504030204" pitchFamily="49" charset="0"/>
              </a:rPr>
              <a:t> 1 # 1 0 </a:t>
            </a:r>
            <a:r>
              <a:rPr lang="en-US" sz="1800" dirty="0">
                <a:solidFill>
                  <a:srgbClr val="FF0000"/>
                </a:solidFill>
                <a:latin typeface="Lucida Sans Typewriter" panose="020B0509030504030204" pitchFamily="49" charset="0"/>
              </a:rPr>
              <a:t>A1</a:t>
            </a:r>
            <a:r>
              <a:rPr lang="en-US" sz="1800" dirty="0">
                <a:latin typeface="Lucida Sans Typewriter" panose="020B0509030504030204" pitchFamily="49" charset="0"/>
              </a:rPr>
              <a:t>  # 1 </a:t>
            </a:r>
            <a:r>
              <a:rPr lang="en-US" sz="1800" dirty="0">
                <a:solidFill>
                  <a:srgbClr val="FF0000"/>
                </a:solidFill>
                <a:latin typeface="Lucida Sans Typewriter" panose="020B0509030504030204" pitchFamily="49" charset="0"/>
              </a:rPr>
              <a:t>0A</a:t>
            </a:r>
            <a:r>
              <a:rPr lang="en-US" sz="1800" dirty="0">
                <a:latin typeface="Lucida Sans Typewriter" panose="020B0509030504030204" pitchFamily="49" charset="0"/>
              </a:rPr>
              <a:t>  # </a:t>
            </a:r>
            <a:r>
              <a:rPr lang="en-US" sz="1800" dirty="0">
                <a:solidFill>
                  <a:srgbClr val="FF0000"/>
                </a:solidFill>
                <a:latin typeface="Lucida Sans Typewriter" panose="020B0509030504030204" pitchFamily="49" charset="0"/>
              </a:rPr>
              <a:t>1A</a:t>
            </a:r>
            <a:r>
              <a:rPr lang="en-US" sz="1800" dirty="0">
                <a:latin typeface="Lucida Sans Typewriter" panose="020B0509030504030204" pitchFamily="49" charset="0"/>
              </a:rPr>
              <a:t>  # A##  </a:t>
            </a:r>
            <a:br>
              <a:rPr lang="en-US" sz="1800" dirty="0">
                <a:latin typeface="Lucida Sans Typewriter" panose="020B0509030504030204" pitchFamily="49" charset="0"/>
              </a:rPr>
            </a:br>
            <a:r>
              <a:rPr lang="en-US" sz="1800" dirty="0">
                <a:latin typeface="Lucida Sans Typewriter" panose="020B0509030504030204" pitchFamily="49" charset="0"/>
              </a:rPr>
              <a:t>#X1011#      </a:t>
            </a:r>
            <a:r>
              <a:rPr lang="en-US" sz="1800" dirty="0">
                <a:solidFill>
                  <a:srgbClr val="008000"/>
                </a:solidFill>
                <a:latin typeface="Lucida Sans Typewriter" panose="020B0509030504030204" pitchFamily="49" charset="0"/>
              </a:rPr>
              <a:t>1Y</a:t>
            </a:r>
            <a:r>
              <a:rPr lang="en-US" sz="1800" dirty="0">
                <a:latin typeface="Lucida Sans Typewriter" panose="020B0509030504030204" pitchFamily="49" charset="0"/>
              </a:rPr>
              <a:t> 0 1 1 # 1 </a:t>
            </a:r>
            <a:r>
              <a:rPr lang="en-US" sz="1800" dirty="0">
                <a:solidFill>
                  <a:srgbClr val="806000"/>
                </a:solidFill>
                <a:latin typeface="Lucida Sans Typewriter" panose="020B0509030504030204" pitchFamily="49" charset="0"/>
              </a:rPr>
              <a:t>0X</a:t>
            </a:r>
            <a:r>
              <a:rPr lang="en-US" sz="1800" dirty="0">
                <a:latin typeface="Lucida Sans Typewriter" panose="020B0509030504030204" pitchFamily="49" charset="0"/>
              </a:rPr>
              <a:t> 1 1 # 1 0 </a:t>
            </a:r>
            <a:r>
              <a:rPr lang="en-US" sz="1800" dirty="0">
                <a:solidFill>
                  <a:srgbClr val="008000"/>
                </a:solidFill>
                <a:latin typeface="Lucida Sans Typewriter" panose="020B0509030504030204" pitchFamily="49" charset="0"/>
              </a:rPr>
              <a:t>1Y</a:t>
            </a:r>
            <a:r>
              <a:rPr lang="en-US" sz="1800" dirty="0">
                <a:latin typeface="Lucida Sans Typewriter" panose="020B0509030504030204" pitchFamily="49" charset="0"/>
              </a:rPr>
              <a:t> 1 # 1 0 </a:t>
            </a:r>
            <a:r>
              <a:rPr lang="en-US" sz="1800" dirty="0">
                <a:solidFill>
                  <a:srgbClr val="7030A0"/>
                </a:solidFill>
                <a:latin typeface="Lucida Sans Typewriter" panose="020B0509030504030204" pitchFamily="49" charset="0"/>
              </a:rPr>
              <a:t>A11</a:t>
            </a:r>
            <a:r>
              <a:rPr lang="en-US" sz="1800" dirty="0">
                <a:latin typeface="Lucida Sans Typewriter" panose="020B0509030504030204" pitchFamily="49" charset="0"/>
              </a:rPr>
              <a:t>  # 1 0 </a:t>
            </a:r>
            <a:r>
              <a:rPr lang="en-US" sz="1800" dirty="0">
                <a:solidFill>
                  <a:srgbClr val="FF0000"/>
                </a:solidFill>
                <a:latin typeface="Lucida Sans Typewriter" panose="020B0509030504030204" pitchFamily="49" charset="0"/>
              </a:rPr>
              <a:t>A</a:t>
            </a:r>
            <a:r>
              <a:rPr lang="en-US" sz="1800" dirty="0">
                <a:latin typeface="Lucida Sans Typewriter" panose="020B0509030504030204" pitchFamily="49" charset="0"/>
              </a:rPr>
              <a:t> 1 # 1 0 </a:t>
            </a:r>
            <a:r>
              <a:rPr lang="en-US" sz="1800" dirty="0">
                <a:solidFill>
                  <a:srgbClr val="FF0000"/>
                </a:solidFill>
                <a:latin typeface="Lucida Sans Typewriter" panose="020B0509030504030204" pitchFamily="49" charset="0"/>
              </a:rPr>
              <a:t>A</a:t>
            </a:r>
            <a:r>
              <a:rPr lang="en-US" sz="1800" dirty="0">
                <a:latin typeface="Lucida Sans Typewriter" panose="020B0509030504030204" pitchFamily="49" charset="0"/>
              </a:rPr>
              <a:t> # 1 </a:t>
            </a:r>
            <a:r>
              <a:rPr lang="en-US" sz="1800" dirty="0">
                <a:solidFill>
                  <a:srgbClr val="FF0000"/>
                </a:solidFill>
                <a:latin typeface="Lucida Sans Typewriter" panose="020B0509030504030204" pitchFamily="49" charset="0"/>
              </a:rPr>
              <a:t>A</a:t>
            </a:r>
            <a:r>
              <a:rPr lang="en-US" sz="1800" dirty="0">
                <a:latin typeface="Lucida Sans Typewriter" panose="020B0509030504030204" pitchFamily="49" charset="0"/>
              </a:rPr>
              <a:t> # </a:t>
            </a:r>
            <a:r>
              <a:rPr lang="en-US" sz="1800" dirty="0">
                <a:solidFill>
                  <a:srgbClr val="FF0000"/>
                </a:solidFill>
                <a:latin typeface="Lucida Sans Typewriter" panose="020B0509030504030204" pitchFamily="49" charset="0"/>
              </a:rPr>
              <a:t>A</a:t>
            </a:r>
            <a:r>
              <a:rPr lang="en-US" sz="1800" dirty="0">
                <a:latin typeface="Lucida Sans Typewriter" panose="020B0509030504030204" pitchFamily="49" charset="0"/>
              </a:rPr>
              <a:t> # #</a:t>
            </a:r>
            <a:endParaRPr lang="en-US" sz="1800" dirty="0"/>
          </a:p>
          <a:p>
            <a:pPr marL="0" indent="0">
              <a:buNone/>
            </a:pPr>
            <a:endParaRPr lang="lv-LV" dirty="0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49E35A17-C2B9-91F2-054F-051DCBB54BCE}"/>
              </a:ext>
            </a:extLst>
          </p:cNvPr>
          <p:cNvGrpSpPr/>
          <p:nvPr/>
        </p:nvGrpSpPr>
        <p:grpSpPr>
          <a:xfrm>
            <a:off x="4823230" y="74321"/>
            <a:ext cx="7236785" cy="3232734"/>
            <a:chOff x="2796466" y="62602"/>
            <a:chExt cx="7236785" cy="3232734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F23C9E41-5FAD-923A-4E04-E2EDEAA6428F}"/>
                </a:ext>
              </a:extLst>
            </p:cNvPr>
            <p:cNvSpPr/>
            <p:nvPr/>
          </p:nvSpPr>
          <p:spPr>
            <a:xfrm>
              <a:off x="3790765" y="1509204"/>
              <a:ext cx="914400" cy="91440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X</a:t>
              </a: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7E08952A-705E-A79F-0D1D-87FFDE7B3F97}"/>
                </a:ext>
              </a:extLst>
            </p:cNvPr>
            <p:cNvSpPr/>
            <p:nvPr/>
          </p:nvSpPr>
          <p:spPr>
            <a:xfrm>
              <a:off x="6454808" y="1509204"/>
              <a:ext cx="914400" cy="91440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Y</a:t>
              </a:r>
            </a:p>
          </p:txBody>
        </p: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35642D68-645A-62C9-E1F6-2C6FB7A2F0BC}"/>
                </a:ext>
              </a:extLst>
            </p:cNvPr>
            <p:cNvCxnSpPr>
              <a:cxnSpLocks/>
              <a:stCxn id="4" idx="6"/>
              <a:endCxn id="5" idx="2"/>
            </p:cNvCxnSpPr>
            <p:nvPr/>
          </p:nvCxnSpPr>
          <p:spPr>
            <a:xfrm>
              <a:off x="4705165" y="1966404"/>
              <a:ext cx="1749643" cy="0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DBDCB2DE-0A5C-0520-121E-3A4AEDEE08A7}"/>
                </a:ext>
              </a:extLst>
            </p:cNvPr>
            <p:cNvCxnSpPr>
              <a:cxnSpLocks/>
            </p:cNvCxnSpPr>
            <p:nvPr/>
          </p:nvCxnSpPr>
          <p:spPr>
            <a:xfrm>
              <a:off x="2796466" y="1966404"/>
              <a:ext cx="994299" cy="0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DFAEE3A5-181A-5557-72CF-B78170F087E7}"/>
                </a:ext>
              </a:extLst>
            </p:cNvPr>
            <p:cNvSpPr/>
            <p:nvPr/>
          </p:nvSpPr>
          <p:spPr>
            <a:xfrm>
              <a:off x="9118851" y="1509204"/>
              <a:ext cx="914400" cy="91440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A</a:t>
              </a: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4E0E60FA-FB75-F5DD-47E8-C5C14902DDF9}"/>
                </a:ext>
              </a:extLst>
            </p:cNvPr>
            <p:cNvCxnSpPr>
              <a:cxnSpLocks/>
              <a:stCxn id="5" idx="6"/>
              <a:endCxn id="12" idx="2"/>
            </p:cNvCxnSpPr>
            <p:nvPr/>
          </p:nvCxnSpPr>
          <p:spPr>
            <a:xfrm>
              <a:off x="7369208" y="1966404"/>
              <a:ext cx="1749643" cy="0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Arc 16">
              <a:extLst>
                <a:ext uri="{FF2B5EF4-FFF2-40B4-BE49-F238E27FC236}">
                  <a16:creationId xmlns:a16="http://schemas.microsoft.com/office/drawing/2014/main" id="{D0509D38-403D-82BA-3D65-F07070E855D9}"/>
                </a:ext>
              </a:extLst>
            </p:cNvPr>
            <p:cNvSpPr/>
            <p:nvPr/>
          </p:nvSpPr>
          <p:spPr>
            <a:xfrm>
              <a:off x="3790765" y="981615"/>
              <a:ext cx="914400" cy="914400"/>
            </a:xfrm>
            <a:prstGeom prst="arc">
              <a:avLst>
                <a:gd name="adj1" fmla="val 8773538"/>
                <a:gd name="adj2" fmla="val 2076695"/>
              </a:avLst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82D1CA16-249F-5732-F8CB-185F26A3E09A}"/>
                </a:ext>
              </a:extLst>
            </p:cNvPr>
            <p:cNvCxnSpPr>
              <a:cxnSpLocks/>
              <a:stCxn id="5" idx="3"/>
              <a:endCxn id="4" idx="5"/>
            </p:cNvCxnSpPr>
            <p:nvPr/>
          </p:nvCxnSpPr>
          <p:spPr>
            <a:xfrm flipH="1">
              <a:off x="4571254" y="2289693"/>
              <a:ext cx="2017465" cy="0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719EE63F-BDC2-1480-2C2E-5086923C33FC}"/>
                </a:ext>
              </a:extLst>
            </p:cNvPr>
            <p:cNvSpPr txBox="1"/>
            <p:nvPr/>
          </p:nvSpPr>
          <p:spPr>
            <a:xfrm>
              <a:off x="3546491" y="62602"/>
              <a:ext cx="1406154" cy="9541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_ → 0, R</a:t>
              </a:r>
            </a:p>
            <a:p>
              <a:r>
                <a:rPr lang="en-US" sz="2800" dirty="0"/>
                <a:t>0 → 0, R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8B2464F5-420F-B5E6-EEAF-D53AB9DDA1AB}"/>
                </a:ext>
              </a:extLst>
            </p:cNvPr>
            <p:cNvSpPr txBox="1"/>
            <p:nvPr/>
          </p:nvSpPr>
          <p:spPr>
            <a:xfrm>
              <a:off x="4876909" y="1429078"/>
              <a:ext cx="140615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1 → 1, R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9D3EA813-0682-1ABA-4BD4-26AF87E39612}"/>
                </a:ext>
              </a:extLst>
            </p:cNvPr>
            <p:cNvSpPr txBox="1"/>
            <p:nvPr/>
          </p:nvSpPr>
          <p:spPr>
            <a:xfrm>
              <a:off x="7540952" y="1431475"/>
              <a:ext cx="136127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1 → 1, L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453776AB-6EE9-DA1C-F65D-933D2BABE277}"/>
                </a:ext>
              </a:extLst>
            </p:cNvPr>
            <p:cNvSpPr txBox="1"/>
            <p:nvPr/>
          </p:nvSpPr>
          <p:spPr>
            <a:xfrm>
              <a:off x="4876909" y="2341229"/>
              <a:ext cx="1406154" cy="9541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_ → 0, R</a:t>
              </a:r>
            </a:p>
            <a:p>
              <a:r>
                <a:rPr lang="en-US" sz="2800" dirty="0"/>
                <a:t>0 → 0, R</a:t>
              </a:r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276D1EEC-3184-4352-B21C-EEA20402D19A}"/>
              </a:ext>
            </a:extLst>
          </p:cNvPr>
          <p:cNvSpPr txBox="1"/>
          <p:nvPr/>
        </p:nvSpPr>
        <p:spPr>
          <a:xfrm>
            <a:off x="154355" y="3513600"/>
            <a:ext cx="1222624" cy="62670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none" lIns="72000" tIns="54000" rIns="72000" bIns="1800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#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#X1011#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Lucida Sans Typewriter" panose="020B0509030504030204" pitchFamily="49" charset="0"/>
              <a:ea typeface="+mn-ea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0C488ED-BB0F-4014-87FA-4B70664AFF22}"/>
              </a:ext>
            </a:extLst>
          </p:cNvPr>
          <p:cNvSpPr txBox="1"/>
          <p:nvPr/>
        </p:nvSpPr>
        <p:spPr>
          <a:xfrm>
            <a:off x="1531334" y="3513600"/>
            <a:ext cx="453183" cy="62670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none" lIns="72000" tIns="54000" rIns="72000" bIns="1800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X_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0X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Lucida Sans Typewriter" panose="020B0509030504030204" pitchFamily="49" charset="0"/>
              <a:ea typeface="+mn-ea"/>
              <a:cs typeface="+mn-cs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6A3EFD6-9ED3-483E-9FE9-BC773676FD4D}"/>
              </a:ext>
            </a:extLst>
          </p:cNvPr>
          <p:cNvSpPr txBox="1"/>
          <p:nvPr/>
        </p:nvSpPr>
        <p:spPr>
          <a:xfrm>
            <a:off x="2138872" y="3513600"/>
            <a:ext cx="453183" cy="62670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none" lIns="72000" tIns="54000" rIns="72000" bIns="1800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X0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0X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Lucida Sans Typewriter" panose="020B0509030504030204" pitchFamily="49" charset="0"/>
              <a:ea typeface="+mn-ea"/>
              <a:cs typeface="+mn-cs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AEB796D-B91B-4623-8ADF-D89D41BF2752}"/>
              </a:ext>
            </a:extLst>
          </p:cNvPr>
          <p:cNvSpPr txBox="1"/>
          <p:nvPr/>
        </p:nvSpPr>
        <p:spPr>
          <a:xfrm>
            <a:off x="2746410" y="3513600"/>
            <a:ext cx="453183" cy="62670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none" lIns="72000" tIns="54000" rIns="72000" bIns="1800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X1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1Y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8000"/>
              </a:solidFill>
              <a:effectLst/>
              <a:uLnTx/>
              <a:uFillTx/>
              <a:latin typeface="Lucida Sans Typewriter" panose="020B0509030504030204" pitchFamily="49" charset="0"/>
              <a:ea typeface="+mn-ea"/>
              <a:cs typeface="+mn-cs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DE86F82-334F-4B7B-9E7C-F1489496E4F1}"/>
              </a:ext>
            </a:extLst>
          </p:cNvPr>
          <p:cNvSpPr txBox="1"/>
          <p:nvPr/>
        </p:nvSpPr>
        <p:spPr>
          <a:xfrm>
            <a:off x="3353948" y="3513600"/>
            <a:ext cx="453183" cy="62670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none" lIns="72000" tIns="54000" rIns="72000" bIns="1800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Y_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0X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Lucida Sans Typewriter" panose="020B0509030504030204" pitchFamily="49" charset="0"/>
              <a:ea typeface="+mn-ea"/>
              <a:cs typeface="+mn-cs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789C679-D57A-4136-B8E5-2A8954F81E21}"/>
              </a:ext>
            </a:extLst>
          </p:cNvPr>
          <p:cNvSpPr txBox="1"/>
          <p:nvPr/>
        </p:nvSpPr>
        <p:spPr>
          <a:xfrm>
            <a:off x="3961486" y="3513600"/>
            <a:ext cx="453183" cy="62670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none" lIns="72000" tIns="54000" rIns="72000" bIns="1800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80600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Y0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80600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80600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0X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806000"/>
              </a:solidFill>
              <a:effectLst/>
              <a:uLnTx/>
              <a:uFillTx/>
              <a:latin typeface="Lucida Sans Typewriter" panose="020B0509030504030204" pitchFamily="49" charset="0"/>
              <a:ea typeface="+mn-ea"/>
              <a:cs typeface="+mn-cs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6A4E2C3-4B63-43FF-BDD9-E87620F756C8}"/>
              </a:ext>
            </a:extLst>
          </p:cNvPr>
          <p:cNvSpPr txBox="1"/>
          <p:nvPr/>
        </p:nvSpPr>
        <p:spPr>
          <a:xfrm>
            <a:off x="4569024" y="3513600"/>
            <a:ext cx="607071" cy="62670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none" lIns="72000" tIns="54000" rIns="72000" bIns="1800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1Y1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A11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Lucida Sans Typewriter" panose="020B0509030504030204" pitchFamily="49" charset="0"/>
              <a:ea typeface="+mn-ea"/>
              <a:cs typeface="+mn-cs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5B77AA6-A151-46B6-BFA3-1F79C5E5B200}"/>
              </a:ext>
            </a:extLst>
          </p:cNvPr>
          <p:cNvSpPr txBox="1"/>
          <p:nvPr/>
        </p:nvSpPr>
        <p:spPr>
          <a:xfrm>
            <a:off x="5331820" y="3513600"/>
            <a:ext cx="299295" cy="62670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none" lIns="72000" tIns="54000" rIns="72000" bIns="1800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_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_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Lucida Sans Typewriter" panose="020B0509030504030204" pitchFamily="49" charset="0"/>
              <a:ea typeface="+mn-ea"/>
              <a:cs typeface="+mn-cs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15698EB-392A-40FC-900F-119CC16975B0}"/>
              </a:ext>
            </a:extLst>
          </p:cNvPr>
          <p:cNvSpPr txBox="1"/>
          <p:nvPr/>
        </p:nvSpPr>
        <p:spPr>
          <a:xfrm>
            <a:off x="5784100" y="3513600"/>
            <a:ext cx="299295" cy="62670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none" lIns="72000" tIns="54000" rIns="72000" bIns="1800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0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0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Lucida Sans Typewriter" panose="020B0509030504030204" pitchFamily="49" charset="0"/>
              <a:ea typeface="+mn-ea"/>
              <a:cs typeface="+mn-cs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0299261-C7F4-443D-AB61-D501EC287A10}"/>
              </a:ext>
            </a:extLst>
          </p:cNvPr>
          <p:cNvSpPr txBox="1"/>
          <p:nvPr/>
        </p:nvSpPr>
        <p:spPr>
          <a:xfrm>
            <a:off x="6236380" y="3513600"/>
            <a:ext cx="299295" cy="62670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none" lIns="72000" tIns="54000" rIns="72000" bIns="1800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1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1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Lucida Sans Typewriter" panose="020B0509030504030204" pitchFamily="49" charset="0"/>
              <a:ea typeface="+mn-ea"/>
              <a:cs typeface="+mn-cs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B2EE06F-2CB0-4580-B694-ABABED6ED0D5}"/>
              </a:ext>
            </a:extLst>
          </p:cNvPr>
          <p:cNvSpPr txBox="1"/>
          <p:nvPr/>
        </p:nvSpPr>
        <p:spPr>
          <a:xfrm>
            <a:off x="6688660" y="3513600"/>
            <a:ext cx="299295" cy="62670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none" lIns="72000" tIns="54000" rIns="72000" bIns="1800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#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#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Lucida Sans Typewriter" panose="020B0509030504030204" pitchFamily="49" charset="0"/>
              <a:ea typeface="+mn-ea"/>
              <a:cs typeface="+mn-cs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5959E53-3D87-427C-AAD6-463F750DE6A7}"/>
              </a:ext>
            </a:extLst>
          </p:cNvPr>
          <p:cNvSpPr txBox="1"/>
          <p:nvPr/>
        </p:nvSpPr>
        <p:spPr>
          <a:xfrm>
            <a:off x="7140940" y="3513600"/>
            <a:ext cx="453183" cy="62670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none" lIns="72000" tIns="54000" rIns="72000" bIns="1800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#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_#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Lucida Sans Typewriter" panose="020B0509030504030204" pitchFamily="49" charset="0"/>
              <a:ea typeface="+mn-ea"/>
              <a:cs typeface="+mn-cs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B5C871C-1B36-4DA8-956E-704E905AD1F9}"/>
              </a:ext>
            </a:extLst>
          </p:cNvPr>
          <p:cNvSpPr txBox="1"/>
          <p:nvPr/>
        </p:nvSpPr>
        <p:spPr>
          <a:xfrm>
            <a:off x="7746205" y="3513600"/>
            <a:ext cx="453183" cy="62670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none" lIns="72000" tIns="54000" rIns="72000" bIns="1800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_A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A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Lucida Sans Typewriter" panose="020B0509030504030204" pitchFamily="49" charset="0"/>
              <a:ea typeface="+mn-ea"/>
              <a:cs typeface="+mn-cs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A25D257-1564-4E11-830F-92D24AD1D8A9}"/>
              </a:ext>
            </a:extLst>
          </p:cNvPr>
          <p:cNvSpPr txBox="1"/>
          <p:nvPr/>
        </p:nvSpPr>
        <p:spPr>
          <a:xfrm>
            <a:off x="8351470" y="3513600"/>
            <a:ext cx="453183" cy="62670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none" lIns="72000" tIns="54000" rIns="72000" bIns="1800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A_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A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Lucida Sans Typewriter" panose="020B0509030504030204" pitchFamily="49" charset="0"/>
              <a:ea typeface="+mn-ea"/>
              <a:cs typeface="+mn-cs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E982725-DDA9-431F-8248-9BCE15B064A1}"/>
              </a:ext>
            </a:extLst>
          </p:cNvPr>
          <p:cNvSpPr txBox="1"/>
          <p:nvPr/>
        </p:nvSpPr>
        <p:spPr>
          <a:xfrm>
            <a:off x="8956735" y="3513600"/>
            <a:ext cx="453183" cy="62670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none" lIns="72000" tIns="54000" rIns="72000" bIns="1800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0A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A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Lucida Sans Typewriter" panose="020B0509030504030204" pitchFamily="49" charset="0"/>
              <a:ea typeface="+mn-ea"/>
              <a:cs typeface="+mn-cs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4D1F440-B60F-42B4-99F5-E5B353F0D4A8}"/>
              </a:ext>
            </a:extLst>
          </p:cNvPr>
          <p:cNvSpPr txBox="1"/>
          <p:nvPr/>
        </p:nvSpPr>
        <p:spPr>
          <a:xfrm>
            <a:off x="9565917" y="3513600"/>
            <a:ext cx="453183" cy="62670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none" lIns="72000" tIns="54000" rIns="72000" bIns="1800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A0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A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Lucida Sans Typewriter" panose="020B0509030504030204" pitchFamily="49" charset="0"/>
              <a:ea typeface="+mn-ea"/>
              <a:cs typeface="+mn-cs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A89793A-9FD0-4BC6-9209-FFD7B53C7C31}"/>
              </a:ext>
            </a:extLst>
          </p:cNvPr>
          <p:cNvSpPr txBox="1"/>
          <p:nvPr/>
        </p:nvSpPr>
        <p:spPr>
          <a:xfrm>
            <a:off x="10174551" y="3513600"/>
            <a:ext cx="453183" cy="62670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none" lIns="72000" tIns="54000" rIns="72000" bIns="1800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1A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A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Lucida Sans Typewriter" panose="020B0509030504030204" pitchFamily="49" charset="0"/>
              <a:ea typeface="+mn-ea"/>
              <a:cs typeface="+mn-cs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E0F410D-5A5F-48BF-9573-C6331779A2AC}"/>
              </a:ext>
            </a:extLst>
          </p:cNvPr>
          <p:cNvSpPr txBox="1"/>
          <p:nvPr/>
        </p:nvSpPr>
        <p:spPr>
          <a:xfrm>
            <a:off x="10779816" y="3513600"/>
            <a:ext cx="453183" cy="62670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none" lIns="72000" tIns="54000" rIns="72000" bIns="1800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A1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A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Lucida Sans Typewriter" panose="020B0509030504030204" pitchFamily="49" charset="0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62743C5-672B-46D0-8E12-8AD2F6805CF4}"/>
              </a:ext>
            </a:extLst>
          </p:cNvPr>
          <p:cNvSpPr txBox="1"/>
          <p:nvPr/>
        </p:nvSpPr>
        <p:spPr>
          <a:xfrm>
            <a:off x="11388257" y="3513600"/>
            <a:ext cx="607071" cy="62670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none" lIns="72000" tIns="54000" rIns="72000" bIns="1800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A##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#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Lucida Sans Typewriter" panose="020B0509030504030204" pitchFamily="49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3406892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  <a:endParaRPr lang="lv-LV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3537700"/>
            <a:ext cx="12192001" cy="2976222"/>
          </a:xfrm>
        </p:spPr>
        <p:txBody>
          <a:bodyPr wrap="none" lIns="36000" tIns="36000" rIns="36000" bIns="36000">
            <a:normAutofit/>
          </a:bodyPr>
          <a:lstStyle/>
          <a:p>
            <a:pPr marL="0" indent="0" algn="ctr">
              <a:buNone/>
            </a:pPr>
            <a:br>
              <a:rPr lang="en-US" sz="2000" dirty="0">
                <a:solidFill>
                  <a:srgbClr val="0070C0"/>
                </a:solidFill>
                <a:latin typeface="Fixed"/>
              </a:rPr>
            </a:br>
            <a:endParaRPr lang="en-US" sz="2000" dirty="0">
              <a:solidFill>
                <a:srgbClr val="0070C0"/>
              </a:solidFill>
              <a:latin typeface="Lucida Sans Typewriter" panose="020B0509030504030204" pitchFamily="49" charset="0"/>
            </a:endParaRPr>
          </a:p>
          <a:p>
            <a:pPr marL="0" indent="0" algn="ctr">
              <a:buNone/>
            </a:pPr>
            <a:r>
              <a:rPr lang="en-US" sz="1800" dirty="0">
                <a:latin typeface="Lucida Sans Typewriter" panose="020B0509030504030204" pitchFamily="49" charset="0"/>
              </a:rPr>
              <a:t># </a:t>
            </a:r>
            <a:r>
              <a:rPr lang="en-US" sz="1800" dirty="0">
                <a:solidFill>
                  <a:srgbClr val="008000"/>
                </a:solidFill>
                <a:latin typeface="Lucida Sans Typewriter" panose="020B0509030504030204" pitchFamily="49" charset="0"/>
              </a:rPr>
              <a:t>X1</a:t>
            </a:r>
            <a:r>
              <a:rPr lang="en-US" sz="1800" dirty="0">
                <a:latin typeface="Lucida Sans Typewriter" panose="020B0509030504030204" pitchFamily="49" charset="0"/>
              </a:rPr>
              <a:t> 0 1 1 # 1 </a:t>
            </a:r>
            <a:r>
              <a:rPr lang="en-US" sz="1800" dirty="0">
                <a:solidFill>
                  <a:srgbClr val="806000"/>
                </a:solidFill>
                <a:latin typeface="Lucida Sans Typewriter" panose="020B0509030504030204" pitchFamily="49" charset="0"/>
              </a:rPr>
              <a:t>Y0</a:t>
            </a:r>
            <a:r>
              <a:rPr lang="en-US" sz="1800" dirty="0">
                <a:latin typeface="Lucida Sans Typewriter" panose="020B0509030504030204" pitchFamily="49" charset="0"/>
              </a:rPr>
              <a:t> 1 1 # 1 0 </a:t>
            </a:r>
            <a:r>
              <a:rPr lang="en-US" sz="1800" dirty="0">
                <a:solidFill>
                  <a:srgbClr val="008000"/>
                </a:solidFill>
                <a:latin typeface="Lucida Sans Typewriter" panose="020B0509030504030204" pitchFamily="49" charset="0"/>
              </a:rPr>
              <a:t>X1</a:t>
            </a:r>
            <a:r>
              <a:rPr lang="en-US" sz="1800" dirty="0">
                <a:latin typeface="Lucida Sans Typewriter" panose="020B0509030504030204" pitchFamily="49" charset="0"/>
              </a:rPr>
              <a:t> 1 # 1 0 </a:t>
            </a:r>
            <a:r>
              <a:rPr lang="en-US" sz="1800" dirty="0">
                <a:solidFill>
                  <a:srgbClr val="7030A0"/>
                </a:solidFill>
                <a:latin typeface="Lucida Sans Typewriter" panose="020B0509030504030204" pitchFamily="49" charset="0"/>
              </a:rPr>
              <a:t>1Y1 </a:t>
            </a:r>
            <a:r>
              <a:rPr lang="en-US" sz="1800" dirty="0">
                <a:latin typeface="Lucida Sans Typewriter" panose="020B0509030504030204" pitchFamily="49" charset="0"/>
              </a:rPr>
              <a:t> # 1 0 </a:t>
            </a:r>
            <a:r>
              <a:rPr lang="en-US" sz="1800" dirty="0">
                <a:solidFill>
                  <a:srgbClr val="FF0000"/>
                </a:solidFill>
                <a:latin typeface="Lucida Sans Typewriter" panose="020B0509030504030204" pitchFamily="49" charset="0"/>
              </a:rPr>
              <a:t>A1</a:t>
            </a:r>
            <a:r>
              <a:rPr lang="en-US" sz="1800" dirty="0">
                <a:latin typeface="Lucida Sans Typewriter" panose="020B0509030504030204" pitchFamily="49" charset="0"/>
              </a:rPr>
              <a:t> 1 # 1 0 </a:t>
            </a:r>
            <a:r>
              <a:rPr lang="en-US" sz="1800" dirty="0">
                <a:solidFill>
                  <a:srgbClr val="FF0000"/>
                </a:solidFill>
                <a:latin typeface="Lucida Sans Typewriter" panose="020B0509030504030204" pitchFamily="49" charset="0"/>
              </a:rPr>
              <a:t>A1</a:t>
            </a:r>
            <a:r>
              <a:rPr lang="en-US" sz="1800" dirty="0">
                <a:latin typeface="Lucida Sans Typewriter" panose="020B0509030504030204" pitchFamily="49" charset="0"/>
              </a:rPr>
              <a:t>  # 1 </a:t>
            </a:r>
            <a:r>
              <a:rPr lang="en-US" sz="1800" dirty="0">
                <a:solidFill>
                  <a:srgbClr val="FF0000"/>
                </a:solidFill>
                <a:latin typeface="Lucida Sans Typewriter" panose="020B0509030504030204" pitchFamily="49" charset="0"/>
              </a:rPr>
              <a:t>0A</a:t>
            </a:r>
            <a:r>
              <a:rPr lang="en-US" sz="1800" dirty="0">
                <a:latin typeface="Lucida Sans Typewriter" panose="020B0509030504030204" pitchFamily="49" charset="0"/>
              </a:rPr>
              <a:t>  # </a:t>
            </a:r>
            <a:r>
              <a:rPr lang="en-US" sz="1800" dirty="0">
                <a:solidFill>
                  <a:srgbClr val="FF0000"/>
                </a:solidFill>
                <a:latin typeface="Lucida Sans Typewriter" panose="020B0509030504030204" pitchFamily="49" charset="0"/>
              </a:rPr>
              <a:t>1A</a:t>
            </a:r>
            <a:r>
              <a:rPr lang="en-US" sz="1800" dirty="0">
                <a:latin typeface="Lucida Sans Typewriter" panose="020B0509030504030204" pitchFamily="49" charset="0"/>
              </a:rPr>
              <a:t>  # A##  </a:t>
            </a:r>
            <a:br>
              <a:rPr lang="en-US" sz="1800" dirty="0">
                <a:latin typeface="Lucida Sans Typewriter" panose="020B0509030504030204" pitchFamily="49" charset="0"/>
              </a:rPr>
            </a:br>
            <a:r>
              <a:rPr lang="en-US" sz="1800" dirty="0">
                <a:latin typeface="Lucida Sans Typewriter" panose="020B0509030504030204" pitchFamily="49" charset="0"/>
              </a:rPr>
              <a:t>#X1011#      </a:t>
            </a:r>
            <a:r>
              <a:rPr lang="en-US" sz="1800" dirty="0">
                <a:solidFill>
                  <a:srgbClr val="008000"/>
                </a:solidFill>
                <a:latin typeface="Lucida Sans Typewriter" panose="020B0509030504030204" pitchFamily="49" charset="0"/>
              </a:rPr>
              <a:t>1Y</a:t>
            </a:r>
            <a:r>
              <a:rPr lang="en-US" sz="1800" dirty="0">
                <a:latin typeface="Lucida Sans Typewriter" panose="020B0509030504030204" pitchFamily="49" charset="0"/>
              </a:rPr>
              <a:t> 0 1 1 # 1 </a:t>
            </a:r>
            <a:r>
              <a:rPr lang="en-US" sz="1800" dirty="0">
                <a:solidFill>
                  <a:srgbClr val="806000"/>
                </a:solidFill>
                <a:latin typeface="Lucida Sans Typewriter" panose="020B0509030504030204" pitchFamily="49" charset="0"/>
              </a:rPr>
              <a:t>0X</a:t>
            </a:r>
            <a:r>
              <a:rPr lang="en-US" sz="1800" dirty="0">
                <a:latin typeface="Lucida Sans Typewriter" panose="020B0509030504030204" pitchFamily="49" charset="0"/>
              </a:rPr>
              <a:t> 1 1 # 1 0 </a:t>
            </a:r>
            <a:r>
              <a:rPr lang="en-US" sz="1800" dirty="0">
                <a:solidFill>
                  <a:srgbClr val="008000"/>
                </a:solidFill>
                <a:latin typeface="Lucida Sans Typewriter" panose="020B0509030504030204" pitchFamily="49" charset="0"/>
              </a:rPr>
              <a:t>1Y</a:t>
            </a:r>
            <a:r>
              <a:rPr lang="en-US" sz="1800" dirty="0">
                <a:latin typeface="Lucida Sans Typewriter" panose="020B0509030504030204" pitchFamily="49" charset="0"/>
              </a:rPr>
              <a:t> 1 # 1 0 </a:t>
            </a:r>
            <a:r>
              <a:rPr lang="en-US" sz="1800" dirty="0">
                <a:solidFill>
                  <a:srgbClr val="7030A0"/>
                </a:solidFill>
                <a:latin typeface="Lucida Sans Typewriter" panose="020B0509030504030204" pitchFamily="49" charset="0"/>
              </a:rPr>
              <a:t>A11</a:t>
            </a:r>
            <a:r>
              <a:rPr lang="en-US" sz="1800" dirty="0">
                <a:latin typeface="Lucida Sans Typewriter" panose="020B0509030504030204" pitchFamily="49" charset="0"/>
              </a:rPr>
              <a:t>  # 1 0 </a:t>
            </a:r>
            <a:r>
              <a:rPr lang="en-US" sz="1800" dirty="0">
                <a:solidFill>
                  <a:srgbClr val="FF0000"/>
                </a:solidFill>
                <a:latin typeface="Lucida Sans Typewriter" panose="020B0509030504030204" pitchFamily="49" charset="0"/>
              </a:rPr>
              <a:t>A</a:t>
            </a:r>
            <a:r>
              <a:rPr lang="en-US" sz="1800" dirty="0">
                <a:latin typeface="Lucida Sans Typewriter" panose="020B0509030504030204" pitchFamily="49" charset="0"/>
              </a:rPr>
              <a:t> 1 # 1 0 </a:t>
            </a:r>
            <a:r>
              <a:rPr lang="en-US" sz="1800" dirty="0">
                <a:solidFill>
                  <a:srgbClr val="FF0000"/>
                </a:solidFill>
                <a:latin typeface="Lucida Sans Typewriter" panose="020B0509030504030204" pitchFamily="49" charset="0"/>
              </a:rPr>
              <a:t>A</a:t>
            </a:r>
            <a:r>
              <a:rPr lang="en-US" sz="1800" dirty="0">
                <a:latin typeface="Lucida Sans Typewriter" panose="020B0509030504030204" pitchFamily="49" charset="0"/>
              </a:rPr>
              <a:t> # 1 </a:t>
            </a:r>
            <a:r>
              <a:rPr lang="en-US" sz="1800" dirty="0">
                <a:solidFill>
                  <a:srgbClr val="FF0000"/>
                </a:solidFill>
                <a:latin typeface="Lucida Sans Typewriter" panose="020B0509030504030204" pitchFamily="49" charset="0"/>
              </a:rPr>
              <a:t>A</a:t>
            </a:r>
            <a:r>
              <a:rPr lang="en-US" sz="1800" dirty="0">
                <a:latin typeface="Lucida Sans Typewriter" panose="020B0509030504030204" pitchFamily="49" charset="0"/>
              </a:rPr>
              <a:t> # </a:t>
            </a:r>
            <a:r>
              <a:rPr lang="en-US" sz="1800" dirty="0">
                <a:solidFill>
                  <a:srgbClr val="FF0000"/>
                </a:solidFill>
                <a:latin typeface="Lucida Sans Typewriter" panose="020B0509030504030204" pitchFamily="49" charset="0"/>
              </a:rPr>
              <a:t>A</a:t>
            </a:r>
            <a:r>
              <a:rPr lang="en-US" sz="1800" dirty="0">
                <a:latin typeface="Lucida Sans Typewriter" panose="020B0509030504030204" pitchFamily="49" charset="0"/>
              </a:rPr>
              <a:t> # #</a:t>
            </a:r>
            <a:endParaRPr lang="en-US" sz="1800" dirty="0"/>
          </a:p>
          <a:p>
            <a:pPr marL="0" indent="0">
              <a:buNone/>
            </a:pPr>
            <a:endParaRPr lang="en-US" sz="1800" dirty="0">
              <a:solidFill>
                <a:srgbClr val="0070C0"/>
              </a:solidFill>
              <a:latin typeface="Lucida Sans Typewriter" panose="020B0509030504030204" pitchFamily="49" charset="0"/>
            </a:endParaRPr>
          </a:p>
          <a:p>
            <a:pPr marL="0" indent="0" algn="ctr">
              <a:buNone/>
            </a:pPr>
            <a:br>
              <a:rPr lang="en-US" sz="2000" dirty="0">
                <a:solidFill>
                  <a:srgbClr val="0070C0"/>
                </a:solidFill>
                <a:latin typeface="Fixed"/>
              </a:rPr>
            </a:br>
            <a:endParaRPr lang="en-US" sz="2000" dirty="0"/>
          </a:p>
          <a:p>
            <a:endParaRPr lang="lv-LV" dirty="0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49E35A17-C2B9-91F2-054F-051DCBB54BCE}"/>
              </a:ext>
            </a:extLst>
          </p:cNvPr>
          <p:cNvGrpSpPr/>
          <p:nvPr/>
        </p:nvGrpSpPr>
        <p:grpSpPr>
          <a:xfrm>
            <a:off x="4823230" y="74321"/>
            <a:ext cx="7236785" cy="3232734"/>
            <a:chOff x="2796466" y="62602"/>
            <a:chExt cx="7236785" cy="3232734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F23C9E41-5FAD-923A-4E04-E2EDEAA6428F}"/>
                </a:ext>
              </a:extLst>
            </p:cNvPr>
            <p:cNvSpPr/>
            <p:nvPr/>
          </p:nvSpPr>
          <p:spPr>
            <a:xfrm>
              <a:off x="3790765" y="1509204"/>
              <a:ext cx="914400" cy="91440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X</a:t>
              </a: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7E08952A-705E-A79F-0D1D-87FFDE7B3F97}"/>
                </a:ext>
              </a:extLst>
            </p:cNvPr>
            <p:cNvSpPr/>
            <p:nvPr/>
          </p:nvSpPr>
          <p:spPr>
            <a:xfrm>
              <a:off x="6454808" y="1509204"/>
              <a:ext cx="914400" cy="91440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Y</a:t>
              </a:r>
            </a:p>
          </p:txBody>
        </p: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35642D68-645A-62C9-E1F6-2C6FB7A2F0BC}"/>
                </a:ext>
              </a:extLst>
            </p:cNvPr>
            <p:cNvCxnSpPr>
              <a:cxnSpLocks/>
              <a:stCxn id="4" idx="6"/>
              <a:endCxn id="5" idx="2"/>
            </p:cNvCxnSpPr>
            <p:nvPr/>
          </p:nvCxnSpPr>
          <p:spPr>
            <a:xfrm>
              <a:off x="4705165" y="1966404"/>
              <a:ext cx="1749643" cy="0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DBDCB2DE-0A5C-0520-121E-3A4AEDEE08A7}"/>
                </a:ext>
              </a:extLst>
            </p:cNvPr>
            <p:cNvCxnSpPr>
              <a:cxnSpLocks/>
            </p:cNvCxnSpPr>
            <p:nvPr/>
          </p:nvCxnSpPr>
          <p:spPr>
            <a:xfrm>
              <a:off x="2796466" y="1966404"/>
              <a:ext cx="994299" cy="0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DFAEE3A5-181A-5557-72CF-B78170F087E7}"/>
                </a:ext>
              </a:extLst>
            </p:cNvPr>
            <p:cNvSpPr/>
            <p:nvPr/>
          </p:nvSpPr>
          <p:spPr>
            <a:xfrm>
              <a:off x="9118851" y="1509204"/>
              <a:ext cx="914400" cy="91440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A</a:t>
              </a: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4E0E60FA-FB75-F5DD-47E8-C5C14902DDF9}"/>
                </a:ext>
              </a:extLst>
            </p:cNvPr>
            <p:cNvCxnSpPr>
              <a:cxnSpLocks/>
              <a:stCxn id="5" idx="6"/>
              <a:endCxn id="12" idx="2"/>
            </p:cNvCxnSpPr>
            <p:nvPr/>
          </p:nvCxnSpPr>
          <p:spPr>
            <a:xfrm>
              <a:off x="7369208" y="1966404"/>
              <a:ext cx="1749643" cy="0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Arc 16">
              <a:extLst>
                <a:ext uri="{FF2B5EF4-FFF2-40B4-BE49-F238E27FC236}">
                  <a16:creationId xmlns:a16="http://schemas.microsoft.com/office/drawing/2014/main" id="{D0509D38-403D-82BA-3D65-F07070E855D9}"/>
                </a:ext>
              </a:extLst>
            </p:cNvPr>
            <p:cNvSpPr/>
            <p:nvPr/>
          </p:nvSpPr>
          <p:spPr>
            <a:xfrm>
              <a:off x="3790765" y="981615"/>
              <a:ext cx="914400" cy="914400"/>
            </a:xfrm>
            <a:prstGeom prst="arc">
              <a:avLst>
                <a:gd name="adj1" fmla="val 8773538"/>
                <a:gd name="adj2" fmla="val 2076695"/>
              </a:avLst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82D1CA16-249F-5732-F8CB-185F26A3E09A}"/>
                </a:ext>
              </a:extLst>
            </p:cNvPr>
            <p:cNvCxnSpPr>
              <a:cxnSpLocks/>
              <a:stCxn id="5" idx="3"/>
              <a:endCxn id="4" idx="5"/>
            </p:cNvCxnSpPr>
            <p:nvPr/>
          </p:nvCxnSpPr>
          <p:spPr>
            <a:xfrm flipH="1">
              <a:off x="4571254" y="2289693"/>
              <a:ext cx="2017465" cy="0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719EE63F-BDC2-1480-2C2E-5086923C33FC}"/>
                </a:ext>
              </a:extLst>
            </p:cNvPr>
            <p:cNvSpPr txBox="1"/>
            <p:nvPr/>
          </p:nvSpPr>
          <p:spPr>
            <a:xfrm>
              <a:off x="3546491" y="62602"/>
              <a:ext cx="1406154" cy="9541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_ → 0, R</a:t>
              </a:r>
            </a:p>
            <a:p>
              <a:r>
                <a:rPr lang="en-US" sz="2800" dirty="0"/>
                <a:t>0 → 0, R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8B2464F5-420F-B5E6-EEAF-D53AB9DDA1AB}"/>
                </a:ext>
              </a:extLst>
            </p:cNvPr>
            <p:cNvSpPr txBox="1"/>
            <p:nvPr/>
          </p:nvSpPr>
          <p:spPr>
            <a:xfrm>
              <a:off x="4876909" y="1429078"/>
              <a:ext cx="140615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1 → 1, R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9D3EA813-0682-1ABA-4BD4-26AF87E39612}"/>
                </a:ext>
              </a:extLst>
            </p:cNvPr>
            <p:cNvSpPr txBox="1"/>
            <p:nvPr/>
          </p:nvSpPr>
          <p:spPr>
            <a:xfrm>
              <a:off x="7540952" y="1431475"/>
              <a:ext cx="136127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1 → 1, L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453776AB-6EE9-DA1C-F65D-933D2BABE277}"/>
                </a:ext>
              </a:extLst>
            </p:cNvPr>
            <p:cNvSpPr txBox="1"/>
            <p:nvPr/>
          </p:nvSpPr>
          <p:spPr>
            <a:xfrm>
              <a:off x="4876909" y="2341229"/>
              <a:ext cx="1406154" cy="9541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_ → 0, R</a:t>
              </a:r>
            </a:p>
            <a:p>
              <a:r>
                <a:rPr lang="en-US" sz="2800" dirty="0"/>
                <a:t>0 → 0, R</a:t>
              </a:r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8E4D9DF2-E354-47F0-A7E8-FBFE71794042}"/>
              </a:ext>
            </a:extLst>
          </p:cNvPr>
          <p:cNvSpPr txBox="1"/>
          <p:nvPr/>
        </p:nvSpPr>
        <p:spPr>
          <a:xfrm>
            <a:off x="154355" y="3513600"/>
            <a:ext cx="1222624" cy="62670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none" lIns="72000" tIns="54000" rIns="72000" bIns="1800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#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#X1011#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Lucida Sans Typewriter" panose="020B0509030504030204" pitchFamily="49" charset="0"/>
              <a:ea typeface="+mn-ea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1666FE5-59F0-431F-AB87-3785365990FE}"/>
              </a:ext>
            </a:extLst>
          </p:cNvPr>
          <p:cNvSpPr txBox="1"/>
          <p:nvPr/>
        </p:nvSpPr>
        <p:spPr>
          <a:xfrm>
            <a:off x="1531334" y="3513600"/>
            <a:ext cx="453183" cy="62670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none" lIns="72000" tIns="54000" rIns="72000" bIns="1800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X_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0X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Lucida Sans Typewriter" panose="020B0509030504030204" pitchFamily="49" charset="0"/>
              <a:ea typeface="+mn-ea"/>
              <a:cs typeface="+mn-cs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CA66387-B44F-4400-9E05-C4F06C81E2CD}"/>
              </a:ext>
            </a:extLst>
          </p:cNvPr>
          <p:cNvSpPr txBox="1"/>
          <p:nvPr/>
        </p:nvSpPr>
        <p:spPr>
          <a:xfrm>
            <a:off x="2138872" y="3513600"/>
            <a:ext cx="453183" cy="62670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none" lIns="72000" tIns="54000" rIns="72000" bIns="1800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X0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0X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Lucida Sans Typewriter" panose="020B0509030504030204" pitchFamily="49" charset="0"/>
              <a:ea typeface="+mn-ea"/>
              <a:cs typeface="+mn-cs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4FB9DE8-6699-40B6-9097-633C51D4DA82}"/>
              </a:ext>
            </a:extLst>
          </p:cNvPr>
          <p:cNvSpPr txBox="1"/>
          <p:nvPr/>
        </p:nvSpPr>
        <p:spPr>
          <a:xfrm>
            <a:off x="2746410" y="3513600"/>
            <a:ext cx="453183" cy="62670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none" lIns="72000" tIns="54000" rIns="72000" bIns="1800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X1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1Y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8000"/>
              </a:solidFill>
              <a:effectLst/>
              <a:uLnTx/>
              <a:uFillTx/>
              <a:latin typeface="Lucida Sans Typewriter" panose="020B0509030504030204" pitchFamily="49" charset="0"/>
              <a:ea typeface="+mn-ea"/>
              <a:cs typeface="+mn-cs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0F1DBD4-640A-4565-9419-8DCCA59C1A2B}"/>
              </a:ext>
            </a:extLst>
          </p:cNvPr>
          <p:cNvSpPr txBox="1"/>
          <p:nvPr/>
        </p:nvSpPr>
        <p:spPr>
          <a:xfrm>
            <a:off x="3353948" y="3513600"/>
            <a:ext cx="453183" cy="62670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none" lIns="72000" tIns="54000" rIns="72000" bIns="1800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Y_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0X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Lucida Sans Typewriter" panose="020B0509030504030204" pitchFamily="49" charset="0"/>
              <a:ea typeface="+mn-ea"/>
              <a:cs typeface="+mn-cs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D2A01B5-3789-421E-8F7C-2B8C135516AA}"/>
              </a:ext>
            </a:extLst>
          </p:cNvPr>
          <p:cNvSpPr txBox="1"/>
          <p:nvPr/>
        </p:nvSpPr>
        <p:spPr>
          <a:xfrm>
            <a:off x="3961486" y="3513600"/>
            <a:ext cx="453183" cy="62670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none" lIns="72000" tIns="54000" rIns="72000" bIns="1800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80600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Y0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80600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80600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0X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806000"/>
              </a:solidFill>
              <a:effectLst/>
              <a:uLnTx/>
              <a:uFillTx/>
              <a:latin typeface="Lucida Sans Typewriter" panose="020B0509030504030204" pitchFamily="49" charset="0"/>
              <a:ea typeface="+mn-ea"/>
              <a:cs typeface="+mn-cs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4894700-1952-4A4B-A965-94B4FF166AEF}"/>
              </a:ext>
            </a:extLst>
          </p:cNvPr>
          <p:cNvSpPr txBox="1"/>
          <p:nvPr/>
        </p:nvSpPr>
        <p:spPr>
          <a:xfrm>
            <a:off x="4569024" y="3513600"/>
            <a:ext cx="607071" cy="62670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none" lIns="72000" tIns="54000" rIns="72000" bIns="1800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1Y1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A11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Lucida Sans Typewriter" panose="020B0509030504030204" pitchFamily="49" charset="0"/>
              <a:ea typeface="+mn-ea"/>
              <a:cs typeface="+mn-cs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366E817-1BCA-40DF-96E9-CB6C74514AEF}"/>
              </a:ext>
            </a:extLst>
          </p:cNvPr>
          <p:cNvSpPr txBox="1"/>
          <p:nvPr/>
        </p:nvSpPr>
        <p:spPr>
          <a:xfrm>
            <a:off x="5331820" y="3513600"/>
            <a:ext cx="299295" cy="62670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none" lIns="72000" tIns="54000" rIns="72000" bIns="1800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_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_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Lucida Sans Typewriter" panose="020B0509030504030204" pitchFamily="49" charset="0"/>
              <a:ea typeface="+mn-ea"/>
              <a:cs typeface="+mn-cs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6D59C58-E0D6-4A70-AD18-D36FA4DFA590}"/>
              </a:ext>
            </a:extLst>
          </p:cNvPr>
          <p:cNvSpPr txBox="1"/>
          <p:nvPr/>
        </p:nvSpPr>
        <p:spPr>
          <a:xfrm>
            <a:off x="5784100" y="3513600"/>
            <a:ext cx="299295" cy="62670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none" lIns="72000" tIns="54000" rIns="72000" bIns="1800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0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0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Lucida Sans Typewriter" panose="020B0509030504030204" pitchFamily="49" charset="0"/>
              <a:ea typeface="+mn-ea"/>
              <a:cs typeface="+mn-cs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5088109-59BB-4796-903F-D2761264E3C4}"/>
              </a:ext>
            </a:extLst>
          </p:cNvPr>
          <p:cNvSpPr txBox="1"/>
          <p:nvPr/>
        </p:nvSpPr>
        <p:spPr>
          <a:xfrm>
            <a:off x="6236380" y="3513600"/>
            <a:ext cx="299295" cy="62670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none" lIns="72000" tIns="54000" rIns="72000" bIns="1800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1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1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Lucida Sans Typewriter" panose="020B0509030504030204" pitchFamily="49" charset="0"/>
              <a:ea typeface="+mn-ea"/>
              <a:cs typeface="+mn-cs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99F8A91-33E6-446D-848A-1BD30CC1BEBE}"/>
              </a:ext>
            </a:extLst>
          </p:cNvPr>
          <p:cNvSpPr txBox="1"/>
          <p:nvPr/>
        </p:nvSpPr>
        <p:spPr>
          <a:xfrm>
            <a:off x="6688660" y="3513600"/>
            <a:ext cx="299295" cy="62670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none" lIns="72000" tIns="54000" rIns="72000" bIns="1800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#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#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Lucida Sans Typewriter" panose="020B0509030504030204" pitchFamily="49" charset="0"/>
              <a:ea typeface="+mn-ea"/>
              <a:cs typeface="+mn-cs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B84A0D8-3310-4661-A86C-03AEE59EF68B}"/>
              </a:ext>
            </a:extLst>
          </p:cNvPr>
          <p:cNvSpPr txBox="1"/>
          <p:nvPr/>
        </p:nvSpPr>
        <p:spPr>
          <a:xfrm>
            <a:off x="7140940" y="3513600"/>
            <a:ext cx="453183" cy="62670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none" lIns="72000" tIns="54000" rIns="72000" bIns="1800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#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_#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Lucida Sans Typewriter" panose="020B0509030504030204" pitchFamily="49" charset="0"/>
              <a:ea typeface="+mn-ea"/>
              <a:cs typeface="+mn-cs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30D859C-0D1A-47FA-93D4-B157786795DF}"/>
              </a:ext>
            </a:extLst>
          </p:cNvPr>
          <p:cNvSpPr txBox="1"/>
          <p:nvPr/>
        </p:nvSpPr>
        <p:spPr>
          <a:xfrm>
            <a:off x="7746205" y="3513600"/>
            <a:ext cx="453183" cy="62670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none" lIns="72000" tIns="54000" rIns="72000" bIns="1800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_A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A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Lucida Sans Typewriter" panose="020B0509030504030204" pitchFamily="49" charset="0"/>
              <a:ea typeface="+mn-ea"/>
              <a:cs typeface="+mn-cs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CBAB159-76CD-4A52-AA03-11B201DE6DAA}"/>
              </a:ext>
            </a:extLst>
          </p:cNvPr>
          <p:cNvSpPr txBox="1"/>
          <p:nvPr/>
        </p:nvSpPr>
        <p:spPr>
          <a:xfrm>
            <a:off x="8351470" y="3513600"/>
            <a:ext cx="453183" cy="62670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none" lIns="72000" tIns="54000" rIns="72000" bIns="1800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A_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A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Lucida Sans Typewriter" panose="020B0509030504030204" pitchFamily="49" charset="0"/>
              <a:ea typeface="+mn-ea"/>
              <a:cs typeface="+mn-cs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5E25706-2E71-4B7E-B841-EA8F74BCA001}"/>
              </a:ext>
            </a:extLst>
          </p:cNvPr>
          <p:cNvSpPr txBox="1"/>
          <p:nvPr/>
        </p:nvSpPr>
        <p:spPr>
          <a:xfrm>
            <a:off x="8956735" y="3513600"/>
            <a:ext cx="453183" cy="62670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none" lIns="72000" tIns="54000" rIns="72000" bIns="1800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0A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A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Lucida Sans Typewriter" panose="020B0509030504030204" pitchFamily="49" charset="0"/>
              <a:ea typeface="+mn-ea"/>
              <a:cs typeface="+mn-cs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2BE46CD-B3B0-40B3-8261-076F6E71C0C7}"/>
              </a:ext>
            </a:extLst>
          </p:cNvPr>
          <p:cNvSpPr txBox="1"/>
          <p:nvPr/>
        </p:nvSpPr>
        <p:spPr>
          <a:xfrm>
            <a:off x="9565917" y="3513600"/>
            <a:ext cx="453183" cy="62670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none" lIns="72000" tIns="54000" rIns="72000" bIns="1800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A0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A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Lucida Sans Typewriter" panose="020B0509030504030204" pitchFamily="49" charset="0"/>
              <a:ea typeface="+mn-ea"/>
              <a:cs typeface="+mn-cs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65C1545-FC2E-4394-A19D-EC3BDE57E24F}"/>
              </a:ext>
            </a:extLst>
          </p:cNvPr>
          <p:cNvSpPr txBox="1"/>
          <p:nvPr/>
        </p:nvSpPr>
        <p:spPr>
          <a:xfrm>
            <a:off x="10174551" y="3513600"/>
            <a:ext cx="453183" cy="62670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none" lIns="72000" tIns="54000" rIns="72000" bIns="1800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1A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A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Lucida Sans Typewriter" panose="020B0509030504030204" pitchFamily="49" charset="0"/>
              <a:ea typeface="+mn-ea"/>
              <a:cs typeface="+mn-cs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A59AF81-87C1-46FA-A416-2E9287C31457}"/>
              </a:ext>
            </a:extLst>
          </p:cNvPr>
          <p:cNvSpPr txBox="1"/>
          <p:nvPr/>
        </p:nvSpPr>
        <p:spPr>
          <a:xfrm>
            <a:off x="10779816" y="3513600"/>
            <a:ext cx="453183" cy="62670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none" lIns="72000" tIns="54000" rIns="72000" bIns="1800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A1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A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Lucida Sans Typewriter" panose="020B0509030504030204" pitchFamily="49" charset="0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BAF40FD-571B-4D00-91EB-15351F6D36D8}"/>
              </a:ext>
            </a:extLst>
          </p:cNvPr>
          <p:cNvSpPr txBox="1"/>
          <p:nvPr/>
        </p:nvSpPr>
        <p:spPr>
          <a:xfrm>
            <a:off x="11388257" y="3513600"/>
            <a:ext cx="607071" cy="62670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none" lIns="72000" tIns="54000" rIns="72000" bIns="1800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A##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#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Lucida Sans Typewriter" panose="020B0509030504030204" pitchFamily="49" charset="0"/>
              <a:ea typeface="+mn-ea"/>
              <a:cs typeface="+mn-cs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9362B98-7531-47DA-A819-3FFB0ED1A838}"/>
              </a:ext>
            </a:extLst>
          </p:cNvPr>
          <p:cNvSpPr txBox="1"/>
          <p:nvPr/>
        </p:nvSpPr>
        <p:spPr>
          <a:xfrm>
            <a:off x="154355" y="5171443"/>
            <a:ext cx="1068736" cy="62670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none" lIns="72000" tIns="54000" rIns="72000" bIns="1800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#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#X101#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Lucida Sans Typewriter" panose="020B0509030504030204" pitchFamily="49" charset="0"/>
              <a:ea typeface="+mn-ea"/>
              <a:cs typeface="+mn-cs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61AB91E-34E6-4A0B-94EF-AF3799DE84C3}"/>
              </a:ext>
            </a:extLst>
          </p:cNvPr>
          <p:cNvSpPr txBox="1"/>
          <p:nvPr/>
        </p:nvSpPr>
        <p:spPr>
          <a:xfrm>
            <a:off x="1531334" y="5171443"/>
            <a:ext cx="453183" cy="62670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none" lIns="72000" tIns="54000" rIns="72000" bIns="1800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X_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0X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Lucida Sans Typewriter" panose="020B0509030504030204" pitchFamily="49" charset="0"/>
              <a:ea typeface="+mn-ea"/>
              <a:cs typeface="+mn-cs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BCE84E6-A587-494C-8E43-993923D90753}"/>
              </a:ext>
            </a:extLst>
          </p:cNvPr>
          <p:cNvSpPr txBox="1"/>
          <p:nvPr/>
        </p:nvSpPr>
        <p:spPr>
          <a:xfrm>
            <a:off x="2138872" y="5171443"/>
            <a:ext cx="453183" cy="62670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none" lIns="72000" tIns="54000" rIns="72000" bIns="1800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X0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0X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Lucida Sans Typewriter" panose="020B0509030504030204" pitchFamily="49" charset="0"/>
              <a:ea typeface="+mn-ea"/>
              <a:cs typeface="+mn-cs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CC1EB5E-D412-4F83-BEA9-E8CB4BA0B00B}"/>
              </a:ext>
            </a:extLst>
          </p:cNvPr>
          <p:cNvSpPr txBox="1"/>
          <p:nvPr/>
        </p:nvSpPr>
        <p:spPr>
          <a:xfrm>
            <a:off x="2746410" y="5171443"/>
            <a:ext cx="453183" cy="62670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none" lIns="72000" tIns="54000" rIns="72000" bIns="1800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X1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1Y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8000"/>
              </a:solidFill>
              <a:effectLst/>
              <a:uLnTx/>
              <a:uFillTx/>
              <a:latin typeface="Lucida Sans Typewriter" panose="020B0509030504030204" pitchFamily="49" charset="0"/>
              <a:ea typeface="+mn-ea"/>
              <a:cs typeface="+mn-cs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E185E9A-B6B9-4D2E-B243-2A6DE162D9A0}"/>
              </a:ext>
            </a:extLst>
          </p:cNvPr>
          <p:cNvSpPr txBox="1"/>
          <p:nvPr/>
        </p:nvSpPr>
        <p:spPr>
          <a:xfrm>
            <a:off x="3353948" y="5171443"/>
            <a:ext cx="453183" cy="62670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none" lIns="72000" tIns="54000" rIns="72000" bIns="1800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Y_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0X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Lucida Sans Typewriter" panose="020B0509030504030204" pitchFamily="49" charset="0"/>
              <a:ea typeface="+mn-ea"/>
              <a:cs typeface="+mn-cs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611F0E1-597F-4803-AA92-9F5B4565A622}"/>
              </a:ext>
            </a:extLst>
          </p:cNvPr>
          <p:cNvSpPr txBox="1"/>
          <p:nvPr/>
        </p:nvSpPr>
        <p:spPr>
          <a:xfrm>
            <a:off x="3961486" y="5171443"/>
            <a:ext cx="453183" cy="62670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none" lIns="72000" tIns="54000" rIns="72000" bIns="1800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80600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Y0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80600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80600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0X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806000"/>
              </a:solidFill>
              <a:effectLst/>
              <a:uLnTx/>
              <a:uFillTx/>
              <a:latin typeface="Lucida Sans Typewriter" panose="020B0509030504030204" pitchFamily="49" charset="0"/>
              <a:ea typeface="+mn-ea"/>
              <a:cs typeface="+mn-cs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1B8CCD6-B804-42BB-93D3-A1E573A02573}"/>
              </a:ext>
            </a:extLst>
          </p:cNvPr>
          <p:cNvSpPr txBox="1"/>
          <p:nvPr/>
        </p:nvSpPr>
        <p:spPr>
          <a:xfrm>
            <a:off x="4569024" y="5171443"/>
            <a:ext cx="607071" cy="62670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none" lIns="72000" tIns="54000" rIns="72000" bIns="1800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1Y1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A11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Lucida Sans Typewriter" panose="020B0509030504030204" pitchFamily="49" charset="0"/>
              <a:ea typeface="+mn-ea"/>
              <a:cs typeface="+mn-cs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98525F8-0F8D-490A-BA95-315A8A7FE745}"/>
              </a:ext>
            </a:extLst>
          </p:cNvPr>
          <p:cNvSpPr txBox="1"/>
          <p:nvPr/>
        </p:nvSpPr>
        <p:spPr>
          <a:xfrm>
            <a:off x="5331820" y="5171443"/>
            <a:ext cx="299295" cy="62670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none" lIns="72000" tIns="54000" rIns="72000" bIns="1800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_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_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Lucida Sans Typewriter" panose="020B0509030504030204" pitchFamily="49" charset="0"/>
              <a:ea typeface="+mn-ea"/>
              <a:cs typeface="+mn-cs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65E202C-8690-49E4-9E59-92A06F8C7A0C}"/>
              </a:ext>
            </a:extLst>
          </p:cNvPr>
          <p:cNvSpPr txBox="1"/>
          <p:nvPr/>
        </p:nvSpPr>
        <p:spPr>
          <a:xfrm>
            <a:off x="5784100" y="5171443"/>
            <a:ext cx="299295" cy="62670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none" lIns="72000" tIns="54000" rIns="72000" bIns="1800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0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0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Lucida Sans Typewriter" panose="020B0509030504030204" pitchFamily="49" charset="0"/>
              <a:ea typeface="+mn-ea"/>
              <a:cs typeface="+mn-cs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060CB51-4523-4185-A8EA-74162BEAB437}"/>
              </a:ext>
            </a:extLst>
          </p:cNvPr>
          <p:cNvSpPr txBox="1"/>
          <p:nvPr/>
        </p:nvSpPr>
        <p:spPr>
          <a:xfrm>
            <a:off x="6236380" y="5171443"/>
            <a:ext cx="299295" cy="62670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none" lIns="72000" tIns="54000" rIns="72000" bIns="1800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1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1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Lucida Sans Typewriter" panose="020B0509030504030204" pitchFamily="49" charset="0"/>
              <a:ea typeface="+mn-ea"/>
              <a:cs typeface="+mn-cs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63E8039-7BC2-498C-8B54-4F1393AD3A0D}"/>
              </a:ext>
            </a:extLst>
          </p:cNvPr>
          <p:cNvSpPr txBox="1"/>
          <p:nvPr/>
        </p:nvSpPr>
        <p:spPr>
          <a:xfrm>
            <a:off x="6688660" y="5171443"/>
            <a:ext cx="299295" cy="62670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none" lIns="72000" tIns="54000" rIns="72000" bIns="1800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#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#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Lucida Sans Typewriter" panose="020B0509030504030204" pitchFamily="49" charset="0"/>
              <a:ea typeface="+mn-ea"/>
              <a:cs typeface="+mn-cs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C9D0094-8245-4933-9116-A1D510F0293A}"/>
              </a:ext>
            </a:extLst>
          </p:cNvPr>
          <p:cNvSpPr txBox="1"/>
          <p:nvPr/>
        </p:nvSpPr>
        <p:spPr>
          <a:xfrm>
            <a:off x="7140940" y="5171443"/>
            <a:ext cx="453183" cy="62670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none" lIns="72000" tIns="54000" rIns="72000" bIns="1800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#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_#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Lucida Sans Typewriter" panose="020B0509030504030204" pitchFamily="49" charset="0"/>
              <a:ea typeface="+mn-ea"/>
              <a:cs typeface="+mn-cs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7DD9C34-3476-4B93-96D4-128989A53A3A}"/>
              </a:ext>
            </a:extLst>
          </p:cNvPr>
          <p:cNvSpPr txBox="1"/>
          <p:nvPr/>
        </p:nvSpPr>
        <p:spPr>
          <a:xfrm>
            <a:off x="7746205" y="5171443"/>
            <a:ext cx="453183" cy="62670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none" lIns="72000" tIns="54000" rIns="72000" bIns="1800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_A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A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Lucida Sans Typewriter" panose="020B0509030504030204" pitchFamily="49" charset="0"/>
              <a:ea typeface="+mn-ea"/>
              <a:cs typeface="+mn-cs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99491E3-0F23-49CD-86FA-15D0F65A5209}"/>
              </a:ext>
            </a:extLst>
          </p:cNvPr>
          <p:cNvSpPr txBox="1"/>
          <p:nvPr/>
        </p:nvSpPr>
        <p:spPr>
          <a:xfrm>
            <a:off x="8351470" y="5171443"/>
            <a:ext cx="453183" cy="62670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none" lIns="72000" tIns="54000" rIns="72000" bIns="1800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A_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A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Lucida Sans Typewriter" panose="020B0509030504030204" pitchFamily="49" charset="0"/>
              <a:ea typeface="+mn-ea"/>
              <a:cs typeface="+mn-cs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CAA335E-4724-4B3D-BCE7-B80F7CFE7210}"/>
              </a:ext>
            </a:extLst>
          </p:cNvPr>
          <p:cNvSpPr txBox="1"/>
          <p:nvPr/>
        </p:nvSpPr>
        <p:spPr>
          <a:xfrm>
            <a:off x="8956735" y="5171443"/>
            <a:ext cx="453183" cy="62670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none" lIns="72000" tIns="54000" rIns="72000" bIns="1800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0A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A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Lucida Sans Typewriter" panose="020B0509030504030204" pitchFamily="49" charset="0"/>
              <a:ea typeface="+mn-ea"/>
              <a:cs typeface="+mn-cs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DD6C1D1-8A28-4918-90A5-0E1AA1FEFF15}"/>
              </a:ext>
            </a:extLst>
          </p:cNvPr>
          <p:cNvSpPr txBox="1"/>
          <p:nvPr/>
        </p:nvSpPr>
        <p:spPr>
          <a:xfrm>
            <a:off x="9565917" y="5171443"/>
            <a:ext cx="453183" cy="62670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none" lIns="72000" tIns="54000" rIns="72000" bIns="1800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A0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A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Lucida Sans Typewriter" panose="020B0509030504030204" pitchFamily="49" charset="0"/>
              <a:ea typeface="+mn-ea"/>
              <a:cs typeface="+mn-cs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7DDBB3F-0299-4C24-A386-52BF91B577AC}"/>
              </a:ext>
            </a:extLst>
          </p:cNvPr>
          <p:cNvSpPr txBox="1"/>
          <p:nvPr/>
        </p:nvSpPr>
        <p:spPr>
          <a:xfrm>
            <a:off x="10174551" y="5171443"/>
            <a:ext cx="453183" cy="62670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none" lIns="72000" tIns="54000" rIns="72000" bIns="1800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1A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A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Lucida Sans Typewriter" panose="020B0509030504030204" pitchFamily="49" charset="0"/>
              <a:ea typeface="+mn-ea"/>
              <a:cs typeface="+mn-cs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3D9AF02-44DA-4F6F-8FF7-F73C40E1A59C}"/>
              </a:ext>
            </a:extLst>
          </p:cNvPr>
          <p:cNvSpPr txBox="1"/>
          <p:nvPr/>
        </p:nvSpPr>
        <p:spPr>
          <a:xfrm>
            <a:off x="10779816" y="5171443"/>
            <a:ext cx="453183" cy="62670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none" lIns="72000" tIns="54000" rIns="72000" bIns="1800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A1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A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Lucida Sans Typewriter" panose="020B0509030504030204" pitchFamily="49" charset="0"/>
              <a:ea typeface="+mn-ea"/>
              <a:cs typeface="+mn-cs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12EE9BC-BE7E-476E-8E81-1B87905F9F54}"/>
              </a:ext>
            </a:extLst>
          </p:cNvPr>
          <p:cNvSpPr txBox="1"/>
          <p:nvPr/>
        </p:nvSpPr>
        <p:spPr>
          <a:xfrm>
            <a:off x="11388257" y="5171443"/>
            <a:ext cx="607071" cy="62670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none" lIns="72000" tIns="54000" rIns="72000" bIns="1800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A##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#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Lucida Sans Typewriter" panose="020B0509030504030204" pitchFamily="49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5349503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  <a:endParaRPr lang="lv-LV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3537700"/>
            <a:ext cx="12192001" cy="2976222"/>
          </a:xfrm>
        </p:spPr>
        <p:txBody>
          <a:bodyPr wrap="none" lIns="36000" tIns="36000" rIns="36000" bIns="36000">
            <a:normAutofit/>
          </a:bodyPr>
          <a:lstStyle/>
          <a:p>
            <a:pPr marL="0" indent="0" algn="ctr">
              <a:buNone/>
            </a:pPr>
            <a:br>
              <a:rPr lang="en-US" sz="2000" dirty="0">
                <a:solidFill>
                  <a:srgbClr val="0070C0"/>
                </a:solidFill>
                <a:latin typeface="Fixed"/>
              </a:rPr>
            </a:br>
            <a:endParaRPr lang="en-US" sz="2000" dirty="0">
              <a:solidFill>
                <a:srgbClr val="0070C0"/>
              </a:solidFill>
              <a:latin typeface="Lucida Sans Typewriter" panose="020B0509030504030204" pitchFamily="49" charset="0"/>
            </a:endParaRPr>
          </a:p>
          <a:p>
            <a:pPr marL="0" indent="0" algn="ctr">
              <a:buNone/>
            </a:pPr>
            <a:r>
              <a:rPr lang="en-US" sz="1800" dirty="0">
                <a:latin typeface="Lucida Sans Typewriter" panose="020B0509030504030204" pitchFamily="49" charset="0"/>
              </a:rPr>
              <a:t># </a:t>
            </a:r>
            <a:r>
              <a:rPr lang="en-US" sz="1800" dirty="0">
                <a:solidFill>
                  <a:srgbClr val="008000"/>
                </a:solidFill>
                <a:latin typeface="Lucida Sans Typewriter" panose="020B0509030504030204" pitchFamily="49" charset="0"/>
              </a:rPr>
              <a:t>X1</a:t>
            </a:r>
            <a:r>
              <a:rPr lang="en-US" sz="1800" dirty="0">
                <a:latin typeface="Lucida Sans Typewriter" panose="020B0509030504030204" pitchFamily="49" charset="0"/>
              </a:rPr>
              <a:t> 0 1 1 # 1 </a:t>
            </a:r>
            <a:r>
              <a:rPr lang="en-US" sz="1800" dirty="0">
                <a:solidFill>
                  <a:srgbClr val="806000"/>
                </a:solidFill>
                <a:latin typeface="Lucida Sans Typewriter" panose="020B0509030504030204" pitchFamily="49" charset="0"/>
              </a:rPr>
              <a:t>Y0</a:t>
            </a:r>
            <a:r>
              <a:rPr lang="en-US" sz="1800" dirty="0">
                <a:latin typeface="Lucida Sans Typewriter" panose="020B0509030504030204" pitchFamily="49" charset="0"/>
              </a:rPr>
              <a:t> 1 1 # 1 0 </a:t>
            </a:r>
            <a:r>
              <a:rPr lang="en-US" sz="1800" dirty="0">
                <a:solidFill>
                  <a:srgbClr val="008000"/>
                </a:solidFill>
                <a:latin typeface="Lucida Sans Typewriter" panose="020B0509030504030204" pitchFamily="49" charset="0"/>
              </a:rPr>
              <a:t>X1</a:t>
            </a:r>
            <a:r>
              <a:rPr lang="en-US" sz="1800" dirty="0">
                <a:latin typeface="Lucida Sans Typewriter" panose="020B0509030504030204" pitchFamily="49" charset="0"/>
              </a:rPr>
              <a:t> 1 # 1 0 </a:t>
            </a:r>
            <a:r>
              <a:rPr lang="en-US" sz="1800" dirty="0">
                <a:solidFill>
                  <a:srgbClr val="7030A0"/>
                </a:solidFill>
                <a:latin typeface="Lucida Sans Typewriter" panose="020B0509030504030204" pitchFamily="49" charset="0"/>
              </a:rPr>
              <a:t>1Y1 </a:t>
            </a:r>
            <a:r>
              <a:rPr lang="en-US" sz="1800" dirty="0">
                <a:latin typeface="Lucida Sans Typewriter" panose="020B0509030504030204" pitchFamily="49" charset="0"/>
              </a:rPr>
              <a:t> # 1 0 </a:t>
            </a:r>
            <a:r>
              <a:rPr lang="en-US" sz="1800" dirty="0">
                <a:solidFill>
                  <a:srgbClr val="FF0000"/>
                </a:solidFill>
                <a:latin typeface="Lucida Sans Typewriter" panose="020B0509030504030204" pitchFamily="49" charset="0"/>
              </a:rPr>
              <a:t>A1</a:t>
            </a:r>
            <a:r>
              <a:rPr lang="en-US" sz="1800" dirty="0">
                <a:latin typeface="Lucida Sans Typewriter" panose="020B0509030504030204" pitchFamily="49" charset="0"/>
              </a:rPr>
              <a:t> 1 # 1 0 </a:t>
            </a:r>
            <a:r>
              <a:rPr lang="en-US" sz="1800" dirty="0">
                <a:solidFill>
                  <a:srgbClr val="FF0000"/>
                </a:solidFill>
                <a:latin typeface="Lucida Sans Typewriter" panose="020B0509030504030204" pitchFamily="49" charset="0"/>
              </a:rPr>
              <a:t>A1</a:t>
            </a:r>
            <a:r>
              <a:rPr lang="en-US" sz="1800" dirty="0">
                <a:latin typeface="Lucida Sans Typewriter" panose="020B0509030504030204" pitchFamily="49" charset="0"/>
              </a:rPr>
              <a:t>  # 1 </a:t>
            </a:r>
            <a:r>
              <a:rPr lang="en-US" sz="1800" dirty="0">
                <a:solidFill>
                  <a:srgbClr val="FF0000"/>
                </a:solidFill>
                <a:latin typeface="Lucida Sans Typewriter" panose="020B0509030504030204" pitchFamily="49" charset="0"/>
              </a:rPr>
              <a:t>0A</a:t>
            </a:r>
            <a:r>
              <a:rPr lang="en-US" sz="1800" dirty="0">
                <a:latin typeface="Lucida Sans Typewriter" panose="020B0509030504030204" pitchFamily="49" charset="0"/>
              </a:rPr>
              <a:t>  # </a:t>
            </a:r>
            <a:r>
              <a:rPr lang="en-US" sz="1800" dirty="0">
                <a:solidFill>
                  <a:srgbClr val="FF0000"/>
                </a:solidFill>
                <a:latin typeface="Lucida Sans Typewriter" panose="020B0509030504030204" pitchFamily="49" charset="0"/>
              </a:rPr>
              <a:t>1A</a:t>
            </a:r>
            <a:r>
              <a:rPr lang="en-US" sz="1800" dirty="0">
                <a:latin typeface="Lucida Sans Typewriter" panose="020B0509030504030204" pitchFamily="49" charset="0"/>
              </a:rPr>
              <a:t>  # A##  </a:t>
            </a:r>
            <a:br>
              <a:rPr lang="en-US" sz="1800" dirty="0">
                <a:latin typeface="Lucida Sans Typewriter" panose="020B0509030504030204" pitchFamily="49" charset="0"/>
              </a:rPr>
            </a:br>
            <a:r>
              <a:rPr lang="en-US" sz="1800" dirty="0">
                <a:latin typeface="Lucida Sans Typewriter" panose="020B0509030504030204" pitchFamily="49" charset="0"/>
              </a:rPr>
              <a:t>#X1011#      </a:t>
            </a:r>
            <a:r>
              <a:rPr lang="en-US" sz="1800" dirty="0">
                <a:solidFill>
                  <a:srgbClr val="008000"/>
                </a:solidFill>
                <a:latin typeface="Lucida Sans Typewriter" panose="020B0509030504030204" pitchFamily="49" charset="0"/>
              </a:rPr>
              <a:t>1Y</a:t>
            </a:r>
            <a:r>
              <a:rPr lang="en-US" sz="1800" dirty="0">
                <a:latin typeface="Lucida Sans Typewriter" panose="020B0509030504030204" pitchFamily="49" charset="0"/>
              </a:rPr>
              <a:t> 0 1 1 # 1 </a:t>
            </a:r>
            <a:r>
              <a:rPr lang="en-US" sz="1800" dirty="0">
                <a:solidFill>
                  <a:srgbClr val="806000"/>
                </a:solidFill>
                <a:latin typeface="Lucida Sans Typewriter" panose="020B0509030504030204" pitchFamily="49" charset="0"/>
              </a:rPr>
              <a:t>0X</a:t>
            </a:r>
            <a:r>
              <a:rPr lang="en-US" sz="1800" dirty="0">
                <a:latin typeface="Lucida Sans Typewriter" panose="020B0509030504030204" pitchFamily="49" charset="0"/>
              </a:rPr>
              <a:t> 1 1 # 1 0 </a:t>
            </a:r>
            <a:r>
              <a:rPr lang="en-US" sz="1800" dirty="0">
                <a:solidFill>
                  <a:srgbClr val="008000"/>
                </a:solidFill>
                <a:latin typeface="Lucida Sans Typewriter" panose="020B0509030504030204" pitchFamily="49" charset="0"/>
              </a:rPr>
              <a:t>1Y</a:t>
            </a:r>
            <a:r>
              <a:rPr lang="en-US" sz="1800" dirty="0">
                <a:latin typeface="Lucida Sans Typewriter" panose="020B0509030504030204" pitchFamily="49" charset="0"/>
              </a:rPr>
              <a:t> 1 # 1 0 </a:t>
            </a:r>
            <a:r>
              <a:rPr lang="en-US" sz="1800" dirty="0">
                <a:solidFill>
                  <a:srgbClr val="7030A0"/>
                </a:solidFill>
                <a:latin typeface="Lucida Sans Typewriter" panose="020B0509030504030204" pitchFamily="49" charset="0"/>
              </a:rPr>
              <a:t>A11</a:t>
            </a:r>
            <a:r>
              <a:rPr lang="en-US" sz="1800" dirty="0">
                <a:latin typeface="Lucida Sans Typewriter" panose="020B0509030504030204" pitchFamily="49" charset="0"/>
              </a:rPr>
              <a:t>  # 1 0 </a:t>
            </a:r>
            <a:r>
              <a:rPr lang="en-US" sz="1800" dirty="0">
                <a:solidFill>
                  <a:srgbClr val="FF0000"/>
                </a:solidFill>
                <a:latin typeface="Lucida Sans Typewriter" panose="020B0509030504030204" pitchFamily="49" charset="0"/>
              </a:rPr>
              <a:t>A</a:t>
            </a:r>
            <a:r>
              <a:rPr lang="en-US" sz="1800" dirty="0">
                <a:latin typeface="Lucida Sans Typewriter" panose="020B0509030504030204" pitchFamily="49" charset="0"/>
              </a:rPr>
              <a:t> 1 # 1 0 </a:t>
            </a:r>
            <a:r>
              <a:rPr lang="en-US" sz="1800" dirty="0">
                <a:solidFill>
                  <a:srgbClr val="FF0000"/>
                </a:solidFill>
                <a:latin typeface="Lucida Sans Typewriter" panose="020B0509030504030204" pitchFamily="49" charset="0"/>
              </a:rPr>
              <a:t>A</a:t>
            </a:r>
            <a:r>
              <a:rPr lang="en-US" sz="1800" dirty="0">
                <a:latin typeface="Lucida Sans Typewriter" panose="020B0509030504030204" pitchFamily="49" charset="0"/>
              </a:rPr>
              <a:t> # 1 </a:t>
            </a:r>
            <a:r>
              <a:rPr lang="en-US" sz="1800" dirty="0">
                <a:solidFill>
                  <a:srgbClr val="FF0000"/>
                </a:solidFill>
                <a:latin typeface="Lucida Sans Typewriter" panose="020B0509030504030204" pitchFamily="49" charset="0"/>
              </a:rPr>
              <a:t>A</a:t>
            </a:r>
            <a:r>
              <a:rPr lang="en-US" sz="1800" dirty="0">
                <a:latin typeface="Lucida Sans Typewriter" panose="020B0509030504030204" pitchFamily="49" charset="0"/>
              </a:rPr>
              <a:t> # </a:t>
            </a:r>
            <a:r>
              <a:rPr lang="en-US" sz="1800" dirty="0">
                <a:solidFill>
                  <a:srgbClr val="FF0000"/>
                </a:solidFill>
                <a:latin typeface="Lucida Sans Typewriter" panose="020B0509030504030204" pitchFamily="49" charset="0"/>
              </a:rPr>
              <a:t>A</a:t>
            </a:r>
            <a:r>
              <a:rPr lang="en-US" sz="1800" dirty="0">
                <a:latin typeface="Lucida Sans Typewriter" panose="020B0509030504030204" pitchFamily="49" charset="0"/>
              </a:rPr>
              <a:t> # #</a:t>
            </a:r>
            <a:endParaRPr lang="en-US" sz="1800" dirty="0"/>
          </a:p>
          <a:p>
            <a:pPr marL="0" indent="0">
              <a:buNone/>
            </a:pPr>
            <a:endParaRPr lang="en-US" sz="1800" dirty="0">
              <a:solidFill>
                <a:srgbClr val="0070C0"/>
              </a:solidFill>
              <a:latin typeface="Lucida Sans Typewriter" panose="020B0509030504030204" pitchFamily="49" charset="0"/>
            </a:endParaRPr>
          </a:p>
          <a:p>
            <a:pPr marL="0" indent="0" algn="ctr">
              <a:buNone/>
            </a:pPr>
            <a:br>
              <a:rPr lang="en-US" sz="2000" dirty="0">
                <a:solidFill>
                  <a:srgbClr val="0070C0"/>
                </a:solidFill>
                <a:latin typeface="Fixed"/>
              </a:rPr>
            </a:br>
            <a:endParaRPr lang="en-US" sz="2000" dirty="0"/>
          </a:p>
          <a:p>
            <a:pPr marL="0" indent="0" algn="ctr">
              <a:buNone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#     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X1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 0 1 # 1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0600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Y0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 1 # 1 0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X1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#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  1 0 1 Y_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#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  1 0 1 0 X_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#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  …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#X101#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1Y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 0 1 # 1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80600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0X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 1 # 1 0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1Y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_#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 1 0 1 0X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_#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 1 0 1 0 0X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_#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 …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lv-LV" dirty="0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49E35A17-C2B9-91F2-054F-051DCBB54BCE}"/>
              </a:ext>
            </a:extLst>
          </p:cNvPr>
          <p:cNvGrpSpPr/>
          <p:nvPr/>
        </p:nvGrpSpPr>
        <p:grpSpPr>
          <a:xfrm>
            <a:off x="4823230" y="74321"/>
            <a:ext cx="7236785" cy="3232734"/>
            <a:chOff x="2796466" y="62602"/>
            <a:chExt cx="7236785" cy="3232734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F23C9E41-5FAD-923A-4E04-E2EDEAA6428F}"/>
                </a:ext>
              </a:extLst>
            </p:cNvPr>
            <p:cNvSpPr/>
            <p:nvPr/>
          </p:nvSpPr>
          <p:spPr>
            <a:xfrm>
              <a:off x="3790765" y="1509204"/>
              <a:ext cx="914400" cy="91440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X</a:t>
              </a: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7E08952A-705E-A79F-0D1D-87FFDE7B3F97}"/>
                </a:ext>
              </a:extLst>
            </p:cNvPr>
            <p:cNvSpPr/>
            <p:nvPr/>
          </p:nvSpPr>
          <p:spPr>
            <a:xfrm>
              <a:off x="6454808" y="1509204"/>
              <a:ext cx="914400" cy="91440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Y</a:t>
              </a:r>
            </a:p>
          </p:txBody>
        </p: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35642D68-645A-62C9-E1F6-2C6FB7A2F0BC}"/>
                </a:ext>
              </a:extLst>
            </p:cNvPr>
            <p:cNvCxnSpPr>
              <a:cxnSpLocks/>
              <a:stCxn id="4" idx="6"/>
              <a:endCxn id="5" idx="2"/>
            </p:cNvCxnSpPr>
            <p:nvPr/>
          </p:nvCxnSpPr>
          <p:spPr>
            <a:xfrm>
              <a:off x="4705165" y="1966404"/>
              <a:ext cx="1749643" cy="0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DBDCB2DE-0A5C-0520-121E-3A4AEDEE08A7}"/>
                </a:ext>
              </a:extLst>
            </p:cNvPr>
            <p:cNvCxnSpPr>
              <a:cxnSpLocks/>
            </p:cNvCxnSpPr>
            <p:nvPr/>
          </p:nvCxnSpPr>
          <p:spPr>
            <a:xfrm>
              <a:off x="2796466" y="1966404"/>
              <a:ext cx="994299" cy="0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DFAEE3A5-181A-5557-72CF-B78170F087E7}"/>
                </a:ext>
              </a:extLst>
            </p:cNvPr>
            <p:cNvSpPr/>
            <p:nvPr/>
          </p:nvSpPr>
          <p:spPr>
            <a:xfrm>
              <a:off x="9118851" y="1509204"/>
              <a:ext cx="914400" cy="91440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chemeClr val="tx1"/>
                  </a:solidFill>
                </a:rPr>
                <a:t>A</a:t>
              </a: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4E0E60FA-FB75-F5DD-47E8-C5C14902DDF9}"/>
                </a:ext>
              </a:extLst>
            </p:cNvPr>
            <p:cNvCxnSpPr>
              <a:cxnSpLocks/>
              <a:stCxn id="5" idx="6"/>
              <a:endCxn id="12" idx="2"/>
            </p:cNvCxnSpPr>
            <p:nvPr/>
          </p:nvCxnSpPr>
          <p:spPr>
            <a:xfrm>
              <a:off x="7369208" y="1966404"/>
              <a:ext cx="1749643" cy="0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Arc 16">
              <a:extLst>
                <a:ext uri="{FF2B5EF4-FFF2-40B4-BE49-F238E27FC236}">
                  <a16:creationId xmlns:a16="http://schemas.microsoft.com/office/drawing/2014/main" id="{D0509D38-403D-82BA-3D65-F07070E855D9}"/>
                </a:ext>
              </a:extLst>
            </p:cNvPr>
            <p:cNvSpPr/>
            <p:nvPr/>
          </p:nvSpPr>
          <p:spPr>
            <a:xfrm>
              <a:off x="3790765" y="981615"/>
              <a:ext cx="914400" cy="914400"/>
            </a:xfrm>
            <a:prstGeom prst="arc">
              <a:avLst>
                <a:gd name="adj1" fmla="val 8773538"/>
                <a:gd name="adj2" fmla="val 2076695"/>
              </a:avLst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82D1CA16-249F-5732-F8CB-185F26A3E09A}"/>
                </a:ext>
              </a:extLst>
            </p:cNvPr>
            <p:cNvCxnSpPr>
              <a:cxnSpLocks/>
              <a:stCxn id="5" idx="3"/>
              <a:endCxn id="4" idx="5"/>
            </p:cNvCxnSpPr>
            <p:nvPr/>
          </p:nvCxnSpPr>
          <p:spPr>
            <a:xfrm flipH="1">
              <a:off x="4571254" y="2289693"/>
              <a:ext cx="2017465" cy="0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719EE63F-BDC2-1480-2C2E-5086923C33FC}"/>
                </a:ext>
              </a:extLst>
            </p:cNvPr>
            <p:cNvSpPr txBox="1"/>
            <p:nvPr/>
          </p:nvSpPr>
          <p:spPr>
            <a:xfrm>
              <a:off x="3546491" y="62602"/>
              <a:ext cx="1406154" cy="9541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_ → 0, R</a:t>
              </a:r>
            </a:p>
            <a:p>
              <a:r>
                <a:rPr lang="en-US" sz="2800" dirty="0"/>
                <a:t>0 → 0, R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8B2464F5-420F-B5E6-EEAF-D53AB9DDA1AB}"/>
                </a:ext>
              </a:extLst>
            </p:cNvPr>
            <p:cNvSpPr txBox="1"/>
            <p:nvPr/>
          </p:nvSpPr>
          <p:spPr>
            <a:xfrm>
              <a:off x="4876909" y="1429078"/>
              <a:ext cx="140615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1 → 1, R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9D3EA813-0682-1ABA-4BD4-26AF87E39612}"/>
                </a:ext>
              </a:extLst>
            </p:cNvPr>
            <p:cNvSpPr txBox="1"/>
            <p:nvPr/>
          </p:nvSpPr>
          <p:spPr>
            <a:xfrm>
              <a:off x="7540952" y="1431475"/>
              <a:ext cx="136127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1 → 1, L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453776AB-6EE9-DA1C-F65D-933D2BABE277}"/>
                </a:ext>
              </a:extLst>
            </p:cNvPr>
            <p:cNvSpPr txBox="1"/>
            <p:nvPr/>
          </p:nvSpPr>
          <p:spPr>
            <a:xfrm>
              <a:off x="4876909" y="2341229"/>
              <a:ext cx="1406154" cy="9541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_ → 0, R</a:t>
              </a:r>
            </a:p>
            <a:p>
              <a:r>
                <a:rPr lang="en-US" sz="2800" dirty="0"/>
                <a:t>0 → 0, R</a:t>
              </a:r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5A420013-4DC4-4A31-AF81-7E1D72E1B6EF}"/>
              </a:ext>
            </a:extLst>
          </p:cNvPr>
          <p:cNvSpPr txBox="1"/>
          <p:nvPr/>
        </p:nvSpPr>
        <p:spPr>
          <a:xfrm>
            <a:off x="154355" y="3513600"/>
            <a:ext cx="1222624" cy="62670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none" lIns="72000" tIns="54000" rIns="72000" bIns="1800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#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#X1011#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Lucida Sans Typewriter" panose="020B0509030504030204" pitchFamily="49" charset="0"/>
              <a:ea typeface="+mn-ea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95ABDDF-679F-4E4B-AB3E-ECE3D650D710}"/>
              </a:ext>
            </a:extLst>
          </p:cNvPr>
          <p:cNvSpPr txBox="1"/>
          <p:nvPr/>
        </p:nvSpPr>
        <p:spPr>
          <a:xfrm>
            <a:off x="1531334" y="3513600"/>
            <a:ext cx="453183" cy="62670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none" lIns="72000" tIns="54000" rIns="72000" bIns="1800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X_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0X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Lucida Sans Typewriter" panose="020B0509030504030204" pitchFamily="49" charset="0"/>
              <a:ea typeface="+mn-ea"/>
              <a:cs typeface="+mn-cs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C717560-35EA-434D-8D7C-89947BCB14A5}"/>
              </a:ext>
            </a:extLst>
          </p:cNvPr>
          <p:cNvSpPr txBox="1"/>
          <p:nvPr/>
        </p:nvSpPr>
        <p:spPr>
          <a:xfrm>
            <a:off x="2138872" y="3513600"/>
            <a:ext cx="453183" cy="62670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none" lIns="72000" tIns="54000" rIns="72000" bIns="1800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X0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0X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Lucida Sans Typewriter" panose="020B0509030504030204" pitchFamily="49" charset="0"/>
              <a:ea typeface="+mn-ea"/>
              <a:cs typeface="+mn-cs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0257407-809B-4738-BECA-A846EC11B9E7}"/>
              </a:ext>
            </a:extLst>
          </p:cNvPr>
          <p:cNvSpPr txBox="1"/>
          <p:nvPr/>
        </p:nvSpPr>
        <p:spPr>
          <a:xfrm>
            <a:off x="2746410" y="3513600"/>
            <a:ext cx="453183" cy="62670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none" lIns="72000" tIns="54000" rIns="72000" bIns="1800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X1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1Y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8000"/>
              </a:solidFill>
              <a:effectLst/>
              <a:uLnTx/>
              <a:uFillTx/>
              <a:latin typeface="Lucida Sans Typewriter" panose="020B0509030504030204" pitchFamily="49" charset="0"/>
              <a:ea typeface="+mn-ea"/>
              <a:cs typeface="+mn-cs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20F9C5B-B9E2-40C2-9680-9AAA60648B4F}"/>
              </a:ext>
            </a:extLst>
          </p:cNvPr>
          <p:cNvSpPr txBox="1"/>
          <p:nvPr/>
        </p:nvSpPr>
        <p:spPr>
          <a:xfrm>
            <a:off x="3353948" y="3513600"/>
            <a:ext cx="453183" cy="62670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none" lIns="72000" tIns="54000" rIns="72000" bIns="1800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Y_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0X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Lucida Sans Typewriter" panose="020B0509030504030204" pitchFamily="49" charset="0"/>
              <a:ea typeface="+mn-ea"/>
              <a:cs typeface="+mn-cs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DC964A6-B389-4F7C-A99A-D9C9EF676997}"/>
              </a:ext>
            </a:extLst>
          </p:cNvPr>
          <p:cNvSpPr txBox="1"/>
          <p:nvPr/>
        </p:nvSpPr>
        <p:spPr>
          <a:xfrm>
            <a:off x="3961486" y="3513600"/>
            <a:ext cx="453183" cy="62670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none" lIns="72000" tIns="54000" rIns="72000" bIns="1800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80600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Y0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80600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80600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0X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806000"/>
              </a:solidFill>
              <a:effectLst/>
              <a:uLnTx/>
              <a:uFillTx/>
              <a:latin typeface="Lucida Sans Typewriter" panose="020B0509030504030204" pitchFamily="49" charset="0"/>
              <a:ea typeface="+mn-ea"/>
              <a:cs typeface="+mn-cs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C46D4CD-BEB7-42CC-9993-775FB18C3DF1}"/>
              </a:ext>
            </a:extLst>
          </p:cNvPr>
          <p:cNvSpPr txBox="1"/>
          <p:nvPr/>
        </p:nvSpPr>
        <p:spPr>
          <a:xfrm>
            <a:off x="4569024" y="3513600"/>
            <a:ext cx="607071" cy="62670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none" lIns="72000" tIns="54000" rIns="72000" bIns="1800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1Y1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A11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Lucida Sans Typewriter" panose="020B0509030504030204" pitchFamily="49" charset="0"/>
              <a:ea typeface="+mn-ea"/>
              <a:cs typeface="+mn-cs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9D94EDE-82E6-417A-A40C-B34435C53255}"/>
              </a:ext>
            </a:extLst>
          </p:cNvPr>
          <p:cNvSpPr txBox="1"/>
          <p:nvPr/>
        </p:nvSpPr>
        <p:spPr>
          <a:xfrm>
            <a:off x="5331820" y="3513600"/>
            <a:ext cx="299295" cy="62670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none" lIns="72000" tIns="54000" rIns="72000" bIns="1800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_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_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Lucida Sans Typewriter" panose="020B0509030504030204" pitchFamily="49" charset="0"/>
              <a:ea typeface="+mn-ea"/>
              <a:cs typeface="+mn-cs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0EDE98C-2E12-4BAE-AB7F-0D810DB0A64B}"/>
              </a:ext>
            </a:extLst>
          </p:cNvPr>
          <p:cNvSpPr txBox="1"/>
          <p:nvPr/>
        </p:nvSpPr>
        <p:spPr>
          <a:xfrm>
            <a:off x="5784100" y="3513600"/>
            <a:ext cx="299295" cy="62670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none" lIns="72000" tIns="54000" rIns="72000" bIns="1800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0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0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Lucida Sans Typewriter" panose="020B0509030504030204" pitchFamily="49" charset="0"/>
              <a:ea typeface="+mn-ea"/>
              <a:cs typeface="+mn-cs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D0CB916-6420-4BFB-913F-B716EDF344D0}"/>
              </a:ext>
            </a:extLst>
          </p:cNvPr>
          <p:cNvSpPr txBox="1"/>
          <p:nvPr/>
        </p:nvSpPr>
        <p:spPr>
          <a:xfrm>
            <a:off x="6236380" y="3513600"/>
            <a:ext cx="299295" cy="62670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none" lIns="72000" tIns="54000" rIns="72000" bIns="1800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1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1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Lucida Sans Typewriter" panose="020B0509030504030204" pitchFamily="49" charset="0"/>
              <a:ea typeface="+mn-ea"/>
              <a:cs typeface="+mn-cs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B6D1006-7444-4555-A6E7-3F8498C5D90D}"/>
              </a:ext>
            </a:extLst>
          </p:cNvPr>
          <p:cNvSpPr txBox="1"/>
          <p:nvPr/>
        </p:nvSpPr>
        <p:spPr>
          <a:xfrm>
            <a:off x="6688660" y="3513600"/>
            <a:ext cx="299295" cy="62670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none" lIns="72000" tIns="54000" rIns="72000" bIns="1800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#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#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Lucida Sans Typewriter" panose="020B0509030504030204" pitchFamily="49" charset="0"/>
              <a:ea typeface="+mn-ea"/>
              <a:cs typeface="+mn-cs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170977D-BC85-4820-9CA0-2E8BEC53010C}"/>
              </a:ext>
            </a:extLst>
          </p:cNvPr>
          <p:cNvSpPr txBox="1"/>
          <p:nvPr/>
        </p:nvSpPr>
        <p:spPr>
          <a:xfrm>
            <a:off x="7140940" y="3513600"/>
            <a:ext cx="453183" cy="62670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none" lIns="72000" tIns="54000" rIns="72000" bIns="1800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#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_#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Lucida Sans Typewriter" panose="020B0509030504030204" pitchFamily="49" charset="0"/>
              <a:ea typeface="+mn-ea"/>
              <a:cs typeface="+mn-cs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0B74E4D-DE16-4125-83AD-48EAEAF3B571}"/>
              </a:ext>
            </a:extLst>
          </p:cNvPr>
          <p:cNvSpPr txBox="1"/>
          <p:nvPr/>
        </p:nvSpPr>
        <p:spPr>
          <a:xfrm>
            <a:off x="7746205" y="3513600"/>
            <a:ext cx="453183" cy="62670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none" lIns="72000" tIns="54000" rIns="72000" bIns="1800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_A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A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Lucida Sans Typewriter" panose="020B0509030504030204" pitchFamily="49" charset="0"/>
              <a:ea typeface="+mn-ea"/>
              <a:cs typeface="+mn-cs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0E40AF3-8657-4DDD-A003-DBF3F00D118B}"/>
              </a:ext>
            </a:extLst>
          </p:cNvPr>
          <p:cNvSpPr txBox="1"/>
          <p:nvPr/>
        </p:nvSpPr>
        <p:spPr>
          <a:xfrm>
            <a:off x="8351470" y="3513600"/>
            <a:ext cx="453183" cy="62670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none" lIns="72000" tIns="54000" rIns="72000" bIns="1800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A_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A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Lucida Sans Typewriter" panose="020B0509030504030204" pitchFamily="49" charset="0"/>
              <a:ea typeface="+mn-ea"/>
              <a:cs typeface="+mn-cs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F8CB33E-1D42-4C14-8952-514D3012B39C}"/>
              </a:ext>
            </a:extLst>
          </p:cNvPr>
          <p:cNvSpPr txBox="1"/>
          <p:nvPr/>
        </p:nvSpPr>
        <p:spPr>
          <a:xfrm>
            <a:off x="8956735" y="3513600"/>
            <a:ext cx="453183" cy="62670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none" lIns="72000" tIns="54000" rIns="72000" bIns="1800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0A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A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Lucida Sans Typewriter" panose="020B0509030504030204" pitchFamily="49" charset="0"/>
              <a:ea typeface="+mn-ea"/>
              <a:cs typeface="+mn-cs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EAED5B3-CEE3-44DD-BFD9-4A3EB91F2691}"/>
              </a:ext>
            </a:extLst>
          </p:cNvPr>
          <p:cNvSpPr txBox="1"/>
          <p:nvPr/>
        </p:nvSpPr>
        <p:spPr>
          <a:xfrm>
            <a:off x="9565917" y="3513600"/>
            <a:ext cx="453183" cy="62670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none" lIns="72000" tIns="54000" rIns="72000" bIns="1800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A0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A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Lucida Sans Typewriter" panose="020B0509030504030204" pitchFamily="49" charset="0"/>
              <a:ea typeface="+mn-ea"/>
              <a:cs typeface="+mn-cs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63769F9-B3A3-4E02-B75B-159D8E808738}"/>
              </a:ext>
            </a:extLst>
          </p:cNvPr>
          <p:cNvSpPr txBox="1"/>
          <p:nvPr/>
        </p:nvSpPr>
        <p:spPr>
          <a:xfrm>
            <a:off x="10174551" y="3513600"/>
            <a:ext cx="453183" cy="62670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none" lIns="72000" tIns="54000" rIns="72000" bIns="1800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1A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A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Lucida Sans Typewriter" panose="020B0509030504030204" pitchFamily="49" charset="0"/>
              <a:ea typeface="+mn-ea"/>
              <a:cs typeface="+mn-cs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93931A1-FB8D-415A-800E-E60A8BC63F17}"/>
              </a:ext>
            </a:extLst>
          </p:cNvPr>
          <p:cNvSpPr txBox="1"/>
          <p:nvPr/>
        </p:nvSpPr>
        <p:spPr>
          <a:xfrm>
            <a:off x="10779816" y="3513600"/>
            <a:ext cx="453183" cy="62670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none" lIns="72000" tIns="54000" rIns="72000" bIns="1800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A1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A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Lucida Sans Typewriter" panose="020B0509030504030204" pitchFamily="49" charset="0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A1E20B4-4F2F-418E-B705-956EBAFEEA43}"/>
              </a:ext>
            </a:extLst>
          </p:cNvPr>
          <p:cNvSpPr txBox="1"/>
          <p:nvPr/>
        </p:nvSpPr>
        <p:spPr>
          <a:xfrm>
            <a:off x="11388257" y="3513600"/>
            <a:ext cx="607071" cy="62670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none" lIns="72000" tIns="54000" rIns="72000" bIns="1800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A##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#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Lucida Sans Typewriter" panose="020B0509030504030204" pitchFamily="49" charset="0"/>
              <a:ea typeface="+mn-ea"/>
              <a:cs typeface="+mn-cs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4B2F3E2-4532-46BF-88CF-0B413CED709E}"/>
              </a:ext>
            </a:extLst>
          </p:cNvPr>
          <p:cNvSpPr txBox="1"/>
          <p:nvPr/>
        </p:nvSpPr>
        <p:spPr>
          <a:xfrm>
            <a:off x="154355" y="5171443"/>
            <a:ext cx="1068736" cy="62670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none" lIns="72000" tIns="54000" rIns="72000" bIns="1800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#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#X101#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Lucida Sans Typewriter" panose="020B0509030504030204" pitchFamily="49" charset="0"/>
              <a:ea typeface="+mn-ea"/>
              <a:cs typeface="+mn-cs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BF33915-5E81-4564-81A5-C0F993B94690}"/>
              </a:ext>
            </a:extLst>
          </p:cNvPr>
          <p:cNvSpPr txBox="1"/>
          <p:nvPr/>
        </p:nvSpPr>
        <p:spPr>
          <a:xfrm>
            <a:off x="1531334" y="5171443"/>
            <a:ext cx="453183" cy="62670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none" lIns="72000" tIns="54000" rIns="72000" bIns="1800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X_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0X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Lucida Sans Typewriter" panose="020B0509030504030204" pitchFamily="49" charset="0"/>
              <a:ea typeface="+mn-ea"/>
              <a:cs typeface="+mn-cs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42A34E4-0165-4C99-99AF-6BCC3713C075}"/>
              </a:ext>
            </a:extLst>
          </p:cNvPr>
          <p:cNvSpPr txBox="1"/>
          <p:nvPr/>
        </p:nvSpPr>
        <p:spPr>
          <a:xfrm>
            <a:off x="2138872" y="5171443"/>
            <a:ext cx="453183" cy="62670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none" lIns="72000" tIns="54000" rIns="72000" bIns="1800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X0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0X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Lucida Sans Typewriter" panose="020B0509030504030204" pitchFamily="49" charset="0"/>
              <a:ea typeface="+mn-ea"/>
              <a:cs typeface="+mn-cs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7315DD5-C194-4B66-B645-34362BD22C99}"/>
              </a:ext>
            </a:extLst>
          </p:cNvPr>
          <p:cNvSpPr txBox="1"/>
          <p:nvPr/>
        </p:nvSpPr>
        <p:spPr>
          <a:xfrm>
            <a:off x="2746410" y="5171443"/>
            <a:ext cx="453183" cy="62670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none" lIns="72000" tIns="54000" rIns="72000" bIns="1800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X1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1Y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8000"/>
              </a:solidFill>
              <a:effectLst/>
              <a:uLnTx/>
              <a:uFillTx/>
              <a:latin typeface="Lucida Sans Typewriter" panose="020B0509030504030204" pitchFamily="49" charset="0"/>
              <a:ea typeface="+mn-ea"/>
              <a:cs typeface="+mn-cs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17EE4B3-499E-42D6-AD9C-F681C97CEED8}"/>
              </a:ext>
            </a:extLst>
          </p:cNvPr>
          <p:cNvSpPr txBox="1"/>
          <p:nvPr/>
        </p:nvSpPr>
        <p:spPr>
          <a:xfrm>
            <a:off x="3353948" y="5171443"/>
            <a:ext cx="453183" cy="62670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none" lIns="72000" tIns="54000" rIns="72000" bIns="1800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Y_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0X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Lucida Sans Typewriter" panose="020B0509030504030204" pitchFamily="49" charset="0"/>
              <a:ea typeface="+mn-ea"/>
              <a:cs typeface="+mn-cs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888FA8E-85B9-43DC-8DDB-D8B6F1B9B10E}"/>
              </a:ext>
            </a:extLst>
          </p:cNvPr>
          <p:cNvSpPr txBox="1"/>
          <p:nvPr/>
        </p:nvSpPr>
        <p:spPr>
          <a:xfrm>
            <a:off x="3961486" y="5171443"/>
            <a:ext cx="453183" cy="62670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none" lIns="72000" tIns="54000" rIns="72000" bIns="1800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80600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Y0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80600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80600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0X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806000"/>
              </a:solidFill>
              <a:effectLst/>
              <a:uLnTx/>
              <a:uFillTx/>
              <a:latin typeface="Lucida Sans Typewriter" panose="020B0509030504030204" pitchFamily="49" charset="0"/>
              <a:ea typeface="+mn-ea"/>
              <a:cs typeface="+mn-cs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74F6B8C-B188-46DE-A9A4-9CDD581A8CCB}"/>
              </a:ext>
            </a:extLst>
          </p:cNvPr>
          <p:cNvSpPr txBox="1"/>
          <p:nvPr/>
        </p:nvSpPr>
        <p:spPr>
          <a:xfrm>
            <a:off x="4569024" y="5171443"/>
            <a:ext cx="607071" cy="62670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none" lIns="72000" tIns="54000" rIns="72000" bIns="1800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1Y1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A11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Lucida Sans Typewriter" panose="020B0509030504030204" pitchFamily="49" charset="0"/>
              <a:ea typeface="+mn-ea"/>
              <a:cs typeface="+mn-cs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6B55423-680B-4A28-A7A7-B1FB22D6E1D9}"/>
              </a:ext>
            </a:extLst>
          </p:cNvPr>
          <p:cNvSpPr txBox="1"/>
          <p:nvPr/>
        </p:nvSpPr>
        <p:spPr>
          <a:xfrm>
            <a:off x="5331820" y="5171443"/>
            <a:ext cx="299295" cy="62670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none" lIns="72000" tIns="54000" rIns="72000" bIns="1800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_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_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Lucida Sans Typewriter" panose="020B0509030504030204" pitchFamily="49" charset="0"/>
              <a:ea typeface="+mn-ea"/>
              <a:cs typeface="+mn-cs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E61EC2A-8F57-4CC5-8847-3E2F4E6A8E95}"/>
              </a:ext>
            </a:extLst>
          </p:cNvPr>
          <p:cNvSpPr txBox="1"/>
          <p:nvPr/>
        </p:nvSpPr>
        <p:spPr>
          <a:xfrm>
            <a:off x="5784100" y="5171443"/>
            <a:ext cx="299295" cy="62670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none" lIns="72000" tIns="54000" rIns="72000" bIns="1800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0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0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Lucida Sans Typewriter" panose="020B0509030504030204" pitchFamily="49" charset="0"/>
              <a:ea typeface="+mn-ea"/>
              <a:cs typeface="+mn-cs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3D7ECA8-0821-4FED-8504-DA8575E1A4B3}"/>
              </a:ext>
            </a:extLst>
          </p:cNvPr>
          <p:cNvSpPr txBox="1"/>
          <p:nvPr/>
        </p:nvSpPr>
        <p:spPr>
          <a:xfrm>
            <a:off x="6236380" y="5171443"/>
            <a:ext cx="299295" cy="62670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none" lIns="72000" tIns="54000" rIns="72000" bIns="1800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1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1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Lucida Sans Typewriter" panose="020B0509030504030204" pitchFamily="49" charset="0"/>
              <a:ea typeface="+mn-ea"/>
              <a:cs typeface="+mn-cs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D6EE0300-0C67-4C8E-9EA0-EF53A66D400F}"/>
              </a:ext>
            </a:extLst>
          </p:cNvPr>
          <p:cNvSpPr txBox="1"/>
          <p:nvPr/>
        </p:nvSpPr>
        <p:spPr>
          <a:xfrm>
            <a:off x="6688660" y="5171443"/>
            <a:ext cx="299295" cy="62670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none" lIns="72000" tIns="54000" rIns="72000" bIns="1800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#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#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Lucida Sans Typewriter" panose="020B0509030504030204" pitchFamily="49" charset="0"/>
              <a:ea typeface="+mn-ea"/>
              <a:cs typeface="+mn-cs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58ABAAC-9640-4C85-AF2E-AF5FC0792BA1}"/>
              </a:ext>
            </a:extLst>
          </p:cNvPr>
          <p:cNvSpPr txBox="1"/>
          <p:nvPr/>
        </p:nvSpPr>
        <p:spPr>
          <a:xfrm>
            <a:off x="7140940" y="5171443"/>
            <a:ext cx="453183" cy="62670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none" lIns="72000" tIns="54000" rIns="72000" bIns="1800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#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_#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Lucida Sans Typewriter" panose="020B0509030504030204" pitchFamily="49" charset="0"/>
              <a:ea typeface="+mn-ea"/>
              <a:cs typeface="+mn-cs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24B8221-8F79-4E96-A2EB-99E81F77D123}"/>
              </a:ext>
            </a:extLst>
          </p:cNvPr>
          <p:cNvSpPr txBox="1"/>
          <p:nvPr/>
        </p:nvSpPr>
        <p:spPr>
          <a:xfrm>
            <a:off x="7746205" y="5171443"/>
            <a:ext cx="453183" cy="62670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none" lIns="72000" tIns="54000" rIns="72000" bIns="1800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_A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A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Lucida Sans Typewriter" panose="020B0509030504030204" pitchFamily="49" charset="0"/>
              <a:ea typeface="+mn-ea"/>
              <a:cs typeface="+mn-cs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6882DD7-66D3-448A-8E87-445A40A7F598}"/>
              </a:ext>
            </a:extLst>
          </p:cNvPr>
          <p:cNvSpPr txBox="1"/>
          <p:nvPr/>
        </p:nvSpPr>
        <p:spPr>
          <a:xfrm>
            <a:off x="8351470" y="5171443"/>
            <a:ext cx="453183" cy="62670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none" lIns="72000" tIns="54000" rIns="72000" bIns="1800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A_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A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Lucida Sans Typewriter" panose="020B0509030504030204" pitchFamily="49" charset="0"/>
              <a:ea typeface="+mn-ea"/>
              <a:cs typeface="+mn-cs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7902630C-1275-4DE4-8E1D-398AD4AECD43}"/>
              </a:ext>
            </a:extLst>
          </p:cNvPr>
          <p:cNvSpPr txBox="1"/>
          <p:nvPr/>
        </p:nvSpPr>
        <p:spPr>
          <a:xfrm>
            <a:off x="8956735" y="5171443"/>
            <a:ext cx="453183" cy="62670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none" lIns="72000" tIns="54000" rIns="72000" bIns="1800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0A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A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Lucida Sans Typewriter" panose="020B0509030504030204" pitchFamily="49" charset="0"/>
              <a:ea typeface="+mn-ea"/>
              <a:cs typeface="+mn-cs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9E40619-D12F-4D4D-BD1A-713F15D9FC12}"/>
              </a:ext>
            </a:extLst>
          </p:cNvPr>
          <p:cNvSpPr txBox="1"/>
          <p:nvPr/>
        </p:nvSpPr>
        <p:spPr>
          <a:xfrm>
            <a:off x="9565917" y="5171443"/>
            <a:ext cx="453183" cy="62670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none" lIns="72000" tIns="54000" rIns="72000" bIns="1800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A0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A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Lucida Sans Typewriter" panose="020B0509030504030204" pitchFamily="49" charset="0"/>
              <a:ea typeface="+mn-ea"/>
              <a:cs typeface="+mn-cs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DE0DA9A-89D0-406E-A599-27FE32733583}"/>
              </a:ext>
            </a:extLst>
          </p:cNvPr>
          <p:cNvSpPr txBox="1"/>
          <p:nvPr/>
        </p:nvSpPr>
        <p:spPr>
          <a:xfrm>
            <a:off x="10174551" y="5171443"/>
            <a:ext cx="453183" cy="62670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none" lIns="72000" tIns="54000" rIns="72000" bIns="1800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1A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A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Lucida Sans Typewriter" panose="020B0509030504030204" pitchFamily="49" charset="0"/>
              <a:ea typeface="+mn-ea"/>
              <a:cs typeface="+mn-cs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9D3CEDD-9641-48D7-84EC-36B4148C7DFB}"/>
              </a:ext>
            </a:extLst>
          </p:cNvPr>
          <p:cNvSpPr txBox="1"/>
          <p:nvPr/>
        </p:nvSpPr>
        <p:spPr>
          <a:xfrm>
            <a:off x="10779816" y="5171443"/>
            <a:ext cx="453183" cy="62670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none" lIns="72000" tIns="54000" rIns="72000" bIns="1800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A1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A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Lucida Sans Typewriter" panose="020B0509030504030204" pitchFamily="49" charset="0"/>
              <a:ea typeface="+mn-ea"/>
              <a:cs typeface="+mn-cs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4A36506-4C6A-43BA-9BA9-F93394BFABD9}"/>
              </a:ext>
            </a:extLst>
          </p:cNvPr>
          <p:cNvSpPr txBox="1"/>
          <p:nvPr/>
        </p:nvSpPr>
        <p:spPr>
          <a:xfrm>
            <a:off x="11388257" y="5171443"/>
            <a:ext cx="607071" cy="626701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txBody>
          <a:bodyPr wrap="none" lIns="72000" tIns="54000" rIns="72000" bIns="18000" rtlCol="0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A##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Lucida Sans Typewriter" panose="020B0509030504030204" pitchFamily="49" charset="0"/>
                <a:ea typeface="+mn-ea"/>
                <a:cs typeface="+mn-cs"/>
              </a:rPr>
              <a:t>#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Lucida Sans Typewriter" panose="020B0509030504030204" pitchFamily="49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9363709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6267314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2AFBC05-F7A6-4527-BC21-B0ECB4F617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356" y="0"/>
            <a:ext cx="993728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104741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7C4CDC5-8E68-450D-AA51-4996DD4A35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1755" y="561575"/>
            <a:ext cx="10488489" cy="5734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888610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5300308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98B740-FC70-4C75-A1DD-21971BAC80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Wang tiles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7360CF-450E-454B-B8A4-21525E34BB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5637202" cy="3880773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Given a finite set of tiles, can they tile the plane?</a:t>
            </a:r>
          </a:p>
          <a:p>
            <a:pPr lvl="1"/>
            <a:r>
              <a:rPr lang="en-US" dirty="0"/>
              <a:t>i.e., whether an entire infinite plane can be filled using only these tiles</a:t>
            </a:r>
          </a:p>
          <a:p>
            <a:pPr lvl="1"/>
            <a:r>
              <a:rPr lang="en-US" dirty="0"/>
              <a:t>Adjacent tiles must have the same color at their common edge</a:t>
            </a:r>
          </a:p>
          <a:p>
            <a:r>
              <a:rPr lang="en-US" dirty="0"/>
              <a:t>Equivalent formulations – puzzle pieces, domino</a:t>
            </a:r>
          </a:p>
          <a:p>
            <a:endParaRPr lang="en-US" dirty="0"/>
          </a:p>
          <a:p>
            <a:r>
              <a:rPr lang="en-US" dirty="0"/>
              <a:t>This problem is undecidable</a:t>
            </a:r>
          </a:p>
          <a:p>
            <a:pPr lvl="1"/>
            <a:r>
              <a:rPr lang="en-US" dirty="0"/>
              <a:t>Similarly as PCP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E78E37B-FF1A-418E-BDB9-96676ED493EA}"/>
              </a:ext>
            </a:extLst>
          </p:cNvPr>
          <p:cNvSpPr txBox="1"/>
          <p:nvPr/>
        </p:nvSpPr>
        <p:spPr>
          <a:xfrm>
            <a:off x="8184172" y="6442502"/>
            <a:ext cx="4007828" cy="415498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050" dirty="0"/>
              <a:t>Pictures: </a:t>
            </a:r>
            <a:r>
              <a:rPr lang="en-US" sz="1050" dirty="0">
                <a:hlinkClick r:id="rId2"/>
              </a:rPr>
              <a:t>https://en.wikipedia.org/wiki/Wang_tile</a:t>
            </a:r>
            <a:br>
              <a:rPr lang="en-US" sz="1050" dirty="0"/>
            </a:br>
            <a:r>
              <a:rPr lang="en-US" sz="1050" dirty="0">
                <a:hlinkClick r:id="rId3"/>
              </a:rPr>
              <a:t>https://academickids.com/encyclopedia/index.php/Wang_tile</a:t>
            </a:r>
            <a:endParaRPr lang="en-US" sz="105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59B45F4-6C5C-4D5B-8AA3-6A495A2333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68550" y="1625515"/>
            <a:ext cx="3433314" cy="358675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4C4C3F9-1C3D-40C3-8953-F8A7FAFC2E5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08890" y="398920"/>
            <a:ext cx="3692974" cy="99640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74044B6-1E31-41AE-93B9-8FD9CE88539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14536" y="5130565"/>
            <a:ext cx="1639277" cy="131193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ED747B7-7716-49F4-A891-D5C1C040C81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64182" y="5827235"/>
            <a:ext cx="898978" cy="74626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31F6FC7-81C4-4857-882B-E1B53A5B027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07667" y="5902710"/>
            <a:ext cx="879965" cy="64861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5" name="Arrow: Right 14">
            <a:extLst>
              <a:ext uri="{FF2B5EF4-FFF2-40B4-BE49-F238E27FC236}">
                <a16:creationId xmlns:a16="http://schemas.microsoft.com/office/drawing/2014/main" id="{194C9D07-DAEE-40C8-A718-4A962D175955}"/>
              </a:ext>
            </a:extLst>
          </p:cNvPr>
          <p:cNvSpPr/>
          <p:nvPr/>
        </p:nvSpPr>
        <p:spPr>
          <a:xfrm>
            <a:off x="2355685" y="6044425"/>
            <a:ext cx="1259457" cy="36518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Reduction</a:t>
            </a:r>
          </a:p>
        </p:txBody>
      </p:sp>
    </p:spTree>
    <p:extLst>
      <p:ext uri="{BB962C8B-B14F-4D97-AF65-F5344CB8AC3E}">
        <p14:creationId xmlns:p14="http://schemas.microsoft.com/office/powerpoint/2010/main" val="181481264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94D364-189C-4CBE-9F37-FE47292F5B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more undecidable problems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998B5EF-5C68-474E-B1A9-56ED3185F20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There are many undecidable problems, </a:t>
                </a:r>
                <a:r>
                  <a:rPr lang="en-US"/>
                  <a:t>e.g.:</a:t>
                </a:r>
                <a:endParaRPr lang="en-US" dirty="0"/>
              </a:p>
              <a:p>
                <a:pPr lvl="1"/>
                <a:r>
                  <a:rPr lang="en-US" dirty="0"/>
                  <a:t>The </a:t>
                </a:r>
                <a:r>
                  <a:rPr lang="en-US" b="1" dirty="0"/>
                  <a:t>mortal matrix problem </a:t>
                </a:r>
                <a:r>
                  <a:rPr lang="en-US" dirty="0"/>
                  <a:t>is the problem of determining, given a finite set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matrices with integer entries, whether they can be multiplied in some order, possibly with repetition, to yield the zero matrix.</a:t>
                </a:r>
              </a:p>
              <a:p>
                <a:pPr lvl="1"/>
                <a:r>
                  <a:rPr lang="en-US" b="1" dirty="0"/>
                  <a:t>Hilbert's tenth problem</a:t>
                </a:r>
                <a:r>
                  <a:rPr lang="en-US" dirty="0"/>
                  <a:t>: the problem of deciding whether a multivariable polynomial equation has a solution in integers.</a:t>
                </a:r>
              </a:p>
              <a:p>
                <a:pPr lvl="1"/>
                <a:r>
                  <a:rPr lang="en-US" b="1" dirty="0"/>
                  <a:t>Conway's Game of Life</a:t>
                </a:r>
                <a:r>
                  <a:rPr lang="en-US" dirty="0"/>
                  <a:t> on whether given an initial pattern and another pattern, can the latter pattern ever appear from the initial one</a:t>
                </a:r>
              </a:p>
              <a:p>
                <a:pPr lvl="1"/>
                <a:r>
                  <a:rPr lang="en-US" dirty="0"/>
                  <a:t>…</a:t>
                </a:r>
              </a:p>
              <a:p>
                <a:r>
                  <a:rPr lang="en-US" dirty="0">
                    <a:hlinkClick r:id="rId2"/>
                  </a:rPr>
                  <a:t>https://en.wikipedia.org/wiki/List_of_undecidable_problems</a:t>
                </a:r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998B5EF-5C68-474E-B1A9-56ED3185F20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426692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10390</TotalTime>
  <Words>1910</Words>
  <Application>Microsoft Office PowerPoint</Application>
  <PresentationFormat>Widescreen</PresentationFormat>
  <Paragraphs>363</Paragraphs>
  <Slides>34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1" baseType="lpstr">
      <vt:lpstr>Arial</vt:lpstr>
      <vt:lpstr>Calibri</vt:lpstr>
      <vt:lpstr>Calibri Light</vt:lpstr>
      <vt:lpstr>Cambria Math</vt:lpstr>
      <vt:lpstr>Fixed</vt:lpstr>
      <vt:lpstr>Lucida Sans Typewriter</vt:lpstr>
      <vt:lpstr>Office Theme</vt:lpstr>
      <vt:lpstr>Theory of Algorithms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Example</vt:lpstr>
      <vt:lpstr>PowerPoint Presentation</vt:lpstr>
      <vt:lpstr>PowerPoint Presentation</vt:lpstr>
      <vt:lpstr>PowerPoint Presentation</vt:lpstr>
      <vt:lpstr>PowerPoint Presentation</vt:lpstr>
      <vt:lpstr>Wang tiles</vt:lpstr>
      <vt:lpstr>Some more undecidable problems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Theory of Algorithms</dc:title>
  <dc:creator>Kaspars</dc:creator>
  <cp:lastModifiedBy>kingdel</cp:lastModifiedBy>
  <cp:revision>82</cp:revision>
  <dcterms:created xsi:type="dcterms:W3CDTF">2021-03-02T04:59:17Z</dcterms:created>
  <dcterms:modified xsi:type="dcterms:W3CDTF">2026-02-25T12:12:52Z</dcterms:modified>
</cp:coreProperties>
</file>