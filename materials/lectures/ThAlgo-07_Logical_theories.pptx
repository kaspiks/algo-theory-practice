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429F0-FC9C-4E54-B8B1-DD19D58049C0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v-L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E0E14-4246-4E52-BA2C-59A8C2E0CD1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5114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63730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8725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6321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118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7492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3411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2456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0363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8289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3000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16619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E83A2-8B17-4E7E-82E4-47DABC86ADD3}" type="datetimeFigureOut">
              <a:rPr lang="lv-LV" smtClean="0"/>
              <a:t>17.03.2022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4491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noProof="0" dirty="0"/>
              <a:t>Theory of Algorithms</a:t>
            </a:r>
            <a:endParaRPr lang="lv-LV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Decidability of logical theories</a:t>
            </a:r>
            <a:endParaRPr lang="lv-LV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82BD7-EB1E-4629-87ED-0367AA3B538D}"/>
              </a:ext>
            </a:extLst>
          </p:cNvPr>
          <p:cNvSpPr/>
          <p:nvPr/>
        </p:nvSpPr>
        <p:spPr>
          <a:xfrm>
            <a:off x="4459857" y="6349366"/>
            <a:ext cx="78270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dirty="0"/>
              <a:t>[</a:t>
            </a:r>
            <a:r>
              <a:rPr lang="en-US" dirty="0"/>
              <a:t>Michael </a:t>
            </a:r>
            <a:r>
              <a:rPr lang="en-US" dirty="0" err="1"/>
              <a:t>Sipser</a:t>
            </a:r>
            <a:r>
              <a:rPr lang="en-US" dirty="0"/>
              <a:t>. </a:t>
            </a:r>
            <a:r>
              <a:rPr lang="en-US" b="1" dirty="0"/>
              <a:t>Introduction to the Theory of Computation.</a:t>
            </a:r>
            <a:r>
              <a:rPr lang="lv-LV" dirty="0"/>
              <a:t> </a:t>
            </a:r>
            <a:r>
              <a:rPr lang="lv-LV" dirty="0" err="1"/>
              <a:t>Chapter</a:t>
            </a:r>
            <a:r>
              <a:rPr lang="lv-LV" dirty="0"/>
              <a:t> </a:t>
            </a:r>
            <a:r>
              <a:rPr lang="en-US" dirty="0"/>
              <a:t>6.2</a:t>
            </a:r>
            <a:r>
              <a:rPr lang="lv-LV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8643E-D457-4580-9F96-C6239AEB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818785"/>
            <a:ext cx="10688542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8B7249-FE97-4472-9E3E-0B19ACBD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94" y="599186"/>
            <a:ext cx="10355120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1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8B7249-FE97-4472-9E3E-0B19ACBDD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94" y="599186"/>
            <a:ext cx="10355120" cy="2248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F18314-E6CD-4D79-89B2-558CD1873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02" y="3350475"/>
            <a:ext cx="10259857" cy="1810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45706C-32BD-4B45-A3D0-D49FAD00E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68" y="5942835"/>
            <a:ext cx="4696480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9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A7194C-452F-42DB-9C17-FDC5E643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8" y="0"/>
            <a:ext cx="7867812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A2BED-846F-4A45-8088-FA4637077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439" y="5892799"/>
            <a:ext cx="3849567" cy="567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5E38A1-FCDF-448F-96EA-A896A51E0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100" y="3090333"/>
            <a:ext cx="4068900" cy="106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12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66783-30EC-4D5F-93A3-0BDDCD0BD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1184"/>
            <a:ext cx="6096000" cy="1679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502D50-3DD5-4D50-9D59-B90F81917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7070"/>
            <a:ext cx="6040371" cy="2686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5D6F8-4EA7-4E5A-9AFA-4E5F9917C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371" y="61184"/>
            <a:ext cx="6150285" cy="2686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97595D-8A58-4212-9BD2-FDDC40C6F7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542" y="2747647"/>
            <a:ext cx="6079941" cy="186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678096-F4BD-4522-9884-298E283FA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32" y="4928616"/>
            <a:ext cx="8585937" cy="186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0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428AE-C1B0-4BF8-9552-8171C45BD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40047" cy="449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75B02F-445A-40AE-85D1-97667CCEC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67" y="5048692"/>
            <a:ext cx="3991532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7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E67CF-DD21-4151-8EBB-A1CB2DCC1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90" y="205638"/>
            <a:ext cx="10555173" cy="3562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48686E-897D-473D-91D0-489194381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68" y="4140299"/>
            <a:ext cx="1067901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16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9C2F09-A619-4143-9747-F5D64DC7C1F1}"/>
              </a:ext>
            </a:extLst>
          </p:cNvPr>
          <p:cNvGrpSpPr/>
          <p:nvPr/>
        </p:nvGrpSpPr>
        <p:grpSpPr>
          <a:xfrm>
            <a:off x="608148" y="3180062"/>
            <a:ext cx="10307488" cy="3231780"/>
            <a:chOff x="704864" y="2547016"/>
            <a:chExt cx="10307488" cy="323178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CFF5FD-EC18-42C9-8782-E74EBD7C2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64" y="2547016"/>
              <a:ext cx="10307488" cy="269595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D27CFD-3AA7-4C9A-A945-8CD7E39E9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864" y="5035742"/>
              <a:ext cx="10174120" cy="74305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541EA52-9FFF-49EA-AFCD-B4AB7CD5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84" y="446158"/>
            <a:ext cx="1067901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1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B8E3B-D6DE-4CFE-9845-577C7831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46" y="256548"/>
            <a:ext cx="10917174" cy="1400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2FF9E-9D30-4F98-B0BE-5C6EEABC8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" y="1959419"/>
            <a:ext cx="10374173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F252D5-24CE-4466-8D07-5E9D42412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43" y="3568054"/>
            <a:ext cx="11002911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2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B927DF-9057-4940-9750-228A22B64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346267" cy="15855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A5640D-09E4-4775-98FB-ABFB4B37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871" y="1279431"/>
            <a:ext cx="9272258" cy="557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5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10084</TotalTime>
  <Words>21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Theory of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Algorithms</dc:title>
  <dc:creator>Kaspars</dc:creator>
  <cp:lastModifiedBy>Kaspars Balodis</cp:lastModifiedBy>
  <cp:revision>79</cp:revision>
  <dcterms:created xsi:type="dcterms:W3CDTF">2021-03-02T04:59:17Z</dcterms:created>
  <dcterms:modified xsi:type="dcterms:W3CDTF">2022-03-17T12:01:05Z</dcterms:modified>
</cp:coreProperties>
</file>