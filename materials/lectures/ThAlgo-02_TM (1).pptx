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3" r:id="rId3"/>
    <p:sldId id="280" r:id="rId4"/>
    <p:sldId id="326" r:id="rId5"/>
    <p:sldId id="283" r:id="rId6"/>
    <p:sldId id="270" r:id="rId7"/>
    <p:sldId id="274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267" r:id="rId29"/>
    <p:sldId id="273" r:id="rId30"/>
    <p:sldId id="281" r:id="rId31"/>
    <p:sldId id="327" r:id="rId32"/>
    <p:sldId id="334" r:id="rId33"/>
    <p:sldId id="328" r:id="rId34"/>
    <p:sldId id="286" r:id="rId35"/>
    <p:sldId id="285" r:id="rId36"/>
    <p:sldId id="335" r:id="rId37"/>
    <p:sldId id="271" r:id="rId38"/>
    <p:sldId id="331" r:id="rId39"/>
    <p:sldId id="275" r:id="rId40"/>
    <p:sldId id="900" r:id="rId41"/>
    <p:sldId id="324" r:id="rId42"/>
    <p:sldId id="901" r:id="rId43"/>
    <p:sldId id="276" r:id="rId44"/>
    <p:sldId id="899" r:id="rId45"/>
    <p:sldId id="688" r:id="rId46"/>
    <p:sldId id="895" r:id="rId47"/>
    <p:sldId id="894" r:id="rId48"/>
    <p:sldId id="893" r:id="rId49"/>
    <p:sldId id="892" r:id="rId50"/>
    <p:sldId id="891" r:id="rId51"/>
    <p:sldId id="890" r:id="rId52"/>
    <p:sldId id="889" r:id="rId53"/>
    <p:sldId id="888" r:id="rId54"/>
    <p:sldId id="887" r:id="rId55"/>
    <p:sldId id="886" r:id="rId56"/>
    <p:sldId id="885" r:id="rId57"/>
    <p:sldId id="884" r:id="rId58"/>
    <p:sldId id="883" r:id="rId59"/>
    <p:sldId id="882" r:id="rId60"/>
    <p:sldId id="881" r:id="rId61"/>
    <p:sldId id="880" r:id="rId62"/>
    <p:sldId id="879" r:id="rId63"/>
    <p:sldId id="878" r:id="rId64"/>
    <p:sldId id="877" r:id="rId65"/>
    <p:sldId id="876" r:id="rId66"/>
    <p:sldId id="875" r:id="rId67"/>
    <p:sldId id="836" r:id="rId68"/>
    <p:sldId id="869" r:id="rId69"/>
    <p:sldId id="868" r:id="rId70"/>
    <p:sldId id="843" r:id="rId71"/>
    <p:sldId id="842" r:id="rId72"/>
    <p:sldId id="841" r:id="rId73"/>
    <p:sldId id="844" r:id="rId74"/>
    <p:sldId id="846" r:id="rId75"/>
    <p:sldId id="845" r:id="rId76"/>
    <p:sldId id="847" r:id="rId77"/>
    <p:sldId id="848" r:id="rId78"/>
    <p:sldId id="839" r:id="rId79"/>
    <p:sldId id="838" r:id="rId80"/>
    <p:sldId id="849" r:id="rId81"/>
    <p:sldId id="837" r:id="rId82"/>
    <p:sldId id="850" r:id="rId83"/>
    <p:sldId id="851" r:id="rId84"/>
    <p:sldId id="896" r:id="rId85"/>
    <p:sldId id="852" r:id="rId86"/>
    <p:sldId id="853" r:id="rId87"/>
    <p:sldId id="902" r:id="rId88"/>
    <p:sldId id="856" r:id="rId89"/>
    <p:sldId id="855" r:id="rId90"/>
    <p:sldId id="854" r:id="rId91"/>
    <p:sldId id="858" r:id="rId92"/>
    <p:sldId id="857" r:id="rId93"/>
    <p:sldId id="859" r:id="rId94"/>
    <p:sldId id="860" r:id="rId95"/>
    <p:sldId id="861" r:id="rId96"/>
    <p:sldId id="862" r:id="rId97"/>
    <p:sldId id="870" r:id="rId98"/>
    <p:sldId id="874" r:id="rId99"/>
    <p:sldId id="873" r:id="rId100"/>
    <p:sldId id="872" r:id="rId101"/>
    <p:sldId id="871" r:id="rId102"/>
    <p:sldId id="864" r:id="rId103"/>
    <p:sldId id="865" r:id="rId104"/>
    <p:sldId id="866" r:id="rId105"/>
    <p:sldId id="867" r:id="rId106"/>
    <p:sldId id="897" r:id="rId107"/>
    <p:sldId id="898" r:id="rId108"/>
    <p:sldId id="277" r:id="rId109"/>
    <p:sldId id="288" r:id="rId110"/>
    <p:sldId id="289" r:id="rId111"/>
    <p:sldId id="278" r:id="rId112"/>
    <p:sldId id="296" r:id="rId113"/>
    <p:sldId id="290" r:id="rId114"/>
    <p:sldId id="297" r:id="rId115"/>
    <p:sldId id="291" r:id="rId116"/>
    <p:sldId id="298" r:id="rId117"/>
    <p:sldId id="325" r:id="rId118"/>
    <p:sldId id="337" r:id="rId119"/>
    <p:sldId id="292" r:id="rId120"/>
    <p:sldId id="293" r:id="rId121"/>
    <p:sldId id="338" r:id="rId1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60CD6-3F38-4076-B4FB-C4DF66C21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7AE5A-DBE0-42E1-A611-8743C9926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DCC2E-0050-4DC7-BDBC-67575A33C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8785-1558-4BB3-A2CD-AB053CFFA14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D59CB-2748-474D-926E-084DAC222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8C967-78D2-4D06-9B3C-4F8ABC457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7493-D913-4D74-B0C3-5C44158C0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5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5FD4C-716F-4CD3-8141-7E2FA7BD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D8221-D55E-4F57-94A2-F184FD5C5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3B6E3-F36C-4C8A-8C87-F9D85156E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8785-1558-4BB3-A2CD-AB053CFFA14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CF441-B107-47E2-AF63-D18C883AE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9DFEF-B61F-4AF6-9636-F9DC351D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7493-D913-4D74-B0C3-5C44158C0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312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9A2A9-127D-4257-8348-B70A84F9E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1F7BD-1D15-4E9A-B277-DB9DEFCE1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D9F5F-5119-4DE8-9216-8876D09B4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8785-1558-4BB3-A2CD-AB053CFFA14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F59A5-70FD-4A90-A399-B0BC5C40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7F9F1-E8B2-448A-8CE6-57EACEF5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7493-D913-4D74-B0C3-5C44158C0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41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E0B45-DD83-482A-ABB1-CB569C3C3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227E0-AA7A-4A1D-ABED-12E7990FA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61CED-2CEE-4F84-BC99-CFF0D2B05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330D6-37B8-4A55-B01A-1043BDF04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8785-1558-4BB3-A2CD-AB053CFFA14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B46AF-EED3-48E6-BF72-B7DD3B40C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66BDA-A6BA-40A8-BA01-E4F5A8FA0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7493-D913-4D74-B0C3-5C44158C0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96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C37DC-5FA7-463D-AD6C-0E17C10DD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2C732-5BE0-4B8F-BAFC-14287FBB4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EDC1C-AD7F-4E54-84D2-6756F8A0D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CA850-121E-423A-81FA-B37508C076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EDE6A2-CD8D-4B97-9938-D4F28A8A7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4394FA-E771-4BE1-A074-2A2B837F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8785-1558-4BB3-A2CD-AB053CFFA14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13A31C-D6C7-4DFA-82A7-FFB022F12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CFFED7-9A99-4E4B-B103-673AB922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7493-D913-4D74-B0C3-5C44158C0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44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7C066-4245-4671-AC25-830C7CEDA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1AE74-88BC-4838-95CC-6E5DE02BA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8785-1558-4BB3-A2CD-AB053CFFA14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5BC0F-ED62-4F9C-86FD-A66992A0E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CCD402-6F62-442A-851B-BC278AB3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7493-D913-4D74-B0C3-5C44158C0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50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006E3D-778E-4878-9C6F-698B77BDF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8785-1558-4BB3-A2CD-AB053CFFA14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E5D326-5868-434E-8123-B70E02195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9FC2A-8492-4397-B723-803C25CF4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7493-D913-4D74-B0C3-5C44158C0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57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3534A-976A-4892-89E0-0C63EAAC9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0D291-A006-4BA5-BE4D-01BE422A6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227E3-8DD0-435E-BC77-220B82278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7D8B29-617D-4749-B137-C5FB9A577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8785-1558-4BB3-A2CD-AB053CFFA14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B97DC-824F-4EBA-A297-9176CF902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82588-3D6C-45D8-A449-7744FA424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7493-D913-4D74-B0C3-5C44158C0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820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E9DD9-17A2-44D0-8DD3-0947BE599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697907-3C94-4E03-BD86-CD8883CF09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8CBCDE-846B-4998-8872-4A44544A3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C707-DBB7-4AFF-8753-370FCBF9E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8785-1558-4BB3-A2CD-AB053CFFA14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A4C32-8D72-45C0-8EE1-C734BF99F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68E3D-3BD2-45DB-851D-D46178303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7493-D913-4D74-B0C3-5C44158C0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01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9132A-A589-4788-B098-A3DC73CBA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F7FB-58B8-46FF-9E5D-731A86CD0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0EEBA-195C-4776-ADE0-0E0390D7C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8785-1558-4BB3-A2CD-AB053CFFA14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42A21-FA82-42C8-8519-4B36DA7F5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86F67-745B-49A9-92C3-93FCBC33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7493-D913-4D74-B0C3-5C44158C0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78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0751F4-D7D2-4067-BD1B-CB2C9B5414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EB1B7D-4A18-420D-8C8C-A45514CDB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E427A-34C4-4A61-A39D-50BC6E43F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8785-1558-4BB3-A2CD-AB053CFFA14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24B73-F97D-4FF5-8A07-C0F12C12A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B3D41-2CEA-4FFF-80D3-2B7E33E8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7493-D913-4D74-B0C3-5C44158C0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43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B4C032-2D1C-467D-8810-81E6FF40C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A6B0-F32D-4BC6-90B0-6AA4F55DF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7FC7C-4D8F-453E-B45D-3BFFE4E2F8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48785-1558-4BB3-A2CD-AB053CFFA14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FB752-87EB-4920-AEAD-1D6A6BACAC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04E7F-D8C3-4330-8DCD-C52E643F3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F7493-D913-4D74-B0C3-5C44158C0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072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6.png"/><Relationship Id="rId7" Type="http://schemas.openxmlformats.org/officeDocument/2006/relationships/image" Target="../media/image16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190.png"/><Relationship Id="rId4" Type="http://schemas.openxmlformats.org/officeDocument/2006/relationships/image" Target="../media/image17.png"/><Relationship Id="rId9" Type="http://schemas.openxmlformats.org/officeDocument/2006/relationships/image" Target="../media/image18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4" Type="http://schemas.openxmlformats.org/officeDocument/2006/relationships/image" Target="../media/image2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9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5.png"/><Relationship Id="rId4" Type="http://schemas.openxmlformats.org/officeDocument/2006/relationships/image" Target="../media/image42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6.png"/><Relationship Id="rId4" Type="http://schemas.openxmlformats.org/officeDocument/2006/relationships/image" Target="../media/image42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3.png"/><Relationship Id="rId4" Type="http://schemas.openxmlformats.org/officeDocument/2006/relationships/image" Target="../media/image6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1338F-3A26-4E81-BA43-52A3C695BB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D11964-436D-43EF-B176-88F5DF9BFC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44017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4EFA7-84A2-F118-C10C-FF15D929A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2FAF3-D28E-B4BD-6BEB-78A83E013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107353"/>
          </a:xfrm>
        </p:spPr>
        <p:txBody>
          <a:bodyPr/>
          <a:lstStyle/>
          <a:p>
            <a:r>
              <a:rPr kumimoji="0" lang="en-US" sz="6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Turing Machines</a:t>
            </a:r>
            <a:endParaRPr lang="lv-LV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B6765-C8E1-E507-EA63-FDCD99CA8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17091"/>
            <a:ext cx="10515600" cy="3272559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Definition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2641259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3614B4-B2A7-462F-9B7E-E0C0A3105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78" y="888357"/>
            <a:ext cx="11620607" cy="568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429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EF00D5-EF71-4B43-BB0C-F9CD2EAEE04D}"/>
                  </a:ext>
                </a:extLst>
              </p:cNvPr>
              <p:cNvSpPr txBox="1"/>
              <p:nvPr/>
            </p:nvSpPr>
            <p:spPr>
              <a:xfrm>
                <a:off x="1002322" y="1011115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EF00D5-EF71-4B43-BB0C-F9CD2EAEE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322" y="1011115"/>
                <a:ext cx="1929182" cy="416140"/>
              </a:xfrm>
              <a:prstGeom prst="rect">
                <a:avLst/>
              </a:prstGeom>
              <a:blipFill>
                <a:blip r:embed="rId2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B35C059-0CC3-48D4-8057-923211445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202" y="2330300"/>
            <a:ext cx="59436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476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DD5B48-8767-45E7-9183-CCA5CFBFF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8490"/>
            <a:ext cx="5943600" cy="38576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0171BE-C59F-4B89-8B44-F5AFD172F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21464" cy="28484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30D57F-1F95-4C24-817A-A777B9408C96}"/>
                  </a:ext>
                </a:extLst>
              </p:cNvPr>
              <p:cNvSpPr txBox="1"/>
              <p:nvPr/>
            </p:nvSpPr>
            <p:spPr>
              <a:xfrm>
                <a:off x="6530195" y="534838"/>
                <a:ext cx="3390181" cy="5516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lv-LV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lv-LV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lv-LV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lv-LV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lv-LV"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lv-LV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lv-LV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lv-LV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lv-LV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lv-LV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lv-LV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lv-LV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lv-LV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lv-LV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lv-LV" i="1">
                                <a:latin typeface="Cambria Math" panose="02040503050406030204" pitchFamily="18" charset="0"/>
                              </a:rPr>
                              <m:t>𝑎𝑐𝑐</m:t>
                            </m:r>
                          </m:sub>
                        </m:sSub>
                        <m:r>
                          <a:rPr lang="lv-LV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lv-LV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lv-LV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lv-LV" i="1">
                                <a:latin typeface="Cambria Math" panose="02040503050406030204" pitchFamily="18" charset="0"/>
                              </a:rPr>
                              <m:t>𝑟𝑒𝑗</m:t>
                            </m:r>
                          </m:sub>
                        </m:sSub>
                      </m:e>
                    </m:d>
                  </m:oMath>
                </a14:m>
                <a:endParaRPr lang="lv-LV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𝑎𝑐𝑐</m:t>
                            </m:r>
                          </m:sub>
                        </m:s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𝑟𝑒𝑗</m:t>
                            </m:r>
                          </m:sub>
                        </m:sSub>
                      </m:e>
                    </m:d>
                  </m:oMath>
                </a14:m>
                <a:endParaRPr lang="lv-LV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lv-LV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lv-LV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lv-LV" b="0" i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m:rPr>
                            <m:sty m:val="p"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lit/>
                          </m:rPr>
                          <a:rPr lang="lv-LV" b="1" i="0">
                            <a:latin typeface="Cambria Math" panose="02040503050406030204" pitchFamily="18" charset="0"/>
                          </a:rPr>
                          <m:t>⎵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lv-LV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lv-LV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𝑎𝑐𝑐</m:t>
                        </m:r>
                      </m:sub>
                    </m:sSub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𝑎𝑐𝑐𝑒𝑝𝑡</m:t>
                        </m:r>
                      </m:sub>
                    </m:sSub>
                  </m:oMath>
                </a14:m>
                <a:endParaRPr lang="lv-LV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𝑟𝑒𝑗</m:t>
                        </m:r>
                      </m:sub>
                    </m:sSub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𝑟𝑒𝑗𝑒𝑐𝑡</m:t>
                        </m:r>
                      </m:sub>
                    </m:sSub>
                  </m:oMath>
                </a14:m>
                <a:endParaRPr lang="lv-LV" dirty="0"/>
              </a:p>
              <a:p>
                <a:endParaRPr lang="en-US" dirty="0"/>
              </a:p>
              <a:p>
                <a:pPr defTabSz="808038">
                  <a:tabLst>
                    <a:tab pos="896938" algn="l"/>
                    <a:tab pos="1163638" algn="l"/>
                  </a:tabLst>
                </a:pPr>
                <a:r>
                  <a:rPr lang="el-GR" i="1" dirty="0"/>
                  <a:t>δ</a:t>
                </a:r>
                <a:r>
                  <a:rPr lang="en-US" i="1" dirty="0"/>
                  <a:t> </a:t>
                </a:r>
                <a:r>
                  <a:rPr lang="en-US" dirty="0"/>
                  <a:t>(</a:t>
                </a:r>
                <a:r>
                  <a:rPr lang="en-US" i="1" dirty="0"/>
                  <a:t>q</a:t>
                </a:r>
                <a:r>
                  <a:rPr lang="en-US" dirty="0"/>
                  <a:t>₁ </a:t>
                </a:r>
                <a:r>
                  <a:rPr lang="en-US" dirty="0">
                    <a:solidFill>
                      <a:schemeClr val="accent3"/>
                    </a:solidFill>
                  </a:rPr>
                  <a:t>,</a:t>
                </a:r>
                <a:r>
                  <a:rPr lang="en-US" dirty="0"/>
                  <a:t> ⎵)	=	(</a:t>
                </a:r>
                <a:r>
                  <a:rPr lang="en-US" i="1" dirty="0" err="1"/>
                  <a:t>q</a:t>
                </a:r>
                <a:r>
                  <a:rPr lang="en-US" i="1" baseline="-25000" dirty="0" err="1"/>
                  <a:t>reject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accent3"/>
                    </a:solidFill>
                  </a:rPr>
                  <a:t>, </a:t>
                </a:r>
                <a:r>
                  <a:rPr lang="en-US" dirty="0"/>
                  <a:t>⎵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R)</a:t>
                </a:r>
              </a:p>
              <a:p>
                <a:pPr defTabSz="808038">
                  <a:tabLst>
                    <a:tab pos="896938" algn="l"/>
                    <a:tab pos="1163638" algn="l"/>
                  </a:tabLst>
                </a:pPr>
                <a:r>
                  <a:rPr lang="el-GR" i="1" dirty="0"/>
                  <a:t>δ</a:t>
                </a:r>
                <a:r>
                  <a:rPr lang="en-US" i="1" dirty="0"/>
                  <a:t> </a:t>
                </a:r>
                <a:r>
                  <a:rPr lang="en-US" dirty="0"/>
                  <a:t>(</a:t>
                </a:r>
                <a:r>
                  <a:rPr lang="en-US" i="1" dirty="0"/>
                  <a:t>q</a:t>
                </a:r>
                <a:r>
                  <a:rPr lang="en-US" dirty="0"/>
                  <a:t>₁ </a:t>
                </a:r>
                <a:r>
                  <a:rPr lang="en-US" dirty="0">
                    <a:solidFill>
                      <a:schemeClr val="accent3"/>
                    </a:solidFill>
                  </a:rPr>
                  <a:t>,</a:t>
                </a:r>
                <a:r>
                  <a:rPr lang="en-US" dirty="0"/>
                  <a:t> 0)	=	(</a:t>
                </a:r>
                <a:r>
                  <a:rPr lang="en-US" i="1" dirty="0"/>
                  <a:t>q</a:t>
                </a:r>
                <a:r>
                  <a:rPr lang="en-US" dirty="0"/>
                  <a:t>₂ </a:t>
                </a:r>
                <a:r>
                  <a:rPr lang="en-US" dirty="0">
                    <a:solidFill>
                      <a:schemeClr val="accent3"/>
                    </a:solidFill>
                  </a:rPr>
                  <a:t>, </a:t>
                </a:r>
                <a:r>
                  <a:rPr lang="en-US" dirty="0"/>
                  <a:t>⎵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R)</a:t>
                </a:r>
              </a:p>
              <a:p>
                <a:pPr defTabSz="808038">
                  <a:tabLst>
                    <a:tab pos="896938" algn="l"/>
                    <a:tab pos="1163638" algn="l"/>
                  </a:tabLst>
                </a:pPr>
                <a:r>
                  <a:rPr lang="el-GR" i="1" dirty="0"/>
                  <a:t>δ</a:t>
                </a:r>
                <a:r>
                  <a:rPr lang="en-US" i="1" dirty="0"/>
                  <a:t> </a:t>
                </a:r>
                <a:r>
                  <a:rPr lang="en-US" dirty="0"/>
                  <a:t>(</a:t>
                </a:r>
                <a:r>
                  <a:rPr lang="en-US" i="1" dirty="0"/>
                  <a:t>q</a:t>
                </a:r>
                <a:r>
                  <a:rPr lang="en-US" dirty="0"/>
                  <a:t>₁ </a:t>
                </a:r>
                <a:r>
                  <a:rPr lang="en-US" dirty="0">
                    <a:solidFill>
                      <a:schemeClr val="accent3"/>
                    </a:solidFill>
                  </a:rPr>
                  <a:t>,</a:t>
                </a:r>
                <a:r>
                  <a:rPr lang="en-US" dirty="0"/>
                  <a:t> x)	=	(</a:t>
                </a:r>
                <a:r>
                  <a:rPr lang="en-US" i="1" dirty="0" err="1"/>
                  <a:t>q</a:t>
                </a:r>
                <a:r>
                  <a:rPr lang="en-US" i="1" baseline="-25000" dirty="0" err="1"/>
                  <a:t>reject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x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R)</a:t>
                </a:r>
                <a:endParaRPr lang="lv-LV" dirty="0"/>
              </a:p>
              <a:p>
                <a:pPr defTabSz="808038">
                  <a:tabLst>
                    <a:tab pos="896938" algn="l"/>
                    <a:tab pos="1163638" algn="l"/>
                  </a:tabLst>
                </a:pPr>
                <a:r>
                  <a:rPr lang="el-GR" i="1" dirty="0"/>
                  <a:t>δ</a:t>
                </a:r>
                <a:r>
                  <a:rPr lang="en-US" i="1" dirty="0"/>
                  <a:t> </a:t>
                </a:r>
                <a:r>
                  <a:rPr lang="en-US" dirty="0"/>
                  <a:t>(</a:t>
                </a:r>
                <a:r>
                  <a:rPr lang="en-US" i="1" dirty="0"/>
                  <a:t>q</a:t>
                </a:r>
                <a:r>
                  <a:rPr lang="en-US" dirty="0"/>
                  <a:t>₂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⎵)	=	(</a:t>
                </a:r>
                <a:r>
                  <a:rPr lang="en-US" i="1" dirty="0" err="1"/>
                  <a:t>q</a:t>
                </a:r>
                <a:r>
                  <a:rPr lang="en-US" i="1" baseline="-25000" dirty="0" err="1"/>
                  <a:t>accept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⎵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R)</a:t>
                </a:r>
              </a:p>
              <a:p>
                <a:pPr defTabSz="808038">
                  <a:tabLst>
                    <a:tab pos="896938" algn="l"/>
                    <a:tab pos="1163638" algn="l"/>
                  </a:tabLst>
                </a:pPr>
                <a:r>
                  <a:rPr lang="el-GR" i="1" dirty="0"/>
                  <a:t>δ</a:t>
                </a:r>
                <a:r>
                  <a:rPr lang="en-US" i="1" dirty="0"/>
                  <a:t> </a:t>
                </a:r>
                <a:r>
                  <a:rPr lang="en-US" dirty="0"/>
                  <a:t>(</a:t>
                </a:r>
                <a:r>
                  <a:rPr lang="en-US" i="1" dirty="0"/>
                  <a:t>q</a:t>
                </a:r>
                <a:r>
                  <a:rPr lang="en-US" dirty="0"/>
                  <a:t>₂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0)	=	(</a:t>
                </a:r>
                <a:r>
                  <a:rPr lang="en-US" i="1" dirty="0"/>
                  <a:t>q</a:t>
                </a:r>
                <a:r>
                  <a:rPr lang="en-US" dirty="0"/>
                  <a:t>₃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x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R)</a:t>
                </a:r>
                <a:endParaRPr lang="lv-LV" dirty="0"/>
              </a:p>
              <a:p>
                <a:pPr defTabSz="808038">
                  <a:tabLst>
                    <a:tab pos="896938" algn="l"/>
                    <a:tab pos="1163638" algn="l"/>
                  </a:tabLst>
                </a:pPr>
                <a:r>
                  <a:rPr lang="el-GR" i="1" dirty="0"/>
                  <a:t>δ</a:t>
                </a:r>
                <a:r>
                  <a:rPr lang="en-US" i="1" dirty="0"/>
                  <a:t> </a:t>
                </a:r>
                <a:r>
                  <a:rPr lang="en-US" dirty="0"/>
                  <a:t>(</a:t>
                </a:r>
                <a:r>
                  <a:rPr lang="en-US" i="1" dirty="0"/>
                  <a:t>q</a:t>
                </a:r>
                <a:r>
                  <a:rPr lang="en-US" dirty="0"/>
                  <a:t>₂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x)	=	(</a:t>
                </a:r>
                <a:r>
                  <a:rPr lang="en-US" i="1" dirty="0"/>
                  <a:t>q</a:t>
                </a:r>
                <a:r>
                  <a:rPr lang="en-US" dirty="0"/>
                  <a:t>₂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x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R)</a:t>
                </a:r>
              </a:p>
              <a:p>
                <a:pPr defTabSz="808038">
                  <a:tabLst>
                    <a:tab pos="896938" algn="l"/>
                    <a:tab pos="1163638" algn="l"/>
                  </a:tabLst>
                </a:pPr>
                <a:r>
                  <a:rPr lang="el-GR" i="1" dirty="0"/>
                  <a:t>δ</a:t>
                </a:r>
                <a:r>
                  <a:rPr lang="en-US" i="1" dirty="0"/>
                  <a:t> </a:t>
                </a:r>
                <a:r>
                  <a:rPr lang="en-US" dirty="0"/>
                  <a:t>(</a:t>
                </a:r>
                <a:r>
                  <a:rPr lang="en-US" i="1" dirty="0"/>
                  <a:t>q</a:t>
                </a:r>
                <a:r>
                  <a:rPr lang="en-US" dirty="0"/>
                  <a:t>₃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⎵)	=	(</a:t>
                </a:r>
                <a:r>
                  <a:rPr lang="en-US" i="1" dirty="0"/>
                  <a:t>q</a:t>
                </a:r>
                <a:r>
                  <a:rPr lang="en-US" dirty="0"/>
                  <a:t>₅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⎵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L)</a:t>
                </a:r>
              </a:p>
              <a:p>
                <a:pPr defTabSz="808038">
                  <a:tabLst>
                    <a:tab pos="896938" algn="l"/>
                    <a:tab pos="1163638" algn="l"/>
                  </a:tabLst>
                </a:pPr>
                <a:r>
                  <a:rPr lang="el-GR" i="1" dirty="0"/>
                  <a:t>δ</a:t>
                </a:r>
                <a:r>
                  <a:rPr lang="en-US" i="1" dirty="0"/>
                  <a:t> </a:t>
                </a:r>
                <a:r>
                  <a:rPr lang="en-US" dirty="0"/>
                  <a:t>(</a:t>
                </a:r>
                <a:r>
                  <a:rPr lang="en-US" i="1" dirty="0"/>
                  <a:t>q</a:t>
                </a:r>
                <a:r>
                  <a:rPr lang="en-US" dirty="0"/>
                  <a:t>₃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0)	=	(</a:t>
                </a:r>
                <a:r>
                  <a:rPr lang="en-US" i="1" dirty="0"/>
                  <a:t>q</a:t>
                </a:r>
                <a:r>
                  <a:rPr lang="en-US" dirty="0"/>
                  <a:t>₄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0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R)</a:t>
                </a:r>
              </a:p>
              <a:p>
                <a:pPr defTabSz="808038">
                  <a:tabLst>
                    <a:tab pos="896938" algn="l"/>
                    <a:tab pos="1163638" algn="l"/>
                  </a:tabLst>
                </a:pPr>
                <a:r>
                  <a:rPr lang="el-GR" i="1" dirty="0"/>
                  <a:t>δ</a:t>
                </a:r>
                <a:r>
                  <a:rPr lang="en-US" i="1" dirty="0"/>
                  <a:t> </a:t>
                </a:r>
                <a:r>
                  <a:rPr lang="en-US" dirty="0"/>
                  <a:t>(</a:t>
                </a:r>
                <a:r>
                  <a:rPr lang="en-US" i="1" dirty="0"/>
                  <a:t>q</a:t>
                </a:r>
                <a:r>
                  <a:rPr lang="en-US" dirty="0"/>
                  <a:t>₃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x)	=	(</a:t>
                </a:r>
                <a:r>
                  <a:rPr lang="en-US" i="1" dirty="0"/>
                  <a:t>q</a:t>
                </a:r>
                <a:r>
                  <a:rPr lang="en-US" dirty="0"/>
                  <a:t>₃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x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R)</a:t>
                </a:r>
                <a:endParaRPr lang="ru-RU" dirty="0"/>
              </a:p>
              <a:p>
                <a:pPr defTabSz="808038">
                  <a:tabLst>
                    <a:tab pos="896938" algn="l"/>
                    <a:tab pos="1163638" algn="l"/>
                  </a:tabLst>
                </a:pPr>
                <a:r>
                  <a:rPr lang="ru-RU" dirty="0"/>
                  <a:t>…</a:t>
                </a:r>
              </a:p>
              <a:p>
                <a:pPr defTabSz="808038">
                  <a:tabLst>
                    <a:tab pos="896938" algn="l"/>
                    <a:tab pos="1163638" algn="l"/>
                  </a:tabLst>
                </a:pPr>
                <a:r>
                  <a:rPr lang="el-GR" i="1" dirty="0"/>
                  <a:t>δ</a:t>
                </a:r>
                <a:r>
                  <a:rPr lang="en-US" i="1" dirty="0"/>
                  <a:t> </a:t>
                </a:r>
                <a:r>
                  <a:rPr lang="en-US" dirty="0"/>
                  <a:t>(</a:t>
                </a:r>
                <a:r>
                  <a:rPr lang="en-US" i="1" dirty="0"/>
                  <a:t>q</a:t>
                </a:r>
                <a:r>
                  <a:rPr lang="en-US" dirty="0"/>
                  <a:t>₅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x)	=</a:t>
                </a:r>
                <a:r>
                  <a:rPr lang="ru-RU" dirty="0"/>
                  <a:t>	</a:t>
                </a:r>
                <a:r>
                  <a:rPr lang="en-US" dirty="0"/>
                  <a:t>(</a:t>
                </a:r>
                <a:r>
                  <a:rPr lang="en-US" i="1" dirty="0"/>
                  <a:t>q</a:t>
                </a:r>
                <a:r>
                  <a:rPr lang="en-US" dirty="0"/>
                  <a:t>₅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x</a:t>
                </a:r>
                <a:r>
                  <a:rPr lang="en-US" dirty="0">
                    <a:solidFill>
                      <a:schemeClr val="accent3"/>
                    </a:solidFill>
                  </a:rPr>
                  <a:t> ,</a:t>
                </a:r>
                <a:r>
                  <a:rPr lang="en-US" dirty="0"/>
                  <a:t> L)</a:t>
                </a:r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30D57F-1F95-4C24-817A-A777B9408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195" y="534838"/>
                <a:ext cx="3390181" cy="5516831"/>
              </a:xfrm>
              <a:prstGeom prst="rect">
                <a:avLst/>
              </a:prstGeom>
              <a:blipFill>
                <a:blip r:embed="rId4"/>
                <a:stretch>
                  <a:fillRect l="-1439" b="-773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8091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6078C5E5-AA75-412D-9796-920476690EE6}"/>
              </a:ext>
            </a:extLst>
          </p:cNvPr>
          <p:cNvSpPr/>
          <p:nvPr/>
        </p:nvSpPr>
        <p:spPr>
          <a:xfrm>
            <a:off x="988778" y="1870122"/>
            <a:ext cx="55332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lv-LV" b="0" dirty="0"/>
              <a:t>Idea: Compare the left and right sides symbol-by-symbol,</a:t>
            </a:r>
          </a:p>
          <a:p>
            <a:r>
              <a:rPr lang="lv-LV" b="0" dirty="0"/>
              <a:t>crossing them out afterwards</a:t>
            </a:r>
          </a:p>
        </p:txBody>
      </p:sp>
    </p:spTree>
    <p:extLst>
      <p:ext uri="{BB962C8B-B14F-4D97-AF65-F5344CB8AC3E}">
        <p14:creationId xmlns:p14="http://schemas.microsoft.com/office/powerpoint/2010/main" val="268988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EED2A4C-41C9-4DF5-B004-BD422B6E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76863"/>
            <a:ext cx="5905500" cy="498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32A1C0-7D07-4638-B1DC-D20793FFBCC9}"/>
              </a:ext>
            </a:extLst>
          </p:cNvPr>
          <p:cNvSpPr/>
          <p:nvPr/>
        </p:nvSpPr>
        <p:spPr>
          <a:xfrm>
            <a:off x="6523490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9F7A-C01D-4E85-9269-6D2C9041F03C}"/>
              </a:ext>
            </a:extLst>
          </p:cNvPr>
          <p:cNvSpPr/>
          <p:nvPr/>
        </p:nvSpPr>
        <p:spPr>
          <a:xfrm>
            <a:off x="7007067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5F7DB-5243-4C72-AC36-2DCECF8C1E1F}"/>
              </a:ext>
            </a:extLst>
          </p:cNvPr>
          <p:cNvSpPr/>
          <p:nvPr/>
        </p:nvSpPr>
        <p:spPr>
          <a:xfrm>
            <a:off x="7490644" y="8350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FDCF-02B1-4BBD-B7A7-1DBFE7B791B0}"/>
              </a:ext>
            </a:extLst>
          </p:cNvPr>
          <p:cNvSpPr/>
          <p:nvPr/>
        </p:nvSpPr>
        <p:spPr>
          <a:xfrm>
            <a:off x="7974221" y="83507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5CCC3-F3DE-481D-87CB-3B15922F1B6F}"/>
              </a:ext>
            </a:extLst>
          </p:cNvPr>
          <p:cNvSpPr/>
          <p:nvPr/>
        </p:nvSpPr>
        <p:spPr>
          <a:xfrm>
            <a:off x="8457798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3B097-7E15-41B2-8235-02763B33E22B}"/>
              </a:ext>
            </a:extLst>
          </p:cNvPr>
          <p:cNvSpPr/>
          <p:nvPr/>
        </p:nvSpPr>
        <p:spPr>
          <a:xfrm>
            <a:off x="8941375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5E7CC-A4D3-42A9-9B75-610F81026742}"/>
              </a:ext>
            </a:extLst>
          </p:cNvPr>
          <p:cNvSpPr/>
          <p:nvPr/>
        </p:nvSpPr>
        <p:spPr>
          <a:xfrm>
            <a:off x="9424952" y="8350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0C9C5-FEDE-4362-8943-B4EBAD7782C0}"/>
              </a:ext>
            </a:extLst>
          </p:cNvPr>
          <p:cNvSpPr/>
          <p:nvPr/>
        </p:nvSpPr>
        <p:spPr>
          <a:xfrm>
            <a:off x="9908529" y="8350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52326-C931-40B9-89BF-9FCAE93A0CAF}"/>
              </a:ext>
            </a:extLst>
          </p:cNvPr>
          <p:cNvSpPr/>
          <p:nvPr/>
        </p:nvSpPr>
        <p:spPr>
          <a:xfrm>
            <a:off x="10392106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80D1-5690-462E-AF75-CE467F762174}"/>
              </a:ext>
            </a:extLst>
          </p:cNvPr>
          <p:cNvSpPr/>
          <p:nvPr/>
        </p:nvSpPr>
        <p:spPr>
          <a:xfrm>
            <a:off x="10875803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554A7-2623-4480-8002-CCA4361DD505}"/>
              </a:ext>
            </a:extLst>
          </p:cNvPr>
          <p:cNvSpPr/>
          <p:nvPr/>
        </p:nvSpPr>
        <p:spPr>
          <a:xfrm>
            <a:off x="11354477" y="83507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3A1FE-585B-40A7-B9D4-226D50015D49}"/>
              </a:ext>
            </a:extLst>
          </p:cNvPr>
          <p:cNvCxnSpPr/>
          <p:nvPr/>
        </p:nvCxnSpPr>
        <p:spPr>
          <a:xfrm flipV="1">
            <a:off x="6786906" y="1385967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801A0F-39DF-4D67-B3EB-4B253EA78E16}"/>
              </a:ext>
            </a:extLst>
          </p:cNvPr>
          <p:cNvCxnSpPr>
            <a:cxnSpLocks/>
          </p:cNvCxnSpPr>
          <p:nvPr/>
        </p:nvCxnSpPr>
        <p:spPr>
          <a:xfrm flipH="1" flipV="1">
            <a:off x="3481132" y="2046109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603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EED2A4C-41C9-4DF5-B004-BD422B6E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76863"/>
            <a:ext cx="5905500" cy="498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32A1C0-7D07-4638-B1DC-D20793FFBCC9}"/>
              </a:ext>
            </a:extLst>
          </p:cNvPr>
          <p:cNvSpPr/>
          <p:nvPr/>
        </p:nvSpPr>
        <p:spPr>
          <a:xfrm>
            <a:off x="6523490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9F7A-C01D-4E85-9269-6D2C9041F03C}"/>
              </a:ext>
            </a:extLst>
          </p:cNvPr>
          <p:cNvSpPr/>
          <p:nvPr/>
        </p:nvSpPr>
        <p:spPr>
          <a:xfrm>
            <a:off x="7007067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5F7DB-5243-4C72-AC36-2DCECF8C1E1F}"/>
              </a:ext>
            </a:extLst>
          </p:cNvPr>
          <p:cNvSpPr/>
          <p:nvPr/>
        </p:nvSpPr>
        <p:spPr>
          <a:xfrm>
            <a:off x="7490644" y="8350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FDCF-02B1-4BBD-B7A7-1DBFE7B791B0}"/>
              </a:ext>
            </a:extLst>
          </p:cNvPr>
          <p:cNvSpPr/>
          <p:nvPr/>
        </p:nvSpPr>
        <p:spPr>
          <a:xfrm>
            <a:off x="7974221" y="83507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5CCC3-F3DE-481D-87CB-3B15922F1B6F}"/>
              </a:ext>
            </a:extLst>
          </p:cNvPr>
          <p:cNvSpPr/>
          <p:nvPr/>
        </p:nvSpPr>
        <p:spPr>
          <a:xfrm>
            <a:off x="8457798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3B097-7E15-41B2-8235-02763B33E22B}"/>
              </a:ext>
            </a:extLst>
          </p:cNvPr>
          <p:cNvSpPr/>
          <p:nvPr/>
        </p:nvSpPr>
        <p:spPr>
          <a:xfrm>
            <a:off x="8941375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5E7CC-A4D3-42A9-9B75-610F81026742}"/>
              </a:ext>
            </a:extLst>
          </p:cNvPr>
          <p:cNvSpPr/>
          <p:nvPr/>
        </p:nvSpPr>
        <p:spPr>
          <a:xfrm>
            <a:off x="9424952" y="8350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0C9C5-FEDE-4362-8943-B4EBAD7782C0}"/>
              </a:ext>
            </a:extLst>
          </p:cNvPr>
          <p:cNvSpPr/>
          <p:nvPr/>
        </p:nvSpPr>
        <p:spPr>
          <a:xfrm>
            <a:off x="9908529" y="8350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52326-C931-40B9-89BF-9FCAE93A0CAF}"/>
              </a:ext>
            </a:extLst>
          </p:cNvPr>
          <p:cNvSpPr/>
          <p:nvPr/>
        </p:nvSpPr>
        <p:spPr>
          <a:xfrm>
            <a:off x="10392106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80D1-5690-462E-AF75-CE467F762174}"/>
              </a:ext>
            </a:extLst>
          </p:cNvPr>
          <p:cNvSpPr/>
          <p:nvPr/>
        </p:nvSpPr>
        <p:spPr>
          <a:xfrm>
            <a:off x="10875803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554A7-2623-4480-8002-CCA4361DD505}"/>
              </a:ext>
            </a:extLst>
          </p:cNvPr>
          <p:cNvSpPr/>
          <p:nvPr/>
        </p:nvSpPr>
        <p:spPr>
          <a:xfrm>
            <a:off x="11354477" y="83507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3A1FE-585B-40A7-B9D4-226D50015D49}"/>
              </a:ext>
            </a:extLst>
          </p:cNvPr>
          <p:cNvCxnSpPr/>
          <p:nvPr/>
        </p:nvCxnSpPr>
        <p:spPr>
          <a:xfrm flipV="1">
            <a:off x="7248855" y="1393988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801A0F-39DF-4D67-B3EB-4B253EA78E16}"/>
              </a:ext>
            </a:extLst>
          </p:cNvPr>
          <p:cNvCxnSpPr>
            <a:cxnSpLocks/>
          </p:cNvCxnSpPr>
          <p:nvPr/>
        </p:nvCxnSpPr>
        <p:spPr>
          <a:xfrm flipH="1" flipV="1">
            <a:off x="4884816" y="3112663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063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EED2A4C-41C9-4DF5-B004-BD422B6E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76863"/>
            <a:ext cx="5905500" cy="498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32A1C0-7D07-4638-B1DC-D20793FFBCC9}"/>
              </a:ext>
            </a:extLst>
          </p:cNvPr>
          <p:cNvSpPr/>
          <p:nvPr/>
        </p:nvSpPr>
        <p:spPr>
          <a:xfrm>
            <a:off x="6523490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9F7A-C01D-4E85-9269-6D2C9041F03C}"/>
              </a:ext>
            </a:extLst>
          </p:cNvPr>
          <p:cNvSpPr/>
          <p:nvPr/>
        </p:nvSpPr>
        <p:spPr>
          <a:xfrm>
            <a:off x="7007067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5F7DB-5243-4C72-AC36-2DCECF8C1E1F}"/>
              </a:ext>
            </a:extLst>
          </p:cNvPr>
          <p:cNvSpPr/>
          <p:nvPr/>
        </p:nvSpPr>
        <p:spPr>
          <a:xfrm>
            <a:off x="7490644" y="8350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FDCF-02B1-4BBD-B7A7-1DBFE7B791B0}"/>
              </a:ext>
            </a:extLst>
          </p:cNvPr>
          <p:cNvSpPr/>
          <p:nvPr/>
        </p:nvSpPr>
        <p:spPr>
          <a:xfrm>
            <a:off x="7974221" y="83507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5CCC3-F3DE-481D-87CB-3B15922F1B6F}"/>
              </a:ext>
            </a:extLst>
          </p:cNvPr>
          <p:cNvSpPr/>
          <p:nvPr/>
        </p:nvSpPr>
        <p:spPr>
          <a:xfrm>
            <a:off x="8457798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3B097-7E15-41B2-8235-02763B33E22B}"/>
              </a:ext>
            </a:extLst>
          </p:cNvPr>
          <p:cNvSpPr/>
          <p:nvPr/>
        </p:nvSpPr>
        <p:spPr>
          <a:xfrm>
            <a:off x="8941375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5E7CC-A4D3-42A9-9B75-610F81026742}"/>
              </a:ext>
            </a:extLst>
          </p:cNvPr>
          <p:cNvSpPr/>
          <p:nvPr/>
        </p:nvSpPr>
        <p:spPr>
          <a:xfrm>
            <a:off x="9424952" y="8350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0C9C5-FEDE-4362-8943-B4EBAD7782C0}"/>
              </a:ext>
            </a:extLst>
          </p:cNvPr>
          <p:cNvSpPr/>
          <p:nvPr/>
        </p:nvSpPr>
        <p:spPr>
          <a:xfrm>
            <a:off x="9908529" y="8350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52326-C931-40B9-89BF-9FCAE93A0CAF}"/>
              </a:ext>
            </a:extLst>
          </p:cNvPr>
          <p:cNvSpPr/>
          <p:nvPr/>
        </p:nvSpPr>
        <p:spPr>
          <a:xfrm>
            <a:off x="10392106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80D1-5690-462E-AF75-CE467F762174}"/>
              </a:ext>
            </a:extLst>
          </p:cNvPr>
          <p:cNvSpPr/>
          <p:nvPr/>
        </p:nvSpPr>
        <p:spPr>
          <a:xfrm>
            <a:off x="10875803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554A7-2623-4480-8002-CCA4361DD505}"/>
              </a:ext>
            </a:extLst>
          </p:cNvPr>
          <p:cNvSpPr/>
          <p:nvPr/>
        </p:nvSpPr>
        <p:spPr>
          <a:xfrm>
            <a:off x="11354477" y="83507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3A1FE-585B-40A7-B9D4-226D50015D49}"/>
              </a:ext>
            </a:extLst>
          </p:cNvPr>
          <p:cNvCxnSpPr/>
          <p:nvPr/>
        </p:nvCxnSpPr>
        <p:spPr>
          <a:xfrm flipV="1">
            <a:off x="8699586" y="1402009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801A0F-39DF-4D67-B3EB-4B253EA78E16}"/>
              </a:ext>
            </a:extLst>
          </p:cNvPr>
          <p:cNvCxnSpPr>
            <a:cxnSpLocks/>
          </p:cNvCxnSpPr>
          <p:nvPr/>
        </p:nvCxnSpPr>
        <p:spPr>
          <a:xfrm flipH="1" flipV="1">
            <a:off x="5292945" y="3112663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255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EED2A4C-41C9-4DF5-B004-BD422B6E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76863"/>
            <a:ext cx="5905500" cy="498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32A1C0-7D07-4638-B1DC-D20793FFBCC9}"/>
              </a:ext>
            </a:extLst>
          </p:cNvPr>
          <p:cNvSpPr/>
          <p:nvPr/>
        </p:nvSpPr>
        <p:spPr>
          <a:xfrm>
            <a:off x="6523490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9F7A-C01D-4E85-9269-6D2C9041F03C}"/>
              </a:ext>
            </a:extLst>
          </p:cNvPr>
          <p:cNvSpPr/>
          <p:nvPr/>
        </p:nvSpPr>
        <p:spPr>
          <a:xfrm>
            <a:off x="7007067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5F7DB-5243-4C72-AC36-2DCECF8C1E1F}"/>
              </a:ext>
            </a:extLst>
          </p:cNvPr>
          <p:cNvSpPr/>
          <p:nvPr/>
        </p:nvSpPr>
        <p:spPr>
          <a:xfrm>
            <a:off x="7490644" y="8350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FDCF-02B1-4BBD-B7A7-1DBFE7B791B0}"/>
              </a:ext>
            </a:extLst>
          </p:cNvPr>
          <p:cNvSpPr/>
          <p:nvPr/>
        </p:nvSpPr>
        <p:spPr>
          <a:xfrm>
            <a:off x="7974221" y="83507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5CCC3-F3DE-481D-87CB-3B15922F1B6F}"/>
              </a:ext>
            </a:extLst>
          </p:cNvPr>
          <p:cNvSpPr/>
          <p:nvPr/>
        </p:nvSpPr>
        <p:spPr>
          <a:xfrm>
            <a:off x="8457798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3B097-7E15-41B2-8235-02763B33E22B}"/>
              </a:ext>
            </a:extLst>
          </p:cNvPr>
          <p:cNvSpPr/>
          <p:nvPr/>
        </p:nvSpPr>
        <p:spPr>
          <a:xfrm>
            <a:off x="8941375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5E7CC-A4D3-42A9-9B75-610F81026742}"/>
              </a:ext>
            </a:extLst>
          </p:cNvPr>
          <p:cNvSpPr/>
          <p:nvPr/>
        </p:nvSpPr>
        <p:spPr>
          <a:xfrm>
            <a:off x="9424952" y="8350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0C9C5-FEDE-4362-8943-B4EBAD7782C0}"/>
              </a:ext>
            </a:extLst>
          </p:cNvPr>
          <p:cNvSpPr/>
          <p:nvPr/>
        </p:nvSpPr>
        <p:spPr>
          <a:xfrm>
            <a:off x="9908529" y="8350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52326-C931-40B9-89BF-9FCAE93A0CAF}"/>
              </a:ext>
            </a:extLst>
          </p:cNvPr>
          <p:cNvSpPr/>
          <p:nvPr/>
        </p:nvSpPr>
        <p:spPr>
          <a:xfrm>
            <a:off x="10392106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80D1-5690-462E-AF75-CE467F762174}"/>
              </a:ext>
            </a:extLst>
          </p:cNvPr>
          <p:cNvSpPr/>
          <p:nvPr/>
        </p:nvSpPr>
        <p:spPr>
          <a:xfrm>
            <a:off x="10875803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554A7-2623-4480-8002-CCA4361DD505}"/>
              </a:ext>
            </a:extLst>
          </p:cNvPr>
          <p:cNvSpPr/>
          <p:nvPr/>
        </p:nvSpPr>
        <p:spPr>
          <a:xfrm>
            <a:off x="11354477" y="83507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3A1FE-585B-40A7-B9D4-226D50015D49}"/>
              </a:ext>
            </a:extLst>
          </p:cNvPr>
          <p:cNvCxnSpPr/>
          <p:nvPr/>
        </p:nvCxnSpPr>
        <p:spPr>
          <a:xfrm flipV="1">
            <a:off x="9183163" y="1426073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801A0F-39DF-4D67-B3EB-4B253EA78E16}"/>
              </a:ext>
            </a:extLst>
          </p:cNvPr>
          <p:cNvCxnSpPr>
            <a:cxnSpLocks/>
          </p:cNvCxnSpPr>
          <p:nvPr/>
        </p:nvCxnSpPr>
        <p:spPr>
          <a:xfrm flipH="1" flipV="1">
            <a:off x="4795639" y="4027063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354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EED2A4C-41C9-4DF5-B004-BD422B6E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76863"/>
            <a:ext cx="5905500" cy="498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32A1C0-7D07-4638-B1DC-D20793FFBCC9}"/>
              </a:ext>
            </a:extLst>
          </p:cNvPr>
          <p:cNvSpPr/>
          <p:nvPr/>
        </p:nvSpPr>
        <p:spPr>
          <a:xfrm>
            <a:off x="6523490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9F7A-C01D-4E85-9269-6D2C9041F03C}"/>
              </a:ext>
            </a:extLst>
          </p:cNvPr>
          <p:cNvSpPr/>
          <p:nvPr/>
        </p:nvSpPr>
        <p:spPr>
          <a:xfrm>
            <a:off x="7007067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5F7DB-5243-4C72-AC36-2DCECF8C1E1F}"/>
              </a:ext>
            </a:extLst>
          </p:cNvPr>
          <p:cNvSpPr/>
          <p:nvPr/>
        </p:nvSpPr>
        <p:spPr>
          <a:xfrm>
            <a:off x="7490644" y="8350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FDCF-02B1-4BBD-B7A7-1DBFE7B791B0}"/>
              </a:ext>
            </a:extLst>
          </p:cNvPr>
          <p:cNvSpPr/>
          <p:nvPr/>
        </p:nvSpPr>
        <p:spPr>
          <a:xfrm>
            <a:off x="7974221" y="83507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5CCC3-F3DE-481D-87CB-3B15922F1B6F}"/>
              </a:ext>
            </a:extLst>
          </p:cNvPr>
          <p:cNvSpPr/>
          <p:nvPr/>
        </p:nvSpPr>
        <p:spPr>
          <a:xfrm>
            <a:off x="8457798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3B097-7E15-41B2-8235-02763B33E22B}"/>
              </a:ext>
            </a:extLst>
          </p:cNvPr>
          <p:cNvSpPr/>
          <p:nvPr/>
        </p:nvSpPr>
        <p:spPr>
          <a:xfrm>
            <a:off x="8941375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5E7CC-A4D3-42A9-9B75-610F81026742}"/>
              </a:ext>
            </a:extLst>
          </p:cNvPr>
          <p:cNvSpPr/>
          <p:nvPr/>
        </p:nvSpPr>
        <p:spPr>
          <a:xfrm>
            <a:off x="9424952" y="8350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0C9C5-FEDE-4362-8943-B4EBAD7782C0}"/>
              </a:ext>
            </a:extLst>
          </p:cNvPr>
          <p:cNvSpPr/>
          <p:nvPr/>
        </p:nvSpPr>
        <p:spPr>
          <a:xfrm>
            <a:off x="9908529" y="8350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52326-C931-40B9-89BF-9FCAE93A0CAF}"/>
              </a:ext>
            </a:extLst>
          </p:cNvPr>
          <p:cNvSpPr/>
          <p:nvPr/>
        </p:nvSpPr>
        <p:spPr>
          <a:xfrm>
            <a:off x="10392106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80D1-5690-462E-AF75-CE467F762174}"/>
              </a:ext>
            </a:extLst>
          </p:cNvPr>
          <p:cNvSpPr/>
          <p:nvPr/>
        </p:nvSpPr>
        <p:spPr>
          <a:xfrm>
            <a:off x="10875803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554A7-2623-4480-8002-CCA4361DD505}"/>
              </a:ext>
            </a:extLst>
          </p:cNvPr>
          <p:cNvSpPr/>
          <p:nvPr/>
        </p:nvSpPr>
        <p:spPr>
          <a:xfrm>
            <a:off x="11354477" y="83507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3A1FE-585B-40A7-B9D4-226D50015D49}"/>
              </a:ext>
            </a:extLst>
          </p:cNvPr>
          <p:cNvCxnSpPr/>
          <p:nvPr/>
        </p:nvCxnSpPr>
        <p:spPr>
          <a:xfrm flipV="1">
            <a:off x="9183163" y="1426073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801A0F-39DF-4D67-B3EB-4B253EA78E16}"/>
              </a:ext>
            </a:extLst>
          </p:cNvPr>
          <p:cNvCxnSpPr>
            <a:cxnSpLocks/>
          </p:cNvCxnSpPr>
          <p:nvPr/>
        </p:nvCxnSpPr>
        <p:spPr>
          <a:xfrm flipH="1" flipV="1">
            <a:off x="3809050" y="514846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908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EED2A4C-41C9-4DF5-B004-BD422B6E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76863"/>
            <a:ext cx="5905500" cy="498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32A1C0-7D07-4638-B1DC-D20793FFBCC9}"/>
              </a:ext>
            </a:extLst>
          </p:cNvPr>
          <p:cNvSpPr/>
          <p:nvPr/>
        </p:nvSpPr>
        <p:spPr>
          <a:xfrm>
            <a:off x="6523490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9F7A-C01D-4E85-9269-6D2C9041F03C}"/>
              </a:ext>
            </a:extLst>
          </p:cNvPr>
          <p:cNvSpPr/>
          <p:nvPr/>
        </p:nvSpPr>
        <p:spPr>
          <a:xfrm>
            <a:off x="7007067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5F7DB-5243-4C72-AC36-2DCECF8C1E1F}"/>
              </a:ext>
            </a:extLst>
          </p:cNvPr>
          <p:cNvSpPr/>
          <p:nvPr/>
        </p:nvSpPr>
        <p:spPr>
          <a:xfrm>
            <a:off x="7490644" y="8350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FDCF-02B1-4BBD-B7A7-1DBFE7B791B0}"/>
              </a:ext>
            </a:extLst>
          </p:cNvPr>
          <p:cNvSpPr/>
          <p:nvPr/>
        </p:nvSpPr>
        <p:spPr>
          <a:xfrm>
            <a:off x="7974221" y="83507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5CCC3-F3DE-481D-87CB-3B15922F1B6F}"/>
              </a:ext>
            </a:extLst>
          </p:cNvPr>
          <p:cNvSpPr/>
          <p:nvPr/>
        </p:nvSpPr>
        <p:spPr>
          <a:xfrm>
            <a:off x="8457798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3B097-7E15-41B2-8235-02763B33E22B}"/>
              </a:ext>
            </a:extLst>
          </p:cNvPr>
          <p:cNvSpPr/>
          <p:nvPr/>
        </p:nvSpPr>
        <p:spPr>
          <a:xfrm>
            <a:off x="8941375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5E7CC-A4D3-42A9-9B75-610F81026742}"/>
              </a:ext>
            </a:extLst>
          </p:cNvPr>
          <p:cNvSpPr/>
          <p:nvPr/>
        </p:nvSpPr>
        <p:spPr>
          <a:xfrm>
            <a:off x="9424952" y="8350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0C9C5-FEDE-4362-8943-B4EBAD7782C0}"/>
              </a:ext>
            </a:extLst>
          </p:cNvPr>
          <p:cNvSpPr/>
          <p:nvPr/>
        </p:nvSpPr>
        <p:spPr>
          <a:xfrm>
            <a:off x="9908529" y="8350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52326-C931-40B9-89BF-9FCAE93A0CAF}"/>
              </a:ext>
            </a:extLst>
          </p:cNvPr>
          <p:cNvSpPr/>
          <p:nvPr/>
        </p:nvSpPr>
        <p:spPr>
          <a:xfrm>
            <a:off x="10392106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80D1-5690-462E-AF75-CE467F762174}"/>
              </a:ext>
            </a:extLst>
          </p:cNvPr>
          <p:cNvSpPr/>
          <p:nvPr/>
        </p:nvSpPr>
        <p:spPr>
          <a:xfrm>
            <a:off x="10875803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554A7-2623-4480-8002-CCA4361DD505}"/>
              </a:ext>
            </a:extLst>
          </p:cNvPr>
          <p:cNvSpPr/>
          <p:nvPr/>
        </p:nvSpPr>
        <p:spPr>
          <a:xfrm>
            <a:off x="11354477" y="83507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3A1FE-585B-40A7-B9D4-226D50015D49}"/>
              </a:ext>
            </a:extLst>
          </p:cNvPr>
          <p:cNvCxnSpPr/>
          <p:nvPr/>
        </p:nvCxnSpPr>
        <p:spPr>
          <a:xfrm flipV="1">
            <a:off x="8212616" y="1418052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801A0F-39DF-4D67-B3EB-4B253EA78E16}"/>
              </a:ext>
            </a:extLst>
          </p:cNvPr>
          <p:cNvCxnSpPr>
            <a:cxnSpLocks/>
          </p:cNvCxnSpPr>
          <p:nvPr/>
        </p:nvCxnSpPr>
        <p:spPr>
          <a:xfrm flipH="1" flipV="1">
            <a:off x="3563165" y="5948026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2C598E-34F0-4FB6-B938-EC870556A2C1}"/>
                  </a:ext>
                </a:extLst>
              </p:cNvPr>
              <p:cNvSpPr txBox="1"/>
              <p:nvPr/>
            </p:nvSpPr>
            <p:spPr>
              <a:xfrm>
                <a:off x="5590501" y="5719011"/>
                <a:ext cx="2349554" cy="4113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lit/>
                            </m:rPr>
                            <a:rPr lang="lv-LV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</m:e>
                      </m:d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𝑟𝑒𝑗𝑒𝑐𝑡</m:t>
                              </m:r>
                            </m:sub>
                          </m:sSub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2C598E-34F0-4FB6-B938-EC870556A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501" y="5719011"/>
                <a:ext cx="2349554" cy="411395"/>
              </a:xfrm>
              <a:prstGeom prst="rect">
                <a:avLst/>
              </a:prstGeom>
              <a:blipFill>
                <a:blip r:embed="rId4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905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EED2A4C-41C9-4DF5-B004-BD422B6E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76863"/>
            <a:ext cx="5905500" cy="498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32A1C0-7D07-4638-B1DC-D20793FFBCC9}"/>
              </a:ext>
            </a:extLst>
          </p:cNvPr>
          <p:cNvSpPr/>
          <p:nvPr/>
        </p:nvSpPr>
        <p:spPr>
          <a:xfrm>
            <a:off x="6523490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9F7A-C01D-4E85-9269-6D2C9041F03C}"/>
              </a:ext>
            </a:extLst>
          </p:cNvPr>
          <p:cNvSpPr/>
          <p:nvPr/>
        </p:nvSpPr>
        <p:spPr>
          <a:xfrm>
            <a:off x="7007067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5F7DB-5243-4C72-AC36-2DCECF8C1E1F}"/>
              </a:ext>
            </a:extLst>
          </p:cNvPr>
          <p:cNvSpPr/>
          <p:nvPr/>
        </p:nvSpPr>
        <p:spPr>
          <a:xfrm>
            <a:off x="7490644" y="8350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FDCF-02B1-4BBD-B7A7-1DBFE7B791B0}"/>
              </a:ext>
            </a:extLst>
          </p:cNvPr>
          <p:cNvSpPr/>
          <p:nvPr/>
        </p:nvSpPr>
        <p:spPr>
          <a:xfrm>
            <a:off x="7974221" y="83507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5CCC3-F3DE-481D-87CB-3B15922F1B6F}"/>
              </a:ext>
            </a:extLst>
          </p:cNvPr>
          <p:cNvSpPr/>
          <p:nvPr/>
        </p:nvSpPr>
        <p:spPr>
          <a:xfrm>
            <a:off x="8457798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3B097-7E15-41B2-8235-02763B33E22B}"/>
              </a:ext>
            </a:extLst>
          </p:cNvPr>
          <p:cNvSpPr/>
          <p:nvPr/>
        </p:nvSpPr>
        <p:spPr>
          <a:xfrm>
            <a:off x="8941375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5E7CC-A4D3-42A9-9B75-610F81026742}"/>
              </a:ext>
            </a:extLst>
          </p:cNvPr>
          <p:cNvSpPr/>
          <p:nvPr/>
        </p:nvSpPr>
        <p:spPr>
          <a:xfrm>
            <a:off x="9424952" y="8350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0C9C5-FEDE-4362-8943-B4EBAD7782C0}"/>
              </a:ext>
            </a:extLst>
          </p:cNvPr>
          <p:cNvSpPr/>
          <p:nvPr/>
        </p:nvSpPr>
        <p:spPr>
          <a:xfrm>
            <a:off x="9908529" y="8350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52326-C931-40B9-89BF-9FCAE93A0CAF}"/>
              </a:ext>
            </a:extLst>
          </p:cNvPr>
          <p:cNvSpPr/>
          <p:nvPr/>
        </p:nvSpPr>
        <p:spPr>
          <a:xfrm>
            <a:off x="10392106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80D1-5690-462E-AF75-CE467F762174}"/>
              </a:ext>
            </a:extLst>
          </p:cNvPr>
          <p:cNvSpPr/>
          <p:nvPr/>
        </p:nvSpPr>
        <p:spPr>
          <a:xfrm>
            <a:off x="10875803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554A7-2623-4480-8002-CCA4361DD505}"/>
              </a:ext>
            </a:extLst>
          </p:cNvPr>
          <p:cNvSpPr/>
          <p:nvPr/>
        </p:nvSpPr>
        <p:spPr>
          <a:xfrm>
            <a:off x="11354477" y="83507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3A1FE-585B-40A7-B9D4-226D50015D49}"/>
              </a:ext>
            </a:extLst>
          </p:cNvPr>
          <p:cNvCxnSpPr/>
          <p:nvPr/>
        </p:nvCxnSpPr>
        <p:spPr>
          <a:xfrm flipV="1">
            <a:off x="6792890" y="1393989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801A0F-39DF-4D67-B3EB-4B253EA78E16}"/>
              </a:ext>
            </a:extLst>
          </p:cNvPr>
          <p:cNvCxnSpPr>
            <a:cxnSpLocks/>
          </p:cNvCxnSpPr>
          <p:nvPr/>
        </p:nvCxnSpPr>
        <p:spPr>
          <a:xfrm flipH="1" flipV="1">
            <a:off x="3541415" y="6058438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391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EED2A4C-41C9-4DF5-B004-BD422B6E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76863"/>
            <a:ext cx="5905500" cy="498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32A1C0-7D07-4638-B1DC-D20793FFBCC9}"/>
              </a:ext>
            </a:extLst>
          </p:cNvPr>
          <p:cNvSpPr/>
          <p:nvPr/>
        </p:nvSpPr>
        <p:spPr>
          <a:xfrm>
            <a:off x="6523490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9F7A-C01D-4E85-9269-6D2C9041F03C}"/>
              </a:ext>
            </a:extLst>
          </p:cNvPr>
          <p:cNvSpPr/>
          <p:nvPr/>
        </p:nvSpPr>
        <p:spPr>
          <a:xfrm>
            <a:off x="7007067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5F7DB-5243-4C72-AC36-2DCECF8C1E1F}"/>
              </a:ext>
            </a:extLst>
          </p:cNvPr>
          <p:cNvSpPr/>
          <p:nvPr/>
        </p:nvSpPr>
        <p:spPr>
          <a:xfrm>
            <a:off x="7490644" y="8350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FDCF-02B1-4BBD-B7A7-1DBFE7B791B0}"/>
              </a:ext>
            </a:extLst>
          </p:cNvPr>
          <p:cNvSpPr/>
          <p:nvPr/>
        </p:nvSpPr>
        <p:spPr>
          <a:xfrm>
            <a:off x="7974221" y="83507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5CCC3-F3DE-481D-87CB-3B15922F1B6F}"/>
              </a:ext>
            </a:extLst>
          </p:cNvPr>
          <p:cNvSpPr/>
          <p:nvPr/>
        </p:nvSpPr>
        <p:spPr>
          <a:xfrm>
            <a:off x="8457798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3B097-7E15-41B2-8235-02763B33E22B}"/>
              </a:ext>
            </a:extLst>
          </p:cNvPr>
          <p:cNvSpPr/>
          <p:nvPr/>
        </p:nvSpPr>
        <p:spPr>
          <a:xfrm>
            <a:off x="8941375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5E7CC-A4D3-42A9-9B75-610F81026742}"/>
              </a:ext>
            </a:extLst>
          </p:cNvPr>
          <p:cNvSpPr/>
          <p:nvPr/>
        </p:nvSpPr>
        <p:spPr>
          <a:xfrm>
            <a:off x="9424952" y="8350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0C9C5-FEDE-4362-8943-B4EBAD7782C0}"/>
              </a:ext>
            </a:extLst>
          </p:cNvPr>
          <p:cNvSpPr/>
          <p:nvPr/>
        </p:nvSpPr>
        <p:spPr>
          <a:xfrm>
            <a:off x="9908529" y="8350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52326-C931-40B9-89BF-9FCAE93A0CAF}"/>
              </a:ext>
            </a:extLst>
          </p:cNvPr>
          <p:cNvSpPr/>
          <p:nvPr/>
        </p:nvSpPr>
        <p:spPr>
          <a:xfrm>
            <a:off x="10392106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80D1-5690-462E-AF75-CE467F762174}"/>
              </a:ext>
            </a:extLst>
          </p:cNvPr>
          <p:cNvSpPr/>
          <p:nvPr/>
        </p:nvSpPr>
        <p:spPr>
          <a:xfrm>
            <a:off x="10875803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554A7-2623-4480-8002-CCA4361DD505}"/>
              </a:ext>
            </a:extLst>
          </p:cNvPr>
          <p:cNvSpPr/>
          <p:nvPr/>
        </p:nvSpPr>
        <p:spPr>
          <a:xfrm>
            <a:off x="11354477" y="83507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3A1FE-585B-40A7-B9D4-226D50015D49}"/>
              </a:ext>
            </a:extLst>
          </p:cNvPr>
          <p:cNvCxnSpPr/>
          <p:nvPr/>
        </p:nvCxnSpPr>
        <p:spPr>
          <a:xfrm flipV="1">
            <a:off x="7248855" y="1393988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801A0F-39DF-4D67-B3EB-4B253EA78E16}"/>
              </a:ext>
            </a:extLst>
          </p:cNvPr>
          <p:cNvCxnSpPr>
            <a:cxnSpLocks/>
          </p:cNvCxnSpPr>
          <p:nvPr/>
        </p:nvCxnSpPr>
        <p:spPr>
          <a:xfrm flipH="1" flipV="1">
            <a:off x="3557457" y="1951553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589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EED2A4C-41C9-4DF5-B004-BD422B6E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76863"/>
            <a:ext cx="5905500" cy="498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32A1C0-7D07-4638-B1DC-D20793FFBCC9}"/>
              </a:ext>
            </a:extLst>
          </p:cNvPr>
          <p:cNvSpPr/>
          <p:nvPr/>
        </p:nvSpPr>
        <p:spPr>
          <a:xfrm>
            <a:off x="6523490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9F7A-C01D-4E85-9269-6D2C9041F03C}"/>
              </a:ext>
            </a:extLst>
          </p:cNvPr>
          <p:cNvSpPr/>
          <p:nvPr/>
        </p:nvSpPr>
        <p:spPr>
          <a:xfrm>
            <a:off x="7007067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5F7DB-5243-4C72-AC36-2DCECF8C1E1F}"/>
              </a:ext>
            </a:extLst>
          </p:cNvPr>
          <p:cNvSpPr/>
          <p:nvPr/>
        </p:nvSpPr>
        <p:spPr>
          <a:xfrm>
            <a:off x="7490644" y="8350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FDCF-02B1-4BBD-B7A7-1DBFE7B791B0}"/>
              </a:ext>
            </a:extLst>
          </p:cNvPr>
          <p:cNvSpPr/>
          <p:nvPr/>
        </p:nvSpPr>
        <p:spPr>
          <a:xfrm>
            <a:off x="7974221" y="83507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5CCC3-F3DE-481D-87CB-3B15922F1B6F}"/>
              </a:ext>
            </a:extLst>
          </p:cNvPr>
          <p:cNvSpPr/>
          <p:nvPr/>
        </p:nvSpPr>
        <p:spPr>
          <a:xfrm>
            <a:off x="8457798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3B097-7E15-41B2-8235-02763B33E22B}"/>
              </a:ext>
            </a:extLst>
          </p:cNvPr>
          <p:cNvSpPr/>
          <p:nvPr/>
        </p:nvSpPr>
        <p:spPr>
          <a:xfrm>
            <a:off x="8941375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5E7CC-A4D3-42A9-9B75-610F81026742}"/>
              </a:ext>
            </a:extLst>
          </p:cNvPr>
          <p:cNvSpPr/>
          <p:nvPr/>
        </p:nvSpPr>
        <p:spPr>
          <a:xfrm>
            <a:off x="9424952" y="8350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0C9C5-FEDE-4362-8943-B4EBAD7782C0}"/>
              </a:ext>
            </a:extLst>
          </p:cNvPr>
          <p:cNvSpPr/>
          <p:nvPr/>
        </p:nvSpPr>
        <p:spPr>
          <a:xfrm>
            <a:off x="9908529" y="8350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52326-C931-40B9-89BF-9FCAE93A0CAF}"/>
              </a:ext>
            </a:extLst>
          </p:cNvPr>
          <p:cNvSpPr/>
          <p:nvPr/>
        </p:nvSpPr>
        <p:spPr>
          <a:xfrm>
            <a:off x="10392106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80D1-5690-462E-AF75-CE467F762174}"/>
              </a:ext>
            </a:extLst>
          </p:cNvPr>
          <p:cNvSpPr/>
          <p:nvPr/>
        </p:nvSpPr>
        <p:spPr>
          <a:xfrm>
            <a:off x="10875803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554A7-2623-4480-8002-CCA4361DD505}"/>
              </a:ext>
            </a:extLst>
          </p:cNvPr>
          <p:cNvSpPr/>
          <p:nvPr/>
        </p:nvSpPr>
        <p:spPr>
          <a:xfrm>
            <a:off x="11354477" y="83507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3A1FE-585B-40A7-B9D4-226D50015D49}"/>
              </a:ext>
            </a:extLst>
          </p:cNvPr>
          <p:cNvCxnSpPr/>
          <p:nvPr/>
        </p:nvCxnSpPr>
        <p:spPr>
          <a:xfrm flipV="1">
            <a:off x="7697262" y="1385196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801A0F-39DF-4D67-B3EB-4B253EA78E16}"/>
              </a:ext>
            </a:extLst>
          </p:cNvPr>
          <p:cNvCxnSpPr>
            <a:cxnSpLocks/>
          </p:cNvCxnSpPr>
          <p:nvPr/>
        </p:nvCxnSpPr>
        <p:spPr>
          <a:xfrm flipH="1" flipV="1">
            <a:off x="2145752" y="3112663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545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EED2A4C-41C9-4DF5-B004-BD422B6E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76863"/>
            <a:ext cx="5905500" cy="498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32A1C0-7D07-4638-B1DC-D20793FFBCC9}"/>
              </a:ext>
            </a:extLst>
          </p:cNvPr>
          <p:cNvSpPr/>
          <p:nvPr/>
        </p:nvSpPr>
        <p:spPr>
          <a:xfrm>
            <a:off x="6523490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9F7A-C01D-4E85-9269-6D2C9041F03C}"/>
              </a:ext>
            </a:extLst>
          </p:cNvPr>
          <p:cNvSpPr/>
          <p:nvPr/>
        </p:nvSpPr>
        <p:spPr>
          <a:xfrm>
            <a:off x="7007067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5F7DB-5243-4C72-AC36-2DCECF8C1E1F}"/>
              </a:ext>
            </a:extLst>
          </p:cNvPr>
          <p:cNvSpPr/>
          <p:nvPr/>
        </p:nvSpPr>
        <p:spPr>
          <a:xfrm>
            <a:off x="7490644" y="8350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FDCF-02B1-4BBD-B7A7-1DBFE7B791B0}"/>
              </a:ext>
            </a:extLst>
          </p:cNvPr>
          <p:cNvSpPr/>
          <p:nvPr/>
        </p:nvSpPr>
        <p:spPr>
          <a:xfrm>
            <a:off x="7974221" y="83507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5CCC3-F3DE-481D-87CB-3B15922F1B6F}"/>
              </a:ext>
            </a:extLst>
          </p:cNvPr>
          <p:cNvSpPr/>
          <p:nvPr/>
        </p:nvSpPr>
        <p:spPr>
          <a:xfrm>
            <a:off x="8457798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3B097-7E15-41B2-8235-02763B33E22B}"/>
              </a:ext>
            </a:extLst>
          </p:cNvPr>
          <p:cNvSpPr/>
          <p:nvPr/>
        </p:nvSpPr>
        <p:spPr>
          <a:xfrm>
            <a:off x="8941375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5E7CC-A4D3-42A9-9B75-610F81026742}"/>
              </a:ext>
            </a:extLst>
          </p:cNvPr>
          <p:cNvSpPr/>
          <p:nvPr/>
        </p:nvSpPr>
        <p:spPr>
          <a:xfrm>
            <a:off x="9424952" y="8350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0C9C5-FEDE-4362-8943-B4EBAD7782C0}"/>
              </a:ext>
            </a:extLst>
          </p:cNvPr>
          <p:cNvSpPr/>
          <p:nvPr/>
        </p:nvSpPr>
        <p:spPr>
          <a:xfrm>
            <a:off x="9908529" y="8350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52326-C931-40B9-89BF-9FCAE93A0CAF}"/>
              </a:ext>
            </a:extLst>
          </p:cNvPr>
          <p:cNvSpPr/>
          <p:nvPr/>
        </p:nvSpPr>
        <p:spPr>
          <a:xfrm>
            <a:off x="10392106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80D1-5690-462E-AF75-CE467F762174}"/>
              </a:ext>
            </a:extLst>
          </p:cNvPr>
          <p:cNvSpPr/>
          <p:nvPr/>
        </p:nvSpPr>
        <p:spPr>
          <a:xfrm>
            <a:off x="10875803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554A7-2623-4480-8002-CCA4361DD505}"/>
              </a:ext>
            </a:extLst>
          </p:cNvPr>
          <p:cNvSpPr/>
          <p:nvPr/>
        </p:nvSpPr>
        <p:spPr>
          <a:xfrm>
            <a:off x="11354477" y="83507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3A1FE-585B-40A7-B9D4-226D50015D49}"/>
              </a:ext>
            </a:extLst>
          </p:cNvPr>
          <p:cNvCxnSpPr/>
          <p:nvPr/>
        </p:nvCxnSpPr>
        <p:spPr>
          <a:xfrm flipV="1">
            <a:off x="8724728" y="1318648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801A0F-39DF-4D67-B3EB-4B253EA78E16}"/>
              </a:ext>
            </a:extLst>
          </p:cNvPr>
          <p:cNvCxnSpPr>
            <a:cxnSpLocks/>
          </p:cNvCxnSpPr>
          <p:nvPr/>
        </p:nvCxnSpPr>
        <p:spPr>
          <a:xfrm flipH="1" flipV="1">
            <a:off x="2145752" y="3112663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962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EED2A4C-41C9-4DF5-B004-BD422B6E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76863"/>
            <a:ext cx="5905500" cy="498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32A1C0-7D07-4638-B1DC-D20793FFBCC9}"/>
              </a:ext>
            </a:extLst>
          </p:cNvPr>
          <p:cNvSpPr/>
          <p:nvPr/>
        </p:nvSpPr>
        <p:spPr>
          <a:xfrm>
            <a:off x="6523490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9F7A-C01D-4E85-9269-6D2C9041F03C}"/>
              </a:ext>
            </a:extLst>
          </p:cNvPr>
          <p:cNvSpPr/>
          <p:nvPr/>
        </p:nvSpPr>
        <p:spPr>
          <a:xfrm>
            <a:off x="7007067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5F7DB-5243-4C72-AC36-2DCECF8C1E1F}"/>
              </a:ext>
            </a:extLst>
          </p:cNvPr>
          <p:cNvSpPr/>
          <p:nvPr/>
        </p:nvSpPr>
        <p:spPr>
          <a:xfrm>
            <a:off x="7490644" y="8350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FDCF-02B1-4BBD-B7A7-1DBFE7B791B0}"/>
              </a:ext>
            </a:extLst>
          </p:cNvPr>
          <p:cNvSpPr/>
          <p:nvPr/>
        </p:nvSpPr>
        <p:spPr>
          <a:xfrm>
            <a:off x="7974221" y="83507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5CCC3-F3DE-481D-87CB-3B15922F1B6F}"/>
              </a:ext>
            </a:extLst>
          </p:cNvPr>
          <p:cNvSpPr/>
          <p:nvPr/>
        </p:nvSpPr>
        <p:spPr>
          <a:xfrm>
            <a:off x="8457798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3B097-7E15-41B2-8235-02763B33E22B}"/>
              </a:ext>
            </a:extLst>
          </p:cNvPr>
          <p:cNvSpPr/>
          <p:nvPr/>
        </p:nvSpPr>
        <p:spPr>
          <a:xfrm>
            <a:off x="8941375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5E7CC-A4D3-42A9-9B75-610F81026742}"/>
              </a:ext>
            </a:extLst>
          </p:cNvPr>
          <p:cNvSpPr/>
          <p:nvPr/>
        </p:nvSpPr>
        <p:spPr>
          <a:xfrm>
            <a:off x="9424952" y="8350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0C9C5-FEDE-4362-8943-B4EBAD7782C0}"/>
              </a:ext>
            </a:extLst>
          </p:cNvPr>
          <p:cNvSpPr/>
          <p:nvPr/>
        </p:nvSpPr>
        <p:spPr>
          <a:xfrm>
            <a:off x="9908529" y="8350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52326-C931-40B9-89BF-9FCAE93A0CAF}"/>
              </a:ext>
            </a:extLst>
          </p:cNvPr>
          <p:cNvSpPr/>
          <p:nvPr/>
        </p:nvSpPr>
        <p:spPr>
          <a:xfrm>
            <a:off x="10392106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80D1-5690-462E-AF75-CE467F762174}"/>
              </a:ext>
            </a:extLst>
          </p:cNvPr>
          <p:cNvSpPr/>
          <p:nvPr/>
        </p:nvSpPr>
        <p:spPr>
          <a:xfrm>
            <a:off x="10875803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554A7-2623-4480-8002-CCA4361DD505}"/>
              </a:ext>
            </a:extLst>
          </p:cNvPr>
          <p:cNvSpPr/>
          <p:nvPr/>
        </p:nvSpPr>
        <p:spPr>
          <a:xfrm>
            <a:off x="11354477" y="83507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3A1FE-585B-40A7-B9D4-226D50015D49}"/>
              </a:ext>
            </a:extLst>
          </p:cNvPr>
          <p:cNvCxnSpPr/>
          <p:nvPr/>
        </p:nvCxnSpPr>
        <p:spPr>
          <a:xfrm flipV="1">
            <a:off x="9666740" y="1318648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801A0F-39DF-4D67-B3EB-4B253EA78E16}"/>
              </a:ext>
            </a:extLst>
          </p:cNvPr>
          <p:cNvCxnSpPr>
            <a:cxnSpLocks/>
          </p:cNvCxnSpPr>
          <p:nvPr/>
        </p:nvCxnSpPr>
        <p:spPr>
          <a:xfrm flipH="1" flipV="1">
            <a:off x="1969289" y="403508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935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EED2A4C-41C9-4DF5-B004-BD422B6E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76863"/>
            <a:ext cx="5905500" cy="498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32A1C0-7D07-4638-B1DC-D20793FFBCC9}"/>
              </a:ext>
            </a:extLst>
          </p:cNvPr>
          <p:cNvSpPr/>
          <p:nvPr/>
        </p:nvSpPr>
        <p:spPr>
          <a:xfrm>
            <a:off x="6523490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9F7A-C01D-4E85-9269-6D2C9041F03C}"/>
              </a:ext>
            </a:extLst>
          </p:cNvPr>
          <p:cNvSpPr/>
          <p:nvPr/>
        </p:nvSpPr>
        <p:spPr>
          <a:xfrm>
            <a:off x="7007067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5F7DB-5243-4C72-AC36-2DCECF8C1E1F}"/>
              </a:ext>
            </a:extLst>
          </p:cNvPr>
          <p:cNvSpPr/>
          <p:nvPr/>
        </p:nvSpPr>
        <p:spPr>
          <a:xfrm>
            <a:off x="7490644" y="8350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FDCF-02B1-4BBD-B7A7-1DBFE7B791B0}"/>
              </a:ext>
            </a:extLst>
          </p:cNvPr>
          <p:cNvSpPr/>
          <p:nvPr/>
        </p:nvSpPr>
        <p:spPr>
          <a:xfrm>
            <a:off x="7974221" y="83507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5CCC3-F3DE-481D-87CB-3B15922F1B6F}"/>
              </a:ext>
            </a:extLst>
          </p:cNvPr>
          <p:cNvSpPr/>
          <p:nvPr/>
        </p:nvSpPr>
        <p:spPr>
          <a:xfrm>
            <a:off x="8457798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3B097-7E15-41B2-8235-02763B33E22B}"/>
              </a:ext>
            </a:extLst>
          </p:cNvPr>
          <p:cNvSpPr/>
          <p:nvPr/>
        </p:nvSpPr>
        <p:spPr>
          <a:xfrm>
            <a:off x="8941375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5E7CC-A4D3-42A9-9B75-610F81026742}"/>
              </a:ext>
            </a:extLst>
          </p:cNvPr>
          <p:cNvSpPr/>
          <p:nvPr/>
        </p:nvSpPr>
        <p:spPr>
          <a:xfrm>
            <a:off x="9424952" y="8350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0C9C5-FEDE-4362-8943-B4EBAD7782C0}"/>
              </a:ext>
            </a:extLst>
          </p:cNvPr>
          <p:cNvSpPr/>
          <p:nvPr/>
        </p:nvSpPr>
        <p:spPr>
          <a:xfrm>
            <a:off x="9908529" y="8350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52326-C931-40B9-89BF-9FCAE93A0CAF}"/>
              </a:ext>
            </a:extLst>
          </p:cNvPr>
          <p:cNvSpPr/>
          <p:nvPr/>
        </p:nvSpPr>
        <p:spPr>
          <a:xfrm>
            <a:off x="10392106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80D1-5690-462E-AF75-CE467F762174}"/>
              </a:ext>
            </a:extLst>
          </p:cNvPr>
          <p:cNvSpPr/>
          <p:nvPr/>
        </p:nvSpPr>
        <p:spPr>
          <a:xfrm>
            <a:off x="10875803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554A7-2623-4480-8002-CCA4361DD505}"/>
              </a:ext>
            </a:extLst>
          </p:cNvPr>
          <p:cNvSpPr/>
          <p:nvPr/>
        </p:nvSpPr>
        <p:spPr>
          <a:xfrm>
            <a:off x="11354477" y="83507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3A1FE-585B-40A7-B9D4-226D50015D49}"/>
              </a:ext>
            </a:extLst>
          </p:cNvPr>
          <p:cNvCxnSpPr/>
          <p:nvPr/>
        </p:nvCxnSpPr>
        <p:spPr>
          <a:xfrm flipV="1">
            <a:off x="9249645" y="1374795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801A0F-39DF-4D67-B3EB-4B253EA78E16}"/>
              </a:ext>
            </a:extLst>
          </p:cNvPr>
          <p:cNvCxnSpPr>
            <a:cxnSpLocks/>
          </p:cNvCxnSpPr>
          <p:nvPr/>
        </p:nvCxnSpPr>
        <p:spPr>
          <a:xfrm flipH="1" flipV="1">
            <a:off x="3838195" y="5061779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749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EED2A4C-41C9-4DF5-B004-BD422B6E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76863"/>
            <a:ext cx="5905500" cy="498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32A1C0-7D07-4638-B1DC-D20793FFBCC9}"/>
              </a:ext>
            </a:extLst>
          </p:cNvPr>
          <p:cNvSpPr/>
          <p:nvPr/>
        </p:nvSpPr>
        <p:spPr>
          <a:xfrm>
            <a:off x="6523490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9F7A-C01D-4E85-9269-6D2C9041F03C}"/>
              </a:ext>
            </a:extLst>
          </p:cNvPr>
          <p:cNvSpPr/>
          <p:nvPr/>
        </p:nvSpPr>
        <p:spPr>
          <a:xfrm>
            <a:off x="7007067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5F7DB-5243-4C72-AC36-2DCECF8C1E1F}"/>
              </a:ext>
            </a:extLst>
          </p:cNvPr>
          <p:cNvSpPr/>
          <p:nvPr/>
        </p:nvSpPr>
        <p:spPr>
          <a:xfrm>
            <a:off x="7490644" y="8350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FDCF-02B1-4BBD-B7A7-1DBFE7B791B0}"/>
              </a:ext>
            </a:extLst>
          </p:cNvPr>
          <p:cNvSpPr/>
          <p:nvPr/>
        </p:nvSpPr>
        <p:spPr>
          <a:xfrm>
            <a:off x="7974221" y="83507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5CCC3-F3DE-481D-87CB-3B15922F1B6F}"/>
              </a:ext>
            </a:extLst>
          </p:cNvPr>
          <p:cNvSpPr/>
          <p:nvPr/>
        </p:nvSpPr>
        <p:spPr>
          <a:xfrm>
            <a:off x="8457798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3B097-7E15-41B2-8235-02763B33E22B}"/>
              </a:ext>
            </a:extLst>
          </p:cNvPr>
          <p:cNvSpPr/>
          <p:nvPr/>
        </p:nvSpPr>
        <p:spPr>
          <a:xfrm>
            <a:off x="8941375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5E7CC-A4D3-42A9-9B75-610F81026742}"/>
              </a:ext>
            </a:extLst>
          </p:cNvPr>
          <p:cNvSpPr/>
          <p:nvPr/>
        </p:nvSpPr>
        <p:spPr>
          <a:xfrm>
            <a:off x="9424952" y="8350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0C9C5-FEDE-4362-8943-B4EBAD7782C0}"/>
              </a:ext>
            </a:extLst>
          </p:cNvPr>
          <p:cNvSpPr/>
          <p:nvPr/>
        </p:nvSpPr>
        <p:spPr>
          <a:xfrm>
            <a:off x="9908529" y="8350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52326-C931-40B9-89BF-9FCAE93A0CAF}"/>
              </a:ext>
            </a:extLst>
          </p:cNvPr>
          <p:cNvSpPr/>
          <p:nvPr/>
        </p:nvSpPr>
        <p:spPr>
          <a:xfrm>
            <a:off x="10392106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80D1-5690-462E-AF75-CE467F762174}"/>
              </a:ext>
            </a:extLst>
          </p:cNvPr>
          <p:cNvSpPr/>
          <p:nvPr/>
        </p:nvSpPr>
        <p:spPr>
          <a:xfrm>
            <a:off x="10875803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554A7-2623-4480-8002-CCA4361DD505}"/>
              </a:ext>
            </a:extLst>
          </p:cNvPr>
          <p:cNvSpPr/>
          <p:nvPr/>
        </p:nvSpPr>
        <p:spPr>
          <a:xfrm>
            <a:off x="11354477" y="83507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3A1FE-585B-40A7-B9D4-226D50015D49}"/>
              </a:ext>
            </a:extLst>
          </p:cNvPr>
          <p:cNvCxnSpPr/>
          <p:nvPr/>
        </p:nvCxnSpPr>
        <p:spPr>
          <a:xfrm flipV="1">
            <a:off x="7243285" y="1374795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801A0F-39DF-4D67-B3EB-4B253EA78E16}"/>
              </a:ext>
            </a:extLst>
          </p:cNvPr>
          <p:cNvCxnSpPr>
            <a:cxnSpLocks/>
          </p:cNvCxnSpPr>
          <p:nvPr/>
        </p:nvCxnSpPr>
        <p:spPr>
          <a:xfrm flipH="1" flipV="1">
            <a:off x="3509332" y="5948026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550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EED2A4C-41C9-4DF5-B004-BD422B6E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76863"/>
            <a:ext cx="5905500" cy="498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32A1C0-7D07-4638-B1DC-D20793FFBCC9}"/>
              </a:ext>
            </a:extLst>
          </p:cNvPr>
          <p:cNvSpPr/>
          <p:nvPr/>
        </p:nvSpPr>
        <p:spPr>
          <a:xfrm>
            <a:off x="6523490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9F7A-C01D-4E85-9269-6D2C9041F03C}"/>
              </a:ext>
            </a:extLst>
          </p:cNvPr>
          <p:cNvSpPr/>
          <p:nvPr/>
        </p:nvSpPr>
        <p:spPr>
          <a:xfrm>
            <a:off x="7007067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5F7DB-5243-4C72-AC36-2DCECF8C1E1F}"/>
              </a:ext>
            </a:extLst>
          </p:cNvPr>
          <p:cNvSpPr/>
          <p:nvPr/>
        </p:nvSpPr>
        <p:spPr>
          <a:xfrm>
            <a:off x="7490644" y="8350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FDCF-02B1-4BBD-B7A7-1DBFE7B791B0}"/>
              </a:ext>
            </a:extLst>
          </p:cNvPr>
          <p:cNvSpPr/>
          <p:nvPr/>
        </p:nvSpPr>
        <p:spPr>
          <a:xfrm>
            <a:off x="7974221" y="83507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5CCC3-F3DE-481D-87CB-3B15922F1B6F}"/>
              </a:ext>
            </a:extLst>
          </p:cNvPr>
          <p:cNvSpPr/>
          <p:nvPr/>
        </p:nvSpPr>
        <p:spPr>
          <a:xfrm>
            <a:off x="8457798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3B097-7E15-41B2-8235-02763B33E22B}"/>
              </a:ext>
            </a:extLst>
          </p:cNvPr>
          <p:cNvSpPr/>
          <p:nvPr/>
        </p:nvSpPr>
        <p:spPr>
          <a:xfrm>
            <a:off x="8941375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5E7CC-A4D3-42A9-9B75-610F81026742}"/>
              </a:ext>
            </a:extLst>
          </p:cNvPr>
          <p:cNvSpPr/>
          <p:nvPr/>
        </p:nvSpPr>
        <p:spPr>
          <a:xfrm>
            <a:off x="9424952" y="8350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0C9C5-FEDE-4362-8943-B4EBAD7782C0}"/>
              </a:ext>
            </a:extLst>
          </p:cNvPr>
          <p:cNvSpPr/>
          <p:nvPr/>
        </p:nvSpPr>
        <p:spPr>
          <a:xfrm>
            <a:off x="9908529" y="8350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52326-C931-40B9-89BF-9FCAE93A0CAF}"/>
              </a:ext>
            </a:extLst>
          </p:cNvPr>
          <p:cNvSpPr/>
          <p:nvPr/>
        </p:nvSpPr>
        <p:spPr>
          <a:xfrm>
            <a:off x="10392106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80D1-5690-462E-AF75-CE467F762174}"/>
              </a:ext>
            </a:extLst>
          </p:cNvPr>
          <p:cNvSpPr/>
          <p:nvPr/>
        </p:nvSpPr>
        <p:spPr>
          <a:xfrm>
            <a:off x="10875803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554A7-2623-4480-8002-CCA4361DD505}"/>
              </a:ext>
            </a:extLst>
          </p:cNvPr>
          <p:cNvSpPr/>
          <p:nvPr/>
        </p:nvSpPr>
        <p:spPr>
          <a:xfrm>
            <a:off x="11354477" y="83507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3A1FE-585B-40A7-B9D4-226D50015D49}"/>
              </a:ext>
            </a:extLst>
          </p:cNvPr>
          <p:cNvCxnSpPr/>
          <p:nvPr/>
        </p:nvCxnSpPr>
        <p:spPr>
          <a:xfrm flipV="1">
            <a:off x="10150317" y="1423533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801A0F-39DF-4D67-B3EB-4B253EA78E16}"/>
              </a:ext>
            </a:extLst>
          </p:cNvPr>
          <p:cNvCxnSpPr>
            <a:cxnSpLocks/>
          </p:cNvCxnSpPr>
          <p:nvPr/>
        </p:nvCxnSpPr>
        <p:spPr>
          <a:xfrm flipH="1" flipV="1">
            <a:off x="3613605" y="5227927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57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EED2A4C-41C9-4DF5-B004-BD422B6E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76863"/>
            <a:ext cx="5905500" cy="498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32A1C0-7D07-4638-B1DC-D20793FFBCC9}"/>
              </a:ext>
            </a:extLst>
          </p:cNvPr>
          <p:cNvSpPr/>
          <p:nvPr/>
        </p:nvSpPr>
        <p:spPr>
          <a:xfrm>
            <a:off x="6523490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9F7A-C01D-4E85-9269-6D2C9041F03C}"/>
              </a:ext>
            </a:extLst>
          </p:cNvPr>
          <p:cNvSpPr/>
          <p:nvPr/>
        </p:nvSpPr>
        <p:spPr>
          <a:xfrm>
            <a:off x="7007067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5F7DB-5243-4C72-AC36-2DCECF8C1E1F}"/>
              </a:ext>
            </a:extLst>
          </p:cNvPr>
          <p:cNvSpPr/>
          <p:nvPr/>
        </p:nvSpPr>
        <p:spPr>
          <a:xfrm>
            <a:off x="7490644" y="8350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FDCF-02B1-4BBD-B7A7-1DBFE7B791B0}"/>
              </a:ext>
            </a:extLst>
          </p:cNvPr>
          <p:cNvSpPr/>
          <p:nvPr/>
        </p:nvSpPr>
        <p:spPr>
          <a:xfrm>
            <a:off x="7974221" y="83507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5CCC3-F3DE-481D-87CB-3B15922F1B6F}"/>
              </a:ext>
            </a:extLst>
          </p:cNvPr>
          <p:cNvSpPr/>
          <p:nvPr/>
        </p:nvSpPr>
        <p:spPr>
          <a:xfrm>
            <a:off x="8457798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3B097-7E15-41B2-8235-02763B33E22B}"/>
              </a:ext>
            </a:extLst>
          </p:cNvPr>
          <p:cNvSpPr/>
          <p:nvPr/>
        </p:nvSpPr>
        <p:spPr>
          <a:xfrm>
            <a:off x="8941375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5E7CC-A4D3-42A9-9B75-610F81026742}"/>
              </a:ext>
            </a:extLst>
          </p:cNvPr>
          <p:cNvSpPr/>
          <p:nvPr/>
        </p:nvSpPr>
        <p:spPr>
          <a:xfrm>
            <a:off x="9424952" y="8350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0C9C5-FEDE-4362-8943-B4EBAD7782C0}"/>
              </a:ext>
            </a:extLst>
          </p:cNvPr>
          <p:cNvSpPr/>
          <p:nvPr/>
        </p:nvSpPr>
        <p:spPr>
          <a:xfrm>
            <a:off x="9908529" y="8350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52326-C931-40B9-89BF-9FCAE93A0CAF}"/>
              </a:ext>
            </a:extLst>
          </p:cNvPr>
          <p:cNvSpPr/>
          <p:nvPr/>
        </p:nvSpPr>
        <p:spPr>
          <a:xfrm>
            <a:off x="10392106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80D1-5690-462E-AF75-CE467F762174}"/>
              </a:ext>
            </a:extLst>
          </p:cNvPr>
          <p:cNvSpPr/>
          <p:nvPr/>
        </p:nvSpPr>
        <p:spPr>
          <a:xfrm>
            <a:off x="10875803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554A7-2623-4480-8002-CCA4361DD505}"/>
              </a:ext>
            </a:extLst>
          </p:cNvPr>
          <p:cNvSpPr/>
          <p:nvPr/>
        </p:nvSpPr>
        <p:spPr>
          <a:xfrm>
            <a:off x="11354477" y="83507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3A1FE-585B-40A7-B9D4-226D50015D49}"/>
              </a:ext>
            </a:extLst>
          </p:cNvPr>
          <p:cNvCxnSpPr/>
          <p:nvPr/>
        </p:nvCxnSpPr>
        <p:spPr>
          <a:xfrm flipV="1">
            <a:off x="8671187" y="1383427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801A0F-39DF-4D67-B3EB-4B253EA78E16}"/>
              </a:ext>
            </a:extLst>
          </p:cNvPr>
          <p:cNvCxnSpPr>
            <a:cxnSpLocks/>
          </p:cNvCxnSpPr>
          <p:nvPr/>
        </p:nvCxnSpPr>
        <p:spPr>
          <a:xfrm flipH="1" flipV="1">
            <a:off x="3493290" y="5948026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477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EED2A4C-41C9-4DF5-B004-BD422B6E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76863"/>
            <a:ext cx="5905500" cy="498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32A1C0-7D07-4638-B1DC-D20793FFBCC9}"/>
              </a:ext>
            </a:extLst>
          </p:cNvPr>
          <p:cNvSpPr/>
          <p:nvPr/>
        </p:nvSpPr>
        <p:spPr>
          <a:xfrm>
            <a:off x="6523490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9F7A-C01D-4E85-9269-6D2C9041F03C}"/>
              </a:ext>
            </a:extLst>
          </p:cNvPr>
          <p:cNvSpPr/>
          <p:nvPr/>
        </p:nvSpPr>
        <p:spPr>
          <a:xfrm>
            <a:off x="7007067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5F7DB-5243-4C72-AC36-2DCECF8C1E1F}"/>
              </a:ext>
            </a:extLst>
          </p:cNvPr>
          <p:cNvSpPr/>
          <p:nvPr/>
        </p:nvSpPr>
        <p:spPr>
          <a:xfrm>
            <a:off x="7490644" y="8350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FDCF-02B1-4BBD-B7A7-1DBFE7B791B0}"/>
              </a:ext>
            </a:extLst>
          </p:cNvPr>
          <p:cNvSpPr/>
          <p:nvPr/>
        </p:nvSpPr>
        <p:spPr>
          <a:xfrm>
            <a:off x="7974221" y="83507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5CCC3-F3DE-481D-87CB-3B15922F1B6F}"/>
              </a:ext>
            </a:extLst>
          </p:cNvPr>
          <p:cNvSpPr/>
          <p:nvPr/>
        </p:nvSpPr>
        <p:spPr>
          <a:xfrm>
            <a:off x="8457798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3B097-7E15-41B2-8235-02763B33E22B}"/>
              </a:ext>
            </a:extLst>
          </p:cNvPr>
          <p:cNvSpPr/>
          <p:nvPr/>
        </p:nvSpPr>
        <p:spPr>
          <a:xfrm>
            <a:off x="8941375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5E7CC-A4D3-42A9-9B75-610F81026742}"/>
              </a:ext>
            </a:extLst>
          </p:cNvPr>
          <p:cNvSpPr/>
          <p:nvPr/>
        </p:nvSpPr>
        <p:spPr>
          <a:xfrm>
            <a:off x="9424952" y="8350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0C9C5-FEDE-4362-8943-B4EBAD7782C0}"/>
              </a:ext>
            </a:extLst>
          </p:cNvPr>
          <p:cNvSpPr/>
          <p:nvPr/>
        </p:nvSpPr>
        <p:spPr>
          <a:xfrm>
            <a:off x="9908529" y="8350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52326-C931-40B9-89BF-9FCAE93A0CAF}"/>
              </a:ext>
            </a:extLst>
          </p:cNvPr>
          <p:cNvSpPr/>
          <p:nvPr/>
        </p:nvSpPr>
        <p:spPr>
          <a:xfrm>
            <a:off x="10392106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80D1-5690-462E-AF75-CE467F762174}"/>
              </a:ext>
            </a:extLst>
          </p:cNvPr>
          <p:cNvSpPr/>
          <p:nvPr/>
        </p:nvSpPr>
        <p:spPr>
          <a:xfrm>
            <a:off x="10875803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554A7-2623-4480-8002-CCA4361DD505}"/>
              </a:ext>
            </a:extLst>
          </p:cNvPr>
          <p:cNvSpPr/>
          <p:nvPr/>
        </p:nvSpPr>
        <p:spPr>
          <a:xfrm>
            <a:off x="11354477" y="83507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3A1FE-585B-40A7-B9D4-226D50015D49}"/>
              </a:ext>
            </a:extLst>
          </p:cNvPr>
          <p:cNvCxnSpPr/>
          <p:nvPr/>
        </p:nvCxnSpPr>
        <p:spPr>
          <a:xfrm flipV="1">
            <a:off x="8272585" y="1431554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801A0F-39DF-4D67-B3EB-4B253EA78E16}"/>
              </a:ext>
            </a:extLst>
          </p:cNvPr>
          <p:cNvCxnSpPr>
            <a:cxnSpLocks/>
          </p:cNvCxnSpPr>
          <p:nvPr/>
        </p:nvCxnSpPr>
        <p:spPr>
          <a:xfrm flipH="1" flipV="1">
            <a:off x="3405058" y="5948026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422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EED2A4C-41C9-4DF5-B004-BD422B6E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76863"/>
            <a:ext cx="5905500" cy="498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32A1C0-7D07-4638-B1DC-D20793FFBCC9}"/>
              </a:ext>
            </a:extLst>
          </p:cNvPr>
          <p:cNvSpPr/>
          <p:nvPr/>
        </p:nvSpPr>
        <p:spPr>
          <a:xfrm>
            <a:off x="6523490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9F7A-C01D-4E85-9269-6D2C9041F03C}"/>
              </a:ext>
            </a:extLst>
          </p:cNvPr>
          <p:cNvSpPr/>
          <p:nvPr/>
        </p:nvSpPr>
        <p:spPr>
          <a:xfrm>
            <a:off x="7007067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5F7DB-5243-4C72-AC36-2DCECF8C1E1F}"/>
              </a:ext>
            </a:extLst>
          </p:cNvPr>
          <p:cNvSpPr/>
          <p:nvPr/>
        </p:nvSpPr>
        <p:spPr>
          <a:xfrm>
            <a:off x="7490644" y="8350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FDCF-02B1-4BBD-B7A7-1DBFE7B791B0}"/>
              </a:ext>
            </a:extLst>
          </p:cNvPr>
          <p:cNvSpPr/>
          <p:nvPr/>
        </p:nvSpPr>
        <p:spPr>
          <a:xfrm>
            <a:off x="7974221" y="83507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5CCC3-F3DE-481D-87CB-3B15922F1B6F}"/>
              </a:ext>
            </a:extLst>
          </p:cNvPr>
          <p:cNvSpPr/>
          <p:nvPr/>
        </p:nvSpPr>
        <p:spPr>
          <a:xfrm>
            <a:off x="8457798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3B097-7E15-41B2-8235-02763B33E22B}"/>
              </a:ext>
            </a:extLst>
          </p:cNvPr>
          <p:cNvSpPr/>
          <p:nvPr/>
        </p:nvSpPr>
        <p:spPr>
          <a:xfrm>
            <a:off x="8941375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5E7CC-A4D3-42A9-9B75-610F81026742}"/>
              </a:ext>
            </a:extLst>
          </p:cNvPr>
          <p:cNvSpPr/>
          <p:nvPr/>
        </p:nvSpPr>
        <p:spPr>
          <a:xfrm>
            <a:off x="9424952" y="8350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0C9C5-FEDE-4362-8943-B4EBAD7782C0}"/>
              </a:ext>
            </a:extLst>
          </p:cNvPr>
          <p:cNvSpPr/>
          <p:nvPr/>
        </p:nvSpPr>
        <p:spPr>
          <a:xfrm>
            <a:off x="9908529" y="8350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52326-C931-40B9-89BF-9FCAE93A0CAF}"/>
              </a:ext>
            </a:extLst>
          </p:cNvPr>
          <p:cNvSpPr/>
          <p:nvPr/>
        </p:nvSpPr>
        <p:spPr>
          <a:xfrm>
            <a:off x="10392106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80D1-5690-462E-AF75-CE467F762174}"/>
              </a:ext>
            </a:extLst>
          </p:cNvPr>
          <p:cNvSpPr/>
          <p:nvPr/>
        </p:nvSpPr>
        <p:spPr>
          <a:xfrm>
            <a:off x="10875803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554A7-2623-4480-8002-CCA4361DD505}"/>
              </a:ext>
            </a:extLst>
          </p:cNvPr>
          <p:cNvSpPr/>
          <p:nvPr/>
        </p:nvSpPr>
        <p:spPr>
          <a:xfrm>
            <a:off x="11354477" y="83507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3A1FE-585B-40A7-B9D4-226D50015D49}"/>
              </a:ext>
            </a:extLst>
          </p:cNvPr>
          <p:cNvCxnSpPr/>
          <p:nvPr/>
        </p:nvCxnSpPr>
        <p:spPr>
          <a:xfrm flipV="1">
            <a:off x="8694445" y="1431553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801A0F-39DF-4D67-B3EB-4B253EA78E16}"/>
              </a:ext>
            </a:extLst>
          </p:cNvPr>
          <p:cNvCxnSpPr>
            <a:cxnSpLocks/>
          </p:cNvCxnSpPr>
          <p:nvPr/>
        </p:nvCxnSpPr>
        <p:spPr>
          <a:xfrm flipH="1" flipV="1">
            <a:off x="3557458" y="1989118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880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EED2A4C-41C9-4DF5-B004-BD422B6E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76863"/>
            <a:ext cx="5905500" cy="498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32A1C0-7D07-4638-B1DC-D20793FFBCC9}"/>
              </a:ext>
            </a:extLst>
          </p:cNvPr>
          <p:cNvSpPr/>
          <p:nvPr/>
        </p:nvSpPr>
        <p:spPr>
          <a:xfrm>
            <a:off x="6523490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9F7A-C01D-4E85-9269-6D2C9041F03C}"/>
              </a:ext>
            </a:extLst>
          </p:cNvPr>
          <p:cNvSpPr/>
          <p:nvPr/>
        </p:nvSpPr>
        <p:spPr>
          <a:xfrm>
            <a:off x="7007067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5F7DB-5243-4C72-AC36-2DCECF8C1E1F}"/>
              </a:ext>
            </a:extLst>
          </p:cNvPr>
          <p:cNvSpPr/>
          <p:nvPr/>
        </p:nvSpPr>
        <p:spPr>
          <a:xfrm>
            <a:off x="7490644" y="8350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FDCF-02B1-4BBD-B7A7-1DBFE7B791B0}"/>
              </a:ext>
            </a:extLst>
          </p:cNvPr>
          <p:cNvSpPr/>
          <p:nvPr/>
        </p:nvSpPr>
        <p:spPr>
          <a:xfrm>
            <a:off x="7974221" y="83507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5CCC3-F3DE-481D-87CB-3B15922F1B6F}"/>
              </a:ext>
            </a:extLst>
          </p:cNvPr>
          <p:cNvSpPr/>
          <p:nvPr/>
        </p:nvSpPr>
        <p:spPr>
          <a:xfrm>
            <a:off x="8457798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3B097-7E15-41B2-8235-02763B33E22B}"/>
              </a:ext>
            </a:extLst>
          </p:cNvPr>
          <p:cNvSpPr/>
          <p:nvPr/>
        </p:nvSpPr>
        <p:spPr>
          <a:xfrm>
            <a:off x="8941375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5E7CC-A4D3-42A9-9B75-610F81026742}"/>
              </a:ext>
            </a:extLst>
          </p:cNvPr>
          <p:cNvSpPr/>
          <p:nvPr/>
        </p:nvSpPr>
        <p:spPr>
          <a:xfrm>
            <a:off x="9424952" y="8350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0C9C5-FEDE-4362-8943-B4EBAD7782C0}"/>
              </a:ext>
            </a:extLst>
          </p:cNvPr>
          <p:cNvSpPr/>
          <p:nvPr/>
        </p:nvSpPr>
        <p:spPr>
          <a:xfrm>
            <a:off x="9908529" y="8350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52326-C931-40B9-89BF-9FCAE93A0CAF}"/>
              </a:ext>
            </a:extLst>
          </p:cNvPr>
          <p:cNvSpPr/>
          <p:nvPr/>
        </p:nvSpPr>
        <p:spPr>
          <a:xfrm>
            <a:off x="10392106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80D1-5690-462E-AF75-CE467F762174}"/>
              </a:ext>
            </a:extLst>
          </p:cNvPr>
          <p:cNvSpPr/>
          <p:nvPr/>
        </p:nvSpPr>
        <p:spPr>
          <a:xfrm>
            <a:off x="10875803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554A7-2623-4480-8002-CCA4361DD505}"/>
              </a:ext>
            </a:extLst>
          </p:cNvPr>
          <p:cNvSpPr/>
          <p:nvPr/>
        </p:nvSpPr>
        <p:spPr>
          <a:xfrm>
            <a:off x="11354477" y="83507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3A1FE-585B-40A7-B9D4-226D50015D49}"/>
              </a:ext>
            </a:extLst>
          </p:cNvPr>
          <p:cNvCxnSpPr/>
          <p:nvPr/>
        </p:nvCxnSpPr>
        <p:spPr>
          <a:xfrm flipV="1">
            <a:off x="9183163" y="1318648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801A0F-39DF-4D67-B3EB-4B253EA78E16}"/>
              </a:ext>
            </a:extLst>
          </p:cNvPr>
          <p:cNvCxnSpPr>
            <a:cxnSpLocks/>
          </p:cNvCxnSpPr>
          <p:nvPr/>
        </p:nvCxnSpPr>
        <p:spPr>
          <a:xfrm flipH="1" flipV="1">
            <a:off x="3541416" y="3112663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8962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EED2A4C-41C9-4DF5-B004-BD422B6E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76863"/>
            <a:ext cx="5905500" cy="498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32A1C0-7D07-4638-B1DC-D20793FFBCC9}"/>
              </a:ext>
            </a:extLst>
          </p:cNvPr>
          <p:cNvSpPr/>
          <p:nvPr/>
        </p:nvSpPr>
        <p:spPr>
          <a:xfrm>
            <a:off x="6523490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9F7A-C01D-4E85-9269-6D2C9041F03C}"/>
              </a:ext>
            </a:extLst>
          </p:cNvPr>
          <p:cNvSpPr/>
          <p:nvPr/>
        </p:nvSpPr>
        <p:spPr>
          <a:xfrm>
            <a:off x="7007067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5F7DB-5243-4C72-AC36-2DCECF8C1E1F}"/>
              </a:ext>
            </a:extLst>
          </p:cNvPr>
          <p:cNvSpPr/>
          <p:nvPr/>
        </p:nvSpPr>
        <p:spPr>
          <a:xfrm>
            <a:off x="7490644" y="8350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FDCF-02B1-4BBD-B7A7-1DBFE7B791B0}"/>
              </a:ext>
            </a:extLst>
          </p:cNvPr>
          <p:cNvSpPr/>
          <p:nvPr/>
        </p:nvSpPr>
        <p:spPr>
          <a:xfrm>
            <a:off x="7974221" y="83507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5CCC3-F3DE-481D-87CB-3B15922F1B6F}"/>
              </a:ext>
            </a:extLst>
          </p:cNvPr>
          <p:cNvSpPr/>
          <p:nvPr/>
        </p:nvSpPr>
        <p:spPr>
          <a:xfrm>
            <a:off x="8457798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3B097-7E15-41B2-8235-02763B33E22B}"/>
              </a:ext>
            </a:extLst>
          </p:cNvPr>
          <p:cNvSpPr/>
          <p:nvPr/>
        </p:nvSpPr>
        <p:spPr>
          <a:xfrm>
            <a:off x="8941375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5E7CC-A4D3-42A9-9B75-610F81026742}"/>
              </a:ext>
            </a:extLst>
          </p:cNvPr>
          <p:cNvSpPr/>
          <p:nvPr/>
        </p:nvSpPr>
        <p:spPr>
          <a:xfrm>
            <a:off x="9424952" y="8350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0C9C5-FEDE-4362-8943-B4EBAD7782C0}"/>
              </a:ext>
            </a:extLst>
          </p:cNvPr>
          <p:cNvSpPr/>
          <p:nvPr/>
        </p:nvSpPr>
        <p:spPr>
          <a:xfrm>
            <a:off x="9908529" y="8350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52326-C931-40B9-89BF-9FCAE93A0CAF}"/>
              </a:ext>
            </a:extLst>
          </p:cNvPr>
          <p:cNvSpPr/>
          <p:nvPr/>
        </p:nvSpPr>
        <p:spPr>
          <a:xfrm>
            <a:off x="10392106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80D1-5690-462E-AF75-CE467F762174}"/>
              </a:ext>
            </a:extLst>
          </p:cNvPr>
          <p:cNvSpPr/>
          <p:nvPr/>
        </p:nvSpPr>
        <p:spPr>
          <a:xfrm>
            <a:off x="10875803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554A7-2623-4480-8002-CCA4361DD505}"/>
              </a:ext>
            </a:extLst>
          </p:cNvPr>
          <p:cNvSpPr/>
          <p:nvPr/>
        </p:nvSpPr>
        <p:spPr>
          <a:xfrm>
            <a:off x="11354477" y="83507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3A1FE-585B-40A7-B9D4-226D50015D49}"/>
              </a:ext>
            </a:extLst>
          </p:cNvPr>
          <p:cNvCxnSpPr/>
          <p:nvPr/>
        </p:nvCxnSpPr>
        <p:spPr>
          <a:xfrm flipV="1">
            <a:off x="11117591" y="1398858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801A0F-39DF-4D67-B3EB-4B253EA78E16}"/>
              </a:ext>
            </a:extLst>
          </p:cNvPr>
          <p:cNvCxnSpPr>
            <a:cxnSpLocks/>
          </p:cNvCxnSpPr>
          <p:nvPr/>
        </p:nvCxnSpPr>
        <p:spPr>
          <a:xfrm flipH="1" flipV="1">
            <a:off x="3605584" y="3112663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993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EED2A4C-41C9-4DF5-B004-BD422B6E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76863"/>
            <a:ext cx="5905500" cy="498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32A1C0-7D07-4638-B1DC-D20793FFBCC9}"/>
              </a:ext>
            </a:extLst>
          </p:cNvPr>
          <p:cNvSpPr/>
          <p:nvPr/>
        </p:nvSpPr>
        <p:spPr>
          <a:xfrm>
            <a:off x="6523490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9F7A-C01D-4E85-9269-6D2C9041F03C}"/>
              </a:ext>
            </a:extLst>
          </p:cNvPr>
          <p:cNvSpPr/>
          <p:nvPr/>
        </p:nvSpPr>
        <p:spPr>
          <a:xfrm>
            <a:off x="7007067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5F7DB-5243-4C72-AC36-2DCECF8C1E1F}"/>
              </a:ext>
            </a:extLst>
          </p:cNvPr>
          <p:cNvSpPr/>
          <p:nvPr/>
        </p:nvSpPr>
        <p:spPr>
          <a:xfrm>
            <a:off x="7490644" y="8350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FDCF-02B1-4BBD-B7A7-1DBFE7B791B0}"/>
              </a:ext>
            </a:extLst>
          </p:cNvPr>
          <p:cNvSpPr/>
          <p:nvPr/>
        </p:nvSpPr>
        <p:spPr>
          <a:xfrm>
            <a:off x="7974221" y="83507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5CCC3-F3DE-481D-87CB-3B15922F1B6F}"/>
              </a:ext>
            </a:extLst>
          </p:cNvPr>
          <p:cNvSpPr/>
          <p:nvPr/>
        </p:nvSpPr>
        <p:spPr>
          <a:xfrm>
            <a:off x="8457798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3B097-7E15-41B2-8235-02763B33E22B}"/>
              </a:ext>
            </a:extLst>
          </p:cNvPr>
          <p:cNvSpPr/>
          <p:nvPr/>
        </p:nvSpPr>
        <p:spPr>
          <a:xfrm>
            <a:off x="8941375" y="8350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5E7CC-A4D3-42A9-9B75-610F81026742}"/>
              </a:ext>
            </a:extLst>
          </p:cNvPr>
          <p:cNvSpPr/>
          <p:nvPr/>
        </p:nvSpPr>
        <p:spPr>
          <a:xfrm>
            <a:off x="9424952" y="8350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0C9C5-FEDE-4362-8943-B4EBAD7782C0}"/>
              </a:ext>
            </a:extLst>
          </p:cNvPr>
          <p:cNvSpPr/>
          <p:nvPr/>
        </p:nvSpPr>
        <p:spPr>
          <a:xfrm>
            <a:off x="9908529" y="8350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52326-C931-40B9-89BF-9FCAE93A0CAF}"/>
              </a:ext>
            </a:extLst>
          </p:cNvPr>
          <p:cNvSpPr/>
          <p:nvPr/>
        </p:nvSpPr>
        <p:spPr>
          <a:xfrm>
            <a:off x="10392106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80D1-5690-462E-AF75-CE467F762174}"/>
              </a:ext>
            </a:extLst>
          </p:cNvPr>
          <p:cNvSpPr/>
          <p:nvPr/>
        </p:nvSpPr>
        <p:spPr>
          <a:xfrm>
            <a:off x="10875803" y="8350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554A7-2623-4480-8002-CCA4361DD505}"/>
              </a:ext>
            </a:extLst>
          </p:cNvPr>
          <p:cNvSpPr/>
          <p:nvPr/>
        </p:nvSpPr>
        <p:spPr>
          <a:xfrm>
            <a:off x="11354477" y="83507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C3A1FE-585B-40A7-B9D4-226D50015D49}"/>
              </a:ext>
            </a:extLst>
          </p:cNvPr>
          <p:cNvCxnSpPr/>
          <p:nvPr/>
        </p:nvCxnSpPr>
        <p:spPr>
          <a:xfrm flipV="1">
            <a:off x="11106392" y="5425427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801A0F-39DF-4D67-B3EB-4B253EA78E16}"/>
              </a:ext>
            </a:extLst>
          </p:cNvPr>
          <p:cNvCxnSpPr>
            <a:cxnSpLocks/>
          </p:cNvCxnSpPr>
          <p:nvPr/>
        </p:nvCxnSpPr>
        <p:spPr>
          <a:xfrm flipH="1" flipV="1">
            <a:off x="3577906" y="3112663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7272EEBD-8DCB-4566-A2FC-B2694FEB432D}"/>
              </a:ext>
            </a:extLst>
          </p:cNvPr>
          <p:cNvSpPr/>
          <p:nvPr/>
        </p:nvSpPr>
        <p:spPr>
          <a:xfrm>
            <a:off x="6523490" y="275211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C53072-A4D4-48B8-9914-5954D043BADC}"/>
              </a:ext>
            </a:extLst>
          </p:cNvPr>
          <p:cNvSpPr/>
          <p:nvPr/>
        </p:nvSpPr>
        <p:spPr>
          <a:xfrm>
            <a:off x="7007067" y="275211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B8B333-928E-4183-841D-4706834E6CF6}"/>
              </a:ext>
            </a:extLst>
          </p:cNvPr>
          <p:cNvSpPr/>
          <p:nvPr/>
        </p:nvSpPr>
        <p:spPr>
          <a:xfrm>
            <a:off x="7490644" y="275211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3ADA13-380E-4A2B-ADC1-D997A03BD07A}"/>
              </a:ext>
            </a:extLst>
          </p:cNvPr>
          <p:cNvSpPr/>
          <p:nvPr/>
        </p:nvSpPr>
        <p:spPr>
          <a:xfrm>
            <a:off x="7974221" y="275211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782623-9446-45E4-A5EB-658FD5C62703}"/>
              </a:ext>
            </a:extLst>
          </p:cNvPr>
          <p:cNvSpPr/>
          <p:nvPr/>
        </p:nvSpPr>
        <p:spPr>
          <a:xfrm>
            <a:off x="8457798" y="275211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06E8E7-A548-4779-845B-32C0FE9C1EB5}"/>
              </a:ext>
            </a:extLst>
          </p:cNvPr>
          <p:cNvSpPr/>
          <p:nvPr/>
        </p:nvSpPr>
        <p:spPr>
          <a:xfrm>
            <a:off x="8941375" y="275211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B68228-93B0-49D5-8BB8-CD3F5C61433B}"/>
              </a:ext>
            </a:extLst>
          </p:cNvPr>
          <p:cNvSpPr/>
          <p:nvPr/>
        </p:nvSpPr>
        <p:spPr>
          <a:xfrm>
            <a:off x="9424952" y="275210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C330CD-98D4-47BB-A1CC-989627832C8F}"/>
              </a:ext>
            </a:extLst>
          </p:cNvPr>
          <p:cNvSpPr/>
          <p:nvPr/>
        </p:nvSpPr>
        <p:spPr>
          <a:xfrm>
            <a:off x="9908529" y="275210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E667542-8EF1-4F74-A741-6797F5176F7C}"/>
              </a:ext>
            </a:extLst>
          </p:cNvPr>
          <p:cNvSpPr/>
          <p:nvPr/>
        </p:nvSpPr>
        <p:spPr>
          <a:xfrm>
            <a:off x="10392106" y="27521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209FDA-9511-48D3-9F95-DA76267AAC9A}"/>
              </a:ext>
            </a:extLst>
          </p:cNvPr>
          <p:cNvSpPr/>
          <p:nvPr/>
        </p:nvSpPr>
        <p:spPr>
          <a:xfrm>
            <a:off x="10875803" y="27521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D15144-AC92-46E4-BC75-F8B08EF83A8D}"/>
              </a:ext>
            </a:extLst>
          </p:cNvPr>
          <p:cNvSpPr/>
          <p:nvPr/>
        </p:nvSpPr>
        <p:spPr>
          <a:xfrm>
            <a:off x="11354477" y="2752103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A75DF8C-319E-447A-9717-014894A368EB}"/>
              </a:ext>
            </a:extLst>
          </p:cNvPr>
          <p:cNvSpPr/>
          <p:nvPr/>
        </p:nvSpPr>
        <p:spPr>
          <a:xfrm>
            <a:off x="6512291" y="494186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4E2332E-1952-41EB-AECB-743C054C055A}"/>
              </a:ext>
            </a:extLst>
          </p:cNvPr>
          <p:cNvSpPr/>
          <p:nvPr/>
        </p:nvSpPr>
        <p:spPr>
          <a:xfrm>
            <a:off x="6995868" y="494186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1346AAE-F276-4A88-8E36-72674FFE0AAE}"/>
              </a:ext>
            </a:extLst>
          </p:cNvPr>
          <p:cNvSpPr/>
          <p:nvPr/>
        </p:nvSpPr>
        <p:spPr>
          <a:xfrm>
            <a:off x="7479445" y="494185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45D2C71-0B28-4BE0-8201-5A6047F9DB19}"/>
              </a:ext>
            </a:extLst>
          </p:cNvPr>
          <p:cNvSpPr/>
          <p:nvPr/>
        </p:nvSpPr>
        <p:spPr>
          <a:xfrm>
            <a:off x="7963022" y="494185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07795D7-7A18-465C-ADE0-F5DB16F18736}"/>
              </a:ext>
            </a:extLst>
          </p:cNvPr>
          <p:cNvSpPr/>
          <p:nvPr/>
        </p:nvSpPr>
        <p:spPr>
          <a:xfrm>
            <a:off x="8446599" y="494186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D09D931-AFAE-4FA1-8744-4CBE438A3289}"/>
              </a:ext>
            </a:extLst>
          </p:cNvPr>
          <p:cNvSpPr/>
          <p:nvPr/>
        </p:nvSpPr>
        <p:spPr>
          <a:xfrm>
            <a:off x="8930176" y="494186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FC9C48A-A2D2-4849-B473-2771936BD56D}"/>
              </a:ext>
            </a:extLst>
          </p:cNvPr>
          <p:cNvSpPr/>
          <p:nvPr/>
        </p:nvSpPr>
        <p:spPr>
          <a:xfrm>
            <a:off x="9413753" y="494185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4746FF8-1F48-4741-A6CB-78BF43E30F07}"/>
              </a:ext>
            </a:extLst>
          </p:cNvPr>
          <p:cNvSpPr/>
          <p:nvPr/>
        </p:nvSpPr>
        <p:spPr>
          <a:xfrm>
            <a:off x="9897330" y="4941853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2B8143A-C3B3-4857-8DDC-863CD08100DA}"/>
              </a:ext>
            </a:extLst>
          </p:cNvPr>
          <p:cNvSpPr/>
          <p:nvPr/>
        </p:nvSpPr>
        <p:spPr>
          <a:xfrm>
            <a:off x="10380907" y="494185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6BEEB91-E44F-4D0E-8EC6-56669103A77D}"/>
              </a:ext>
            </a:extLst>
          </p:cNvPr>
          <p:cNvSpPr/>
          <p:nvPr/>
        </p:nvSpPr>
        <p:spPr>
          <a:xfrm>
            <a:off x="10864604" y="494185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5842DAF-0193-4F72-91CE-9FEB204BEB2F}"/>
              </a:ext>
            </a:extLst>
          </p:cNvPr>
          <p:cNvSpPr/>
          <p:nvPr/>
        </p:nvSpPr>
        <p:spPr>
          <a:xfrm>
            <a:off x="11343278" y="49418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8554679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68D695-41B6-45FE-93AF-BF72B0C17310}"/>
              </a:ext>
            </a:extLst>
          </p:cNvPr>
          <p:cNvSpPr/>
          <p:nvPr/>
        </p:nvSpPr>
        <p:spPr>
          <a:xfrm>
            <a:off x="6523490" y="275211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4DA8FA-B6C8-423C-807C-945B542B9160}"/>
              </a:ext>
            </a:extLst>
          </p:cNvPr>
          <p:cNvSpPr/>
          <p:nvPr/>
        </p:nvSpPr>
        <p:spPr>
          <a:xfrm>
            <a:off x="7007067" y="275211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938AA8-C9D9-4533-A400-30707CB45E0E}"/>
              </a:ext>
            </a:extLst>
          </p:cNvPr>
          <p:cNvSpPr/>
          <p:nvPr/>
        </p:nvSpPr>
        <p:spPr>
          <a:xfrm>
            <a:off x="7490644" y="275211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7EAE91-18E4-4530-AA78-F9DBFF7F4FAA}"/>
              </a:ext>
            </a:extLst>
          </p:cNvPr>
          <p:cNvSpPr/>
          <p:nvPr/>
        </p:nvSpPr>
        <p:spPr>
          <a:xfrm>
            <a:off x="7974221" y="275211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61E61A-C243-4489-83AE-0102C256FC0D}"/>
              </a:ext>
            </a:extLst>
          </p:cNvPr>
          <p:cNvSpPr/>
          <p:nvPr/>
        </p:nvSpPr>
        <p:spPr>
          <a:xfrm>
            <a:off x="8457798" y="275211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D20337-6E60-4549-937C-6B163354E539}"/>
              </a:ext>
            </a:extLst>
          </p:cNvPr>
          <p:cNvSpPr/>
          <p:nvPr/>
        </p:nvSpPr>
        <p:spPr>
          <a:xfrm>
            <a:off x="8941375" y="275211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B23B8C-7465-431E-A79D-BB8DF28E4708}"/>
              </a:ext>
            </a:extLst>
          </p:cNvPr>
          <p:cNvSpPr/>
          <p:nvPr/>
        </p:nvSpPr>
        <p:spPr>
          <a:xfrm>
            <a:off x="9424952" y="275210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3A6883-4E99-4132-9FED-88717C83705A}"/>
              </a:ext>
            </a:extLst>
          </p:cNvPr>
          <p:cNvSpPr/>
          <p:nvPr/>
        </p:nvSpPr>
        <p:spPr>
          <a:xfrm>
            <a:off x="9908529" y="275210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DD3C25-AE8C-4528-A8E2-CB94308B4A8A}"/>
              </a:ext>
            </a:extLst>
          </p:cNvPr>
          <p:cNvSpPr/>
          <p:nvPr/>
        </p:nvSpPr>
        <p:spPr>
          <a:xfrm>
            <a:off x="10392106" y="27521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11171-698A-4525-B71F-EB7CFBF5114C}"/>
              </a:ext>
            </a:extLst>
          </p:cNvPr>
          <p:cNvSpPr/>
          <p:nvPr/>
        </p:nvSpPr>
        <p:spPr>
          <a:xfrm>
            <a:off x="10875803" y="27521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B5F71F-B405-4914-96AD-CD1122A73A52}"/>
              </a:ext>
            </a:extLst>
          </p:cNvPr>
          <p:cNvSpPr/>
          <p:nvPr/>
        </p:nvSpPr>
        <p:spPr>
          <a:xfrm>
            <a:off x="11354477" y="2752103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A16349A-B234-4847-A798-3C58DD95D8AD}"/>
                  </a:ext>
                </a:extLst>
              </p:cNvPr>
              <p:cNvSpPr/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A16349A-B234-4847-A798-3C58DD95D8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2" y="550513"/>
                <a:ext cx="4915000" cy="369332"/>
              </a:xfrm>
              <a:prstGeom prst="rect">
                <a:avLst/>
              </a:prstGeom>
              <a:blipFill>
                <a:blip r:embed="rId2"/>
                <a:stretch>
                  <a:fillRect l="-11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BA23C3-1205-4023-84B0-08BA6CF37816}"/>
              </a:ext>
            </a:extLst>
          </p:cNvPr>
          <p:cNvCxnSpPr/>
          <p:nvPr/>
        </p:nvCxnSpPr>
        <p:spPr>
          <a:xfrm flipV="1">
            <a:off x="2525141" y="4549295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9BB5355-568A-47A8-920C-7E06214FAC4F}"/>
              </a:ext>
            </a:extLst>
          </p:cNvPr>
          <p:cNvSpPr/>
          <p:nvPr/>
        </p:nvSpPr>
        <p:spPr>
          <a:xfrm>
            <a:off x="832622" y="406572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82058B-7764-44CC-BEA6-99008CF6CFED}"/>
              </a:ext>
            </a:extLst>
          </p:cNvPr>
          <p:cNvSpPr/>
          <p:nvPr/>
        </p:nvSpPr>
        <p:spPr>
          <a:xfrm>
            <a:off x="1316199" y="406572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3AF107-064B-4CD6-B9C6-287A6FC53F79}"/>
              </a:ext>
            </a:extLst>
          </p:cNvPr>
          <p:cNvSpPr/>
          <p:nvPr/>
        </p:nvSpPr>
        <p:spPr>
          <a:xfrm>
            <a:off x="1799776" y="406572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19EA89-9F92-449D-8777-87E5D7BFC086}"/>
              </a:ext>
            </a:extLst>
          </p:cNvPr>
          <p:cNvSpPr/>
          <p:nvPr/>
        </p:nvSpPr>
        <p:spPr>
          <a:xfrm>
            <a:off x="2283353" y="406572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3D96D4-29CE-46C6-92E0-273329EDC122}"/>
              </a:ext>
            </a:extLst>
          </p:cNvPr>
          <p:cNvSpPr/>
          <p:nvPr/>
        </p:nvSpPr>
        <p:spPr>
          <a:xfrm>
            <a:off x="2766930" y="406572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#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C13E8A-0486-4D0A-83F1-E59E3A7C788E}"/>
              </a:ext>
            </a:extLst>
          </p:cNvPr>
          <p:cNvSpPr/>
          <p:nvPr/>
        </p:nvSpPr>
        <p:spPr>
          <a:xfrm>
            <a:off x="3250507" y="406572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283396-EF30-402A-BC2C-2DF677BC2E53}"/>
              </a:ext>
            </a:extLst>
          </p:cNvPr>
          <p:cNvSpPr/>
          <p:nvPr/>
        </p:nvSpPr>
        <p:spPr>
          <a:xfrm>
            <a:off x="3734084" y="406572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AC4DDE-C6EF-490F-9E67-4DC086F432E5}"/>
              </a:ext>
            </a:extLst>
          </p:cNvPr>
          <p:cNvSpPr/>
          <p:nvPr/>
        </p:nvSpPr>
        <p:spPr>
          <a:xfrm>
            <a:off x="4217661" y="406572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D67D87-0BCB-4CEA-A631-34B61A4C32AB}"/>
              </a:ext>
            </a:extLst>
          </p:cNvPr>
          <p:cNvSpPr/>
          <p:nvPr/>
        </p:nvSpPr>
        <p:spPr>
          <a:xfrm>
            <a:off x="4701238" y="406571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31850F-556D-4695-8AAD-A7FCFCF137FD}"/>
              </a:ext>
            </a:extLst>
          </p:cNvPr>
          <p:cNvSpPr/>
          <p:nvPr/>
        </p:nvSpPr>
        <p:spPr>
          <a:xfrm>
            <a:off x="5184935" y="406571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3B0ECF-DD59-4139-9C31-8B3E7397B120}"/>
              </a:ext>
            </a:extLst>
          </p:cNvPr>
          <p:cNvSpPr/>
          <p:nvPr/>
        </p:nvSpPr>
        <p:spPr>
          <a:xfrm>
            <a:off x="5663609" y="40657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3461508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107353"/>
          </a:xfrm>
        </p:spPr>
        <p:txBody>
          <a:bodyPr/>
          <a:lstStyle/>
          <a:p>
            <a:r>
              <a:rPr lang="en-US" dirty="0"/>
              <a:t>Some important notions</a:t>
            </a:r>
            <a:endParaRPr lang="lv-LV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817091"/>
            <a:ext cx="10515600" cy="3663608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Turing Machine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Description of a TM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Configuration of TM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Halting of TM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Recognition and 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De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ciding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Recursively enumerable languages and Recursive languages</a:t>
            </a:r>
          </a:p>
        </p:txBody>
      </p:sp>
    </p:spTree>
    <p:extLst>
      <p:ext uri="{BB962C8B-B14F-4D97-AF65-F5344CB8AC3E}">
        <p14:creationId xmlns:p14="http://schemas.microsoft.com/office/powerpoint/2010/main" val="8668491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D5C63-530C-4911-A748-0458DA362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Turing machines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DBA96-2684-4E52-A201-C32DDA0BD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 7-tuple (</a:t>
            </a:r>
            <a:r>
              <a:rPr lang="en-US" i="1" dirty="0"/>
              <a:t>Q</a:t>
            </a:r>
            <a:r>
              <a:rPr lang="en-US" dirty="0"/>
              <a:t>, </a:t>
            </a:r>
            <a:r>
              <a:rPr lang="el-GR" i="1" dirty="0">
                <a:cs typeface="Mangal" panose="02040503050203030202" pitchFamily="18" charset="0"/>
              </a:rPr>
              <a:t>Σ</a:t>
            </a:r>
            <a:r>
              <a:rPr lang="en-US" dirty="0">
                <a:cs typeface="Mangal" panose="02040503050203030202" pitchFamily="18" charset="0"/>
              </a:rPr>
              <a:t>, </a:t>
            </a:r>
            <a:r>
              <a:rPr lang="el-GR" i="1" dirty="0">
                <a:cs typeface="Mangal" panose="02040503050203030202" pitchFamily="18" charset="0"/>
              </a:rPr>
              <a:t>Γ</a:t>
            </a:r>
            <a:r>
              <a:rPr lang="en-US" dirty="0">
                <a:cs typeface="Mangal" panose="02040503050203030202" pitchFamily="18" charset="0"/>
              </a:rPr>
              <a:t>, </a:t>
            </a:r>
            <a:r>
              <a:rPr lang="el-GR" i="1" dirty="0">
                <a:cs typeface="Mangal" panose="02040503050203030202" pitchFamily="18" charset="0"/>
              </a:rPr>
              <a:t>δ</a:t>
            </a:r>
            <a:r>
              <a:rPr lang="en-US" dirty="0">
                <a:cs typeface="Mangal" panose="02040503050203030202" pitchFamily="18" charset="0"/>
              </a:rPr>
              <a:t>, </a:t>
            </a:r>
            <a:r>
              <a:rPr lang="en-US" i="1" dirty="0">
                <a:cs typeface="Mangal" panose="02040503050203030202" pitchFamily="18" charset="0"/>
              </a:rPr>
              <a:t>q</a:t>
            </a:r>
            <a:r>
              <a:rPr lang="en-US" baseline="-25000" dirty="0">
                <a:cs typeface="Mangal" panose="02040503050203030202" pitchFamily="18" charset="0"/>
              </a:rPr>
              <a:t>0</a:t>
            </a:r>
            <a:r>
              <a:rPr lang="en-US" dirty="0">
                <a:cs typeface="Mangal" panose="02040503050203030202" pitchFamily="18" charset="0"/>
              </a:rPr>
              <a:t>, </a:t>
            </a:r>
            <a:r>
              <a:rPr lang="en-US" i="1" dirty="0" err="1">
                <a:cs typeface="Mangal" panose="02040503050203030202" pitchFamily="18" charset="0"/>
              </a:rPr>
              <a:t>q</a:t>
            </a:r>
            <a:r>
              <a:rPr lang="en-US" i="1" baseline="-25000" dirty="0" err="1">
                <a:cs typeface="Mangal" panose="02040503050203030202" pitchFamily="18" charset="0"/>
              </a:rPr>
              <a:t>accept</a:t>
            </a:r>
            <a:r>
              <a:rPr lang="en-US" dirty="0">
                <a:cs typeface="Mangal" panose="02040503050203030202" pitchFamily="18" charset="0"/>
              </a:rPr>
              <a:t>, </a:t>
            </a:r>
            <a:r>
              <a:rPr lang="en-US" i="1" dirty="0" err="1">
                <a:cs typeface="Mangal" panose="02040503050203030202" pitchFamily="18" charset="0"/>
              </a:rPr>
              <a:t>q</a:t>
            </a:r>
            <a:r>
              <a:rPr lang="en-US" i="1" baseline="-25000" dirty="0" err="1">
                <a:cs typeface="Mangal" panose="02040503050203030202" pitchFamily="18" charset="0"/>
              </a:rPr>
              <a:t>reject</a:t>
            </a:r>
            <a:r>
              <a:rPr lang="en-US" dirty="0"/>
              <a:t>)</a:t>
            </a:r>
          </a:p>
          <a:p>
            <a:r>
              <a:rPr lang="en-US" dirty="0"/>
              <a:t>For simplicity, we can omit </a:t>
            </a:r>
            <a:r>
              <a:rPr lang="en-US" i="1" dirty="0" err="1">
                <a:cs typeface="Mangal" panose="02040503050203030202" pitchFamily="18" charset="0"/>
              </a:rPr>
              <a:t>q</a:t>
            </a:r>
            <a:r>
              <a:rPr lang="en-US" i="1" baseline="-25000" dirty="0" err="1">
                <a:cs typeface="Mangal" panose="02040503050203030202" pitchFamily="18" charset="0"/>
              </a:rPr>
              <a:t>reject</a:t>
            </a:r>
            <a:r>
              <a:rPr lang="en-US" dirty="0">
                <a:cs typeface="Mangal" panose="02040503050203030202" pitchFamily="18" charset="0"/>
              </a:rPr>
              <a:t> and the corresponding arrows</a:t>
            </a:r>
          </a:p>
        </p:txBody>
      </p:sp>
    </p:spTree>
    <p:extLst>
      <p:ext uri="{BB962C8B-B14F-4D97-AF65-F5344CB8AC3E}">
        <p14:creationId xmlns:p14="http://schemas.microsoft.com/office/powerpoint/2010/main" val="40283053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DE51-7613-466B-9446-647B03EA7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D</a:t>
            </a:r>
            <a:r>
              <a:rPr lang="en-US" dirty="0"/>
              <a:t>escribing Turing machines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D42515-3E8E-49A0-B15F-5068B84A57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lv-LV" dirty="0"/>
                  <a:t>F</a:t>
                </a:r>
                <a:r>
                  <a:rPr lang="en-US" dirty="0" err="1"/>
                  <a:t>ormal</a:t>
                </a:r>
                <a:r>
                  <a:rPr lang="en-US" dirty="0"/>
                  <a:t> description</a:t>
                </a:r>
                <a:r>
                  <a:rPr lang="lv-LV" dirty="0"/>
                  <a:t>	</a:t>
                </a:r>
              </a:p>
              <a:p>
                <a:pPr lvl="1"/>
                <a:r>
                  <a:rPr lang="lv-LV" dirty="0"/>
                  <a:t>Defines the elements of the tuple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𝑎𝑐𝑐</m:t>
                            </m:r>
                          </m:sub>
                        </m:s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𝑟𝑒𝑗</m:t>
                            </m:r>
                          </m:sub>
                        </m:sSub>
                      </m:e>
                    </m:d>
                  </m:oMath>
                </a14:m>
                <a:r>
                  <a:rPr lang="lv-LV" dirty="0"/>
                  <a:t>, either by listing them or by a state transition diagram</a:t>
                </a:r>
              </a:p>
              <a:p>
                <a:r>
                  <a:rPr lang="lv-LV" dirty="0"/>
                  <a:t>Implementation description</a:t>
                </a:r>
              </a:p>
              <a:p>
                <a:pPr lvl="1"/>
                <a:r>
                  <a:rPr lang="lv-LV" dirty="0"/>
                  <a:t>Describes in English prose </a:t>
                </a:r>
                <a:r>
                  <a:rPr lang="lv-LV" dirty="0" err="1"/>
                  <a:t>what</a:t>
                </a:r>
                <a:r>
                  <a:rPr lang="lv-LV" dirty="0"/>
                  <a:t> </a:t>
                </a:r>
                <a:r>
                  <a:rPr lang="lv-LV" dirty="0" err="1"/>
                  <a:t>the</a:t>
                </a:r>
                <a:r>
                  <a:rPr lang="lv-LV" dirty="0"/>
                  <a:t> Turing </a:t>
                </a:r>
                <a:r>
                  <a:rPr lang="lv-LV" dirty="0" err="1"/>
                  <a:t>machine</a:t>
                </a:r>
                <a:r>
                  <a:rPr lang="lv-LV" dirty="0"/>
                  <a:t> do</a:t>
                </a:r>
                <a:r>
                  <a:rPr lang="en-US" dirty="0"/>
                  <a:t>es</a:t>
                </a:r>
                <a:endParaRPr lang="lv-LV" dirty="0"/>
              </a:p>
              <a:p>
                <a:pPr lvl="1"/>
                <a:r>
                  <a:rPr lang="lv-LV" dirty="0"/>
                  <a:t>Where it moves head, </a:t>
                </a:r>
                <a:r>
                  <a:rPr lang="lv-LV" dirty="0" err="1"/>
                  <a:t>what</a:t>
                </a:r>
                <a:r>
                  <a:rPr lang="lv-LV" dirty="0"/>
                  <a:t> </a:t>
                </a:r>
                <a:r>
                  <a:rPr lang="en-US" dirty="0"/>
                  <a:t>get</a:t>
                </a:r>
                <a:r>
                  <a:rPr lang="lv-LV" dirty="0"/>
                  <a:t>s </a:t>
                </a:r>
                <a:r>
                  <a:rPr lang="lv-LV" dirty="0" err="1"/>
                  <a:t>written</a:t>
                </a:r>
                <a:r>
                  <a:rPr lang="lv-LV" dirty="0"/>
                  <a:t> </a:t>
                </a:r>
                <a:r>
                  <a:rPr lang="lv-LV" dirty="0" err="1"/>
                  <a:t>on</a:t>
                </a:r>
                <a:r>
                  <a:rPr lang="en-US" dirty="0"/>
                  <a:t> the</a:t>
                </a:r>
                <a:r>
                  <a:rPr lang="lv-LV" dirty="0"/>
                  <a:t> tape, etc.</a:t>
                </a:r>
              </a:p>
              <a:p>
                <a:pPr lvl="1"/>
                <a:r>
                  <a:rPr lang="lv-LV" dirty="0"/>
                  <a:t>Details of states and transition function are omitted</a:t>
                </a:r>
              </a:p>
              <a:p>
                <a:r>
                  <a:rPr lang="lv-LV" dirty="0"/>
                  <a:t>H</a:t>
                </a:r>
                <a:r>
                  <a:rPr lang="en-US" dirty="0" err="1"/>
                  <a:t>igh</a:t>
                </a:r>
                <a:r>
                  <a:rPr lang="en-US" dirty="0"/>
                  <a:t>-level description</a:t>
                </a:r>
                <a:endParaRPr lang="lv-LV" dirty="0"/>
              </a:p>
              <a:p>
                <a:pPr lvl="1"/>
                <a:r>
                  <a:rPr lang="lv-LV" dirty="0"/>
                  <a:t>D</a:t>
                </a:r>
                <a:r>
                  <a:rPr lang="en-US" dirty="0"/>
                  <a:t>escribe</a:t>
                </a:r>
                <a:r>
                  <a:rPr lang="lv-LV" dirty="0"/>
                  <a:t>s</a:t>
                </a:r>
                <a:r>
                  <a:rPr lang="en-US" dirty="0"/>
                  <a:t> an algorithm</a:t>
                </a:r>
                <a:r>
                  <a:rPr lang="lv-LV" dirty="0"/>
                  <a:t>, ignoring the implementation details</a:t>
                </a:r>
              </a:p>
              <a:p>
                <a:pPr lvl="1"/>
                <a:r>
                  <a:rPr lang="lv-LV" dirty="0"/>
                  <a:t>Details of </a:t>
                </a:r>
                <a:r>
                  <a:rPr lang="en-US" dirty="0"/>
                  <a:t>how the machine manages its tape or head</a:t>
                </a:r>
                <a:r>
                  <a:rPr lang="lv-LV" dirty="0"/>
                  <a:t> are omitted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D42515-3E8E-49A0-B15F-5068B84A57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420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9247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0AC8-939E-430C-B9F2-B78219226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of TM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B317152-576A-4176-96C6-13C589D33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69069" cy="4351338"/>
          </a:xfrm>
        </p:spPr>
        <p:txBody>
          <a:bodyPr/>
          <a:lstStyle/>
          <a:p>
            <a:r>
              <a:rPr lang="en-US" dirty="0"/>
              <a:t>TM current state</a:t>
            </a:r>
          </a:p>
          <a:p>
            <a:r>
              <a:rPr lang="en-US" dirty="0"/>
              <a:t>Contents of the tape </a:t>
            </a:r>
          </a:p>
          <a:p>
            <a:r>
              <a:rPr lang="en-US" dirty="0"/>
              <a:t>Position of the head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0E23F1-3F0D-4650-B81D-A9F44C9E4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656" y="1330203"/>
            <a:ext cx="6376694" cy="23361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260E70-72D9-4BB5-B725-15C5A41D8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777" y="4156686"/>
            <a:ext cx="5774094" cy="19706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412355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B745D-A08C-5AFD-57B9-FCA378203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of TM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D8B669-00D3-EC74-80DB-A422A3BBF2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480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b="0" dirty="0"/>
                  <a:t>Given input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the initial configuration is: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If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then the configuration after the 1</a:t>
                </a:r>
                <a:r>
                  <a:rPr lang="en-US" baseline="30000" dirty="0"/>
                  <a:t>st</a:t>
                </a:r>
                <a:r>
                  <a:rPr lang="en-US" dirty="0"/>
                  <a:t> step is: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To denote that </a:t>
                </a:r>
                <a:r>
                  <a:rPr lang="en-US" dirty="0" err="1"/>
                  <a:t>cfg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directly followed the </a:t>
                </a:r>
                <a:r>
                  <a:rPr lang="en-US" dirty="0" err="1"/>
                  <a:t>cfg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we write: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A typical workflow of a TM: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⊢…⊢</m:t>
                      </m:r>
                      <m:sSub>
                        <m:sSub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sSub>
                        <m:sSub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To denote that </a:t>
                </a:r>
                <a:r>
                  <a:rPr kumimoji="0" lang="en-US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cfg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 is indirectly followed the </a:t>
                </a:r>
                <a:r>
                  <a:rPr kumimoji="0" lang="en-US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cfg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 we write:</a:t>
                </a:r>
              </a:p>
              <a:p>
                <a:pPr marL="0" lvl="0" indent="0" algn="ctr">
                  <a:lnSpc>
                    <a:spcPct val="100000"/>
                  </a:lnSpc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⊢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lv-LV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D8B669-00D3-EC74-80DB-A422A3BBF2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48038"/>
              </a:xfrm>
              <a:blipFill>
                <a:blip r:embed="rId2"/>
                <a:stretch>
                  <a:fillRect l="-1043" t="-1108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6391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C8F9F-DDDC-4DD8-B738-DE0949F7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Halting of a TM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2BF9CF-669C-4591-823D-CEB02E29BD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237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run of Turing machine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on word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has 3 possible outcomes:</a:t>
                </a:r>
              </a:p>
              <a:p>
                <a:pPr lvl="1"/>
                <a:endParaRPr lang="en-US" dirty="0"/>
              </a:p>
              <a:p>
                <a:pPr marL="355600" lvl="1" indent="-355600"/>
                <a:r>
                  <a:rPr lang="en-US" dirty="0"/>
                  <a:t>TM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eventually arrives at the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𝑎𝑐𝑐𝑒𝑝𝑡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355600" lvl="1" indent="-35560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⊢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𝑎𝑐𝑐𝑒𝑝𝑡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dirty="0"/>
              </a:p>
              <a:p>
                <a:pPr marL="355600" lvl="1" indent="-355600"/>
                <a:endParaRPr lang="en-US" dirty="0"/>
              </a:p>
              <a:p>
                <a:pPr marL="355600" lvl="1" indent="-355600"/>
                <a:r>
                  <a:rPr lang="en-US" dirty="0"/>
                  <a:t>TM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eventually arrives at the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𝑟𝑒𝑗𝑒𝑐𝑡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355600" lvl="1" indent="-35560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⊢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𝑟𝑒𝑗𝑒𝑐𝑡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dirty="0"/>
              </a:p>
              <a:p>
                <a:pPr marL="355600" lvl="1" indent="-355600"/>
                <a:endParaRPr lang="en-US" dirty="0"/>
              </a:p>
              <a:p>
                <a:pPr marL="355600" lvl="1" indent="-355600"/>
                <a:r>
                  <a:rPr lang="en-US" dirty="0"/>
                  <a:t>TM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loops eternally and never stops</a:t>
                </a:r>
              </a:p>
              <a:p>
                <a:pPr marL="355600" lvl="1" indent="-35560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с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с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с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с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r>
                      <a:rPr lang="ru-RU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endParaRPr lang="ru-RU" dirty="0"/>
              </a:p>
              <a:p>
                <a:pPr marL="355600" lvl="1" indent="-355600">
                  <a:buNone/>
                </a:pPr>
                <a:r>
                  <a:rPr lang="en-US" dirty="0"/>
                  <a:t>	or maybe	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с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с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с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с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r>
                      <a:rPr lang="ru-RU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2BF9CF-669C-4591-823D-CEB02E29BD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23750"/>
              </a:xfrm>
              <a:blipFill>
                <a:blip r:embed="rId2"/>
                <a:stretch>
                  <a:fillRect l="-1217" t="-2020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58430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8E837-756D-43FA-BA10-0552CCCE6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Languages recognized / decided by TM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057E06-7179-412C-9E8C-1C7982636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496175" cy="76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5DBB29-4B4C-46F8-9362-51EDBA2A7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25726"/>
            <a:ext cx="7524750" cy="1152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F15820-A2E6-4B2B-8939-A6E637428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" y="4167007"/>
            <a:ext cx="7458075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176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2A789-E051-4795-AA12-A982D2A22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Languages recognized / decided by TM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19B357-E374-498C-8AFA-90F43DEC9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26176"/>
            <a:ext cx="7648575" cy="1514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3584B2-DA4E-4DA1-BAE1-1F5FCF448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88" y="4002538"/>
            <a:ext cx="6019800" cy="276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0386A5-F7D2-4941-94A3-0590BF457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785" y="4831213"/>
            <a:ext cx="7591425" cy="1371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DFD238-CDF7-43FF-BD5F-93E2BBD12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733" y="6207125"/>
            <a:ext cx="4819650" cy="285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29F735-3618-44A6-BEDB-A25EE5C2EE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537" y="1716539"/>
            <a:ext cx="7581900" cy="771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24B7B7-930A-4EBC-B4D0-B5667CBEEBA0}"/>
                  </a:ext>
                </a:extLst>
              </p:cNvPr>
              <p:cNvSpPr txBox="1"/>
              <p:nvPr/>
            </p:nvSpPr>
            <p:spPr>
              <a:xfrm>
                <a:off x="9066362" y="3295291"/>
                <a:ext cx="22113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accepts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lv-LV" dirty="0"/>
              </a:p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24B7B7-930A-4EBC-B4D0-B5667CBEE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362" y="3295291"/>
                <a:ext cx="2211375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0428E4-BEA3-408A-86FE-1D7C12CD4F7C}"/>
                  </a:ext>
                </a:extLst>
              </p:cNvPr>
              <p:cNvSpPr txBox="1"/>
              <p:nvPr/>
            </p:nvSpPr>
            <p:spPr>
              <a:xfrm>
                <a:off x="8129631" y="3985853"/>
                <a:ext cx="413049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either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rejects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loops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on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lv-LV" dirty="0"/>
              </a:p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lv-LV" dirty="0"/>
                  <a:t> or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lv-LV" dirty="0"/>
                  <a:t> is undefined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0428E4-BEA3-408A-86FE-1D7C12CD4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631" y="3985853"/>
                <a:ext cx="4130490" cy="646331"/>
              </a:xfrm>
              <a:prstGeom prst="rect">
                <a:avLst/>
              </a:prstGeom>
              <a:blipFill>
                <a:blip r:embed="rId8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93657A-218E-466A-B7CA-73D185350CC6}"/>
                  </a:ext>
                </a:extLst>
              </p:cNvPr>
              <p:cNvSpPr txBox="1"/>
              <p:nvPr/>
            </p:nvSpPr>
            <p:spPr>
              <a:xfrm>
                <a:off x="8727056" y="5095336"/>
                <a:ext cx="22113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accepts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lv-LV" dirty="0"/>
              </a:p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93657A-218E-466A-B7CA-73D185350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7056" y="5095336"/>
                <a:ext cx="2211375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09DF14-EC98-40EE-8F4F-B947F7B77293}"/>
                  </a:ext>
                </a:extLst>
              </p:cNvPr>
              <p:cNvSpPr txBox="1"/>
              <p:nvPr/>
            </p:nvSpPr>
            <p:spPr>
              <a:xfrm>
                <a:off x="8735819" y="5719983"/>
                <a:ext cx="210615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rejects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lv-LV" dirty="0"/>
              </a:p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09DF14-EC98-40EE-8F4F-B947F7B77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5819" y="5719983"/>
                <a:ext cx="2106154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00080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AA0CD-AF9B-7897-7F73-1B48225CA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FD1C5-FA6F-9E09-4D93-ECFA60BDF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107353"/>
          </a:xfrm>
        </p:spPr>
        <p:txBody>
          <a:bodyPr/>
          <a:lstStyle/>
          <a:p>
            <a:r>
              <a:rPr lang="en-US" dirty="0"/>
              <a:t>“Improvements” for TM</a:t>
            </a:r>
            <a:endParaRPr lang="lv-LV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97AC2-7A80-BEB9-2D8F-EDD50987B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17091"/>
            <a:ext cx="10515600" cy="3663608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transition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Two-side-infinite tape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Multiple tapes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Nondeterministic behavior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03071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24095-08F2-4A90-BC33-118078C98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Variants of TM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E82E9-2AFA-4AD7-AC59-B26C1D697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dirty="0"/>
              <a:t>Allowed transitions {L,R} vs {L,N,R}</a:t>
            </a:r>
          </a:p>
          <a:p>
            <a:pPr lvl="1"/>
            <a:r>
              <a:rPr lang="lv-LV" dirty="0"/>
              <a:t>N transition can be replaced by two transitions (R,L)</a:t>
            </a:r>
          </a:p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41062663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24095-08F2-4A90-BC33-118078C98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Variants of TM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E82E9-2AFA-4AD7-AC59-B26C1D697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dirty="0"/>
              <a:t>Allowed transitions {L,R} vs {L,N,R}</a:t>
            </a:r>
          </a:p>
          <a:p>
            <a:pPr lvl="1"/>
            <a:r>
              <a:rPr lang="lv-LV" dirty="0"/>
              <a:t>N transition can be replaced by two transitions (R,L)</a:t>
            </a:r>
          </a:p>
          <a:p>
            <a:endParaRPr lang="lv-LV" dirty="0"/>
          </a:p>
          <a:p>
            <a:r>
              <a:rPr lang="lv-LV" dirty="0"/>
              <a:t>Doubly-infinite tape vs singly-infinite tape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BBFEA-27F4-4540-89C6-908AECF10319}"/>
              </a:ext>
            </a:extLst>
          </p:cNvPr>
          <p:cNvSpPr/>
          <p:nvPr/>
        </p:nvSpPr>
        <p:spPr>
          <a:xfrm>
            <a:off x="1615061" y="52086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4749AB-C226-4852-A15D-30F733622851}"/>
              </a:ext>
            </a:extLst>
          </p:cNvPr>
          <p:cNvSpPr/>
          <p:nvPr/>
        </p:nvSpPr>
        <p:spPr>
          <a:xfrm>
            <a:off x="2098638" y="52086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51EE17-22EB-4594-9F87-D5B3A9B28678}"/>
              </a:ext>
            </a:extLst>
          </p:cNvPr>
          <p:cNvSpPr/>
          <p:nvPr/>
        </p:nvSpPr>
        <p:spPr>
          <a:xfrm>
            <a:off x="2582215" y="520867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647236-DBEA-4DD0-BA03-EA4EE2223BDD}"/>
              </a:ext>
            </a:extLst>
          </p:cNvPr>
          <p:cNvSpPr/>
          <p:nvPr/>
        </p:nvSpPr>
        <p:spPr>
          <a:xfrm>
            <a:off x="3065792" y="520867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E8DFB1-9B3F-40EE-9145-3C403C4BA4D1}"/>
              </a:ext>
            </a:extLst>
          </p:cNvPr>
          <p:cNvSpPr/>
          <p:nvPr/>
        </p:nvSpPr>
        <p:spPr>
          <a:xfrm>
            <a:off x="3549369" y="52086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F06EB1-0BBC-443D-9345-F6804A8F1B20}"/>
              </a:ext>
            </a:extLst>
          </p:cNvPr>
          <p:cNvSpPr/>
          <p:nvPr/>
        </p:nvSpPr>
        <p:spPr>
          <a:xfrm>
            <a:off x="4032946" y="520867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C6E59F-6B09-4B0E-AA63-F324BFE410DD}"/>
              </a:ext>
            </a:extLst>
          </p:cNvPr>
          <p:cNvSpPr/>
          <p:nvPr/>
        </p:nvSpPr>
        <p:spPr>
          <a:xfrm>
            <a:off x="4516523" y="520866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1E58EA-D1A1-45FD-8072-56512867D5C2}"/>
              </a:ext>
            </a:extLst>
          </p:cNvPr>
          <p:cNvSpPr/>
          <p:nvPr/>
        </p:nvSpPr>
        <p:spPr>
          <a:xfrm>
            <a:off x="5000100" y="520866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A6318B-074F-458D-AAFA-D230ABB4ECE0}"/>
              </a:ext>
            </a:extLst>
          </p:cNvPr>
          <p:cNvSpPr/>
          <p:nvPr/>
        </p:nvSpPr>
        <p:spPr>
          <a:xfrm>
            <a:off x="5483677" y="520866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B6EACD-3810-4060-9104-8913B45C988D}"/>
              </a:ext>
            </a:extLst>
          </p:cNvPr>
          <p:cNvSpPr/>
          <p:nvPr/>
        </p:nvSpPr>
        <p:spPr>
          <a:xfrm>
            <a:off x="5967374" y="520866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C1FEC8-16D0-45C9-9E7D-35C56CCBFBD2}"/>
              </a:ext>
            </a:extLst>
          </p:cNvPr>
          <p:cNvSpPr/>
          <p:nvPr/>
        </p:nvSpPr>
        <p:spPr>
          <a:xfrm>
            <a:off x="1131364" y="5208663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F9F332-9341-405E-BA20-3BEF185C8C3C}"/>
              </a:ext>
            </a:extLst>
          </p:cNvPr>
          <p:cNvSpPr/>
          <p:nvPr/>
        </p:nvSpPr>
        <p:spPr>
          <a:xfrm>
            <a:off x="6450831" y="5204384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1284E3-894A-4E29-B530-34BCC4147967}"/>
              </a:ext>
            </a:extLst>
          </p:cNvPr>
          <p:cNvSpPr/>
          <p:nvPr/>
        </p:nvSpPr>
        <p:spPr>
          <a:xfrm>
            <a:off x="2582095" y="406596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064120-5232-4754-AF63-D912CB6D42AF}"/>
              </a:ext>
            </a:extLst>
          </p:cNvPr>
          <p:cNvSpPr/>
          <p:nvPr/>
        </p:nvSpPr>
        <p:spPr>
          <a:xfrm>
            <a:off x="3065672" y="406596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58D275-BCA1-4864-917F-EC97C3ED9D8D}"/>
              </a:ext>
            </a:extLst>
          </p:cNvPr>
          <p:cNvSpPr/>
          <p:nvPr/>
        </p:nvSpPr>
        <p:spPr>
          <a:xfrm>
            <a:off x="3549249" y="406596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1708C0-07F6-436B-87D3-D70B1873DE4A}"/>
              </a:ext>
            </a:extLst>
          </p:cNvPr>
          <p:cNvSpPr/>
          <p:nvPr/>
        </p:nvSpPr>
        <p:spPr>
          <a:xfrm>
            <a:off x="4032826" y="406596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7CBD209-2648-4B06-9452-DBEEFE93181C}"/>
              </a:ext>
            </a:extLst>
          </p:cNvPr>
          <p:cNvSpPr/>
          <p:nvPr/>
        </p:nvSpPr>
        <p:spPr>
          <a:xfrm>
            <a:off x="4516403" y="4065963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BFA1D4-E67A-4379-98F1-F1EC5E9439CD}"/>
              </a:ext>
            </a:extLst>
          </p:cNvPr>
          <p:cNvSpPr/>
          <p:nvPr/>
        </p:nvSpPr>
        <p:spPr>
          <a:xfrm>
            <a:off x="4999980" y="406596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B9E046C-EB24-437F-B645-D7893B4AF4EB}"/>
              </a:ext>
            </a:extLst>
          </p:cNvPr>
          <p:cNvSpPr/>
          <p:nvPr/>
        </p:nvSpPr>
        <p:spPr>
          <a:xfrm>
            <a:off x="5483557" y="406595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47A7C9C-D093-44C5-AA47-F3F5D43B6F39}"/>
              </a:ext>
            </a:extLst>
          </p:cNvPr>
          <p:cNvSpPr/>
          <p:nvPr/>
        </p:nvSpPr>
        <p:spPr>
          <a:xfrm>
            <a:off x="5967254" y="406595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C345D87-B254-476C-9A54-2997F4EC288E}"/>
              </a:ext>
            </a:extLst>
          </p:cNvPr>
          <p:cNvSpPr/>
          <p:nvPr/>
        </p:nvSpPr>
        <p:spPr>
          <a:xfrm>
            <a:off x="6450711" y="4061678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1902451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D495C7-B713-4DA3-8401-464B8D4D96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lv-LV" dirty="0"/>
                  <a:t>Add a special symbol </a:t>
                </a:r>
                <a14:m>
                  <m:oMath xmlns:m="http://schemas.openxmlformats.org/officeDocument/2006/math">
                    <m: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bar>
                  </m:oMath>
                </a14:m>
                <a:r>
                  <a:rPr lang="lv-LV" dirty="0"/>
                  <a:t> </a:t>
                </a:r>
              </a:p>
              <a:p>
                <a:r>
                  <a:rPr lang="lv-LV" dirty="0"/>
                  <a:t>When starting,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lv-LV" dirty="0"/>
                  <a:t> writes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bar>
                  </m:oMath>
                </a14:m>
                <a:r>
                  <a:rPr lang="lv-LV" dirty="0"/>
                  <a:t> in the first cell and shifts all other content to the right, then goes to the first position and simulates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lv-LV" dirty="0"/>
              </a:p>
              <a:p>
                <a:pPr marL="0" indent="0">
                  <a:buNone/>
                </a:pPr>
                <a:endParaRPr lang="lv-LV" dirty="0"/>
              </a:p>
              <a:p>
                <a:endParaRPr lang="lv-LV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D495C7-B713-4DA3-8401-464B8D4D96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07CB7EA-296E-40F1-BB49-2AABB7966AF4}"/>
              </a:ext>
            </a:extLst>
          </p:cNvPr>
          <p:cNvSpPr/>
          <p:nvPr/>
        </p:nvSpPr>
        <p:spPr>
          <a:xfrm>
            <a:off x="7456020" y="343328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916C5A-0D9E-4769-8B88-DBB08ADD3274}"/>
              </a:ext>
            </a:extLst>
          </p:cNvPr>
          <p:cNvSpPr/>
          <p:nvPr/>
        </p:nvSpPr>
        <p:spPr>
          <a:xfrm>
            <a:off x="7939597" y="34332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7615F8-7B54-4CC7-BA27-CFD7D2FD15E2}"/>
              </a:ext>
            </a:extLst>
          </p:cNvPr>
          <p:cNvSpPr/>
          <p:nvPr/>
        </p:nvSpPr>
        <p:spPr>
          <a:xfrm>
            <a:off x="8423174" y="343329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D79905-D362-4D57-BA86-6B2E6311C897}"/>
              </a:ext>
            </a:extLst>
          </p:cNvPr>
          <p:cNvSpPr/>
          <p:nvPr/>
        </p:nvSpPr>
        <p:spPr>
          <a:xfrm>
            <a:off x="8906751" y="343329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A12F5F-EB26-4D5E-B665-B20073897836}"/>
              </a:ext>
            </a:extLst>
          </p:cNvPr>
          <p:cNvSpPr/>
          <p:nvPr/>
        </p:nvSpPr>
        <p:spPr>
          <a:xfrm>
            <a:off x="9390328" y="343328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48E677-6A1E-4492-A207-18DB17DD6822}"/>
              </a:ext>
            </a:extLst>
          </p:cNvPr>
          <p:cNvSpPr/>
          <p:nvPr/>
        </p:nvSpPr>
        <p:spPr>
          <a:xfrm>
            <a:off x="9873905" y="34332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0828BE-2366-4683-9F4C-65C41B48B6B4}"/>
              </a:ext>
            </a:extLst>
          </p:cNvPr>
          <p:cNvSpPr/>
          <p:nvPr/>
        </p:nvSpPr>
        <p:spPr>
          <a:xfrm>
            <a:off x="10357482" y="34332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51D038-3D73-40A0-8CB1-4E32884BC32D}"/>
              </a:ext>
            </a:extLst>
          </p:cNvPr>
          <p:cNvSpPr/>
          <p:nvPr/>
        </p:nvSpPr>
        <p:spPr>
          <a:xfrm>
            <a:off x="10841179" y="34332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09F201-2EED-457C-B230-FC7E84205640}"/>
              </a:ext>
            </a:extLst>
          </p:cNvPr>
          <p:cNvSpPr/>
          <p:nvPr/>
        </p:nvSpPr>
        <p:spPr>
          <a:xfrm>
            <a:off x="11324636" y="3429000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ADECAC0-E708-4C13-94C0-D3D5908B29ED}"/>
                  </a:ext>
                </a:extLst>
              </p:cNvPr>
              <p:cNvSpPr/>
              <p:nvPr/>
            </p:nvSpPr>
            <p:spPr>
              <a:xfrm>
                <a:off x="7456020" y="4390685"/>
                <a:ext cx="483577" cy="4835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lv-LV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ba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ADECAC0-E708-4C13-94C0-D3D5908B29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6020" y="4390685"/>
                <a:ext cx="483577" cy="4835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A456B5AC-4D0C-4422-8099-2ECAD1397087}"/>
              </a:ext>
            </a:extLst>
          </p:cNvPr>
          <p:cNvSpPr/>
          <p:nvPr/>
        </p:nvSpPr>
        <p:spPr>
          <a:xfrm>
            <a:off x="7939597" y="4390683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AA7299-02B3-41ED-91F3-85B9F6EEED08}"/>
              </a:ext>
            </a:extLst>
          </p:cNvPr>
          <p:cNvSpPr/>
          <p:nvPr/>
        </p:nvSpPr>
        <p:spPr>
          <a:xfrm>
            <a:off x="8423174" y="43906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1D584D-F752-4E26-B676-D7F406C49653}"/>
              </a:ext>
            </a:extLst>
          </p:cNvPr>
          <p:cNvSpPr/>
          <p:nvPr/>
        </p:nvSpPr>
        <p:spPr>
          <a:xfrm>
            <a:off x="8906751" y="43906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c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950C69-8201-4B47-97E1-A81BCB5062B3}"/>
              </a:ext>
            </a:extLst>
          </p:cNvPr>
          <p:cNvSpPr/>
          <p:nvPr/>
        </p:nvSpPr>
        <p:spPr>
          <a:xfrm>
            <a:off x="9390328" y="43906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23853C-4E37-4EDE-8194-009AE9B23F15}"/>
              </a:ext>
            </a:extLst>
          </p:cNvPr>
          <p:cNvSpPr/>
          <p:nvPr/>
        </p:nvSpPr>
        <p:spPr>
          <a:xfrm>
            <a:off x="9873905" y="439067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EC1D1A-14D1-453B-93E0-CBC73F205815}"/>
              </a:ext>
            </a:extLst>
          </p:cNvPr>
          <p:cNvSpPr/>
          <p:nvPr/>
        </p:nvSpPr>
        <p:spPr>
          <a:xfrm>
            <a:off x="10357482" y="43906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A2255D-40DD-4B15-AA41-E19F89B7680D}"/>
              </a:ext>
            </a:extLst>
          </p:cNvPr>
          <p:cNvSpPr/>
          <p:nvPr/>
        </p:nvSpPr>
        <p:spPr>
          <a:xfrm>
            <a:off x="10841179" y="43906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0A7AD9-247A-495B-ADDE-4DBBD69C4654}"/>
              </a:ext>
            </a:extLst>
          </p:cNvPr>
          <p:cNvSpPr/>
          <p:nvPr/>
        </p:nvSpPr>
        <p:spPr>
          <a:xfrm>
            <a:off x="11324636" y="4386397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FC739F7-5DB0-4A83-846A-02A5E6E42DC2}"/>
              </a:ext>
            </a:extLst>
          </p:cNvPr>
          <p:cNvCxnSpPr>
            <a:cxnSpLocks/>
          </p:cNvCxnSpPr>
          <p:nvPr/>
        </p:nvCxnSpPr>
        <p:spPr>
          <a:xfrm flipV="1">
            <a:off x="7715683" y="3912578"/>
            <a:ext cx="0" cy="357497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5942E31-6EFB-4A8B-BAFC-B6C7E4AC755D}"/>
              </a:ext>
            </a:extLst>
          </p:cNvPr>
          <p:cNvCxnSpPr>
            <a:cxnSpLocks/>
          </p:cNvCxnSpPr>
          <p:nvPr/>
        </p:nvCxnSpPr>
        <p:spPr>
          <a:xfrm flipV="1">
            <a:off x="8213139" y="4869974"/>
            <a:ext cx="0" cy="357497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26C556C-186E-4209-9A19-3AA56E1C8C1F}"/>
                  </a:ext>
                </a:extLst>
              </p:cNvPr>
              <p:cNvSpPr txBox="1"/>
              <p:nvPr/>
            </p:nvSpPr>
            <p:spPr>
              <a:xfrm>
                <a:off x="611581" y="406097"/>
                <a:ext cx="806855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lv-LV" sz="2400" dirty="0"/>
                  <a:t>Every (doubly-infinite)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lv-LV" sz="2400" dirty="0"/>
                  <a:t> can be simulated by a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lv-LV" sz="2400" dirty="0"/>
                  <a:t> that never moves its head to the left of the starting position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26C556C-186E-4209-9A19-3AA56E1C8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81" y="406097"/>
                <a:ext cx="8068551" cy="830997"/>
              </a:xfrm>
              <a:prstGeom prst="rect">
                <a:avLst/>
              </a:prstGeom>
              <a:blipFill>
                <a:blip r:embed="rId6"/>
                <a:stretch>
                  <a:fillRect l="-1133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28241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D495C7-B713-4DA3-8401-464B8D4D96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lv-LV" dirty="0"/>
                  <a:t>Add a special symbol </a:t>
                </a:r>
                <a14:m>
                  <m:oMath xmlns:m="http://schemas.openxmlformats.org/officeDocument/2006/math">
                    <m: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bar>
                  </m:oMath>
                </a14:m>
                <a:r>
                  <a:rPr lang="lv-LV" dirty="0"/>
                  <a:t> </a:t>
                </a:r>
              </a:p>
              <a:p>
                <a:r>
                  <a:rPr lang="lv-LV" dirty="0"/>
                  <a:t>When starting,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lv-LV" dirty="0"/>
                  <a:t> writes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bar>
                  </m:oMath>
                </a14:m>
                <a:r>
                  <a:rPr lang="lv-LV" dirty="0"/>
                  <a:t> in the first cell and shifts all other content to the right, then goes to the first position and simulates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lv-LV" dirty="0"/>
              </a:p>
              <a:p>
                <a:r>
                  <a:rPr lang="lv-LV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lv-LV" dirty="0"/>
                  <a:t> finds itself on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lv-LV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bar>
                  </m:oMath>
                </a14:m>
                <a:r>
                  <a:rPr lang="lv-LV" dirty="0"/>
                  <a:t>, then insert _ </a:t>
                </a:r>
                <a:br>
                  <a:rPr lang="lv-LV" dirty="0"/>
                </a:br>
                <a:r>
                  <a:rPr lang="lv-LV" dirty="0"/>
                  <a:t>and shift all input to the right,</a:t>
                </a:r>
                <a:br>
                  <a:rPr lang="lv-LV" dirty="0"/>
                </a:br>
                <a:r>
                  <a:rPr lang="lv-LV" dirty="0"/>
                  <a:t>then continue simulating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lv-LV" dirty="0"/>
              </a:p>
              <a:p>
                <a:endParaRPr lang="lv-LV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D495C7-B713-4DA3-8401-464B8D4D96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07CB7EA-296E-40F1-BB49-2AABB7966AF4}"/>
              </a:ext>
            </a:extLst>
          </p:cNvPr>
          <p:cNvSpPr/>
          <p:nvPr/>
        </p:nvSpPr>
        <p:spPr>
          <a:xfrm>
            <a:off x="7456020" y="343328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916C5A-0D9E-4769-8B88-DBB08ADD3274}"/>
              </a:ext>
            </a:extLst>
          </p:cNvPr>
          <p:cNvSpPr/>
          <p:nvPr/>
        </p:nvSpPr>
        <p:spPr>
          <a:xfrm>
            <a:off x="7939597" y="34332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7615F8-7B54-4CC7-BA27-CFD7D2FD15E2}"/>
              </a:ext>
            </a:extLst>
          </p:cNvPr>
          <p:cNvSpPr/>
          <p:nvPr/>
        </p:nvSpPr>
        <p:spPr>
          <a:xfrm>
            <a:off x="8423174" y="343329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D79905-D362-4D57-BA86-6B2E6311C897}"/>
              </a:ext>
            </a:extLst>
          </p:cNvPr>
          <p:cNvSpPr/>
          <p:nvPr/>
        </p:nvSpPr>
        <p:spPr>
          <a:xfrm>
            <a:off x="8906751" y="343329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A12F5F-EB26-4D5E-B665-B20073897836}"/>
              </a:ext>
            </a:extLst>
          </p:cNvPr>
          <p:cNvSpPr/>
          <p:nvPr/>
        </p:nvSpPr>
        <p:spPr>
          <a:xfrm>
            <a:off x="9390328" y="343328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48E677-6A1E-4492-A207-18DB17DD6822}"/>
              </a:ext>
            </a:extLst>
          </p:cNvPr>
          <p:cNvSpPr/>
          <p:nvPr/>
        </p:nvSpPr>
        <p:spPr>
          <a:xfrm>
            <a:off x="9873905" y="34332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0828BE-2366-4683-9F4C-65C41B48B6B4}"/>
              </a:ext>
            </a:extLst>
          </p:cNvPr>
          <p:cNvSpPr/>
          <p:nvPr/>
        </p:nvSpPr>
        <p:spPr>
          <a:xfrm>
            <a:off x="10357482" y="34332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51D038-3D73-40A0-8CB1-4E32884BC32D}"/>
              </a:ext>
            </a:extLst>
          </p:cNvPr>
          <p:cNvSpPr/>
          <p:nvPr/>
        </p:nvSpPr>
        <p:spPr>
          <a:xfrm>
            <a:off x="10841179" y="34332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09F201-2EED-457C-B230-FC7E84205640}"/>
              </a:ext>
            </a:extLst>
          </p:cNvPr>
          <p:cNvSpPr/>
          <p:nvPr/>
        </p:nvSpPr>
        <p:spPr>
          <a:xfrm>
            <a:off x="11324636" y="3429000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ADECAC0-E708-4C13-94C0-D3D5908B29ED}"/>
                  </a:ext>
                </a:extLst>
              </p:cNvPr>
              <p:cNvSpPr/>
              <p:nvPr/>
            </p:nvSpPr>
            <p:spPr>
              <a:xfrm>
                <a:off x="7456020" y="4390685"/>
                <a:ext cx="483577" cy="4835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lv-LV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ba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ADECAC0-E708-4C13-94C0-D3D5908B29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6020" y="4390685"/>
                <a:ext cx="483577" cy="4835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A456B5AC-4D0C-4422-8099-2ECAD1397087}"/>
              </a:ext>
            </a:extLst>
          </p:cNvPr>
          <p:cNvSpPr/>
          <p:nvPr/>
        </p:nvSpPr>
        <p:spPr>
          <a:xfrm>
            <a:off x="7939597" y="4390683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AA7299-02B3-41ED-91F3-85B9F6EEED08}"/>
              </a:ext>
            </a:extLst>
          </p:cNvPr>
          <p:cNvSpPr/>
          <p:nvPr/>
        </p:nvSpPr>
        <p:spPr>
          <a:xfrm>
            <a:off x="8423174" y="43906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1D584D-F752-4E26-B676-D7F406C49653}"/>
              </a:ext>
            </a:extLst>
          </p:cNvPr>
          <p:cNvSpPr/>
          <p:nvPr/>
        </p:nvSpPr>
        <p:spPr>
          <a:xfrm>
            <a:off x="8906751" y="43906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c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950C69-8201-4B47-97E1-A81BCB5062B3}"/>
              </a:ext>
            </a:extLst>
          </p:cNvPr>
          <p:cNvSpPr/>
          <p:nvPr/>
        </p:nvSpPr>
        <p:spPr>
          <a:xfrm>
            <a:off x="9390328" y="43906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23853C-4E37-4EDE-8194-009AE9B23F15}"/>
              </a:ext>
            </a:extLst>
          </p:cNvPr>
          <p:cNvSpPr/>
          <p:nvPr/>
        </p:nvSpPr>
        <p:spPr>
          <a:xfrm>
            <a:off x="9873905" y="439067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EC1D1A-14D1-453B-93E0-CBC73F205815}"/>
              </a:ext>
            </a:extLst>
          </p:cNvPr>
          <p:cNvSpPr/>
          <p:nvPr/>
        </p:nvSpPr>
        <p:spPr>
          <a:xfrm>
            <a:off x="10357482" y="43906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A2255D-40DD-4B15-AA41-E19F89B7680D}"/>
              </a:ext>
            </a:extLst>
          </p:cNvPr>
          <p:cNvSpPr/>
          <p:nvPr/>
        </p:nvSpPr>
        <p:spPr>
          <a:xfrm>
            <a:off x="10841179" y="43906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0A7AD9-247A-495B-ADDE-4DBBD69C4654}"/>
              </a:ext>
            </a:extLst>
          </p:cNvPr>
          <p:cNvSpPr/>
          <p:nvPr/>
        </p:nvSpPr>
        <p:spPr>
          <a:xfrm>
            <a:off x="11324636" y="4386397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FC739F7-5DB0-4A83-846A-02A5E6E42DC2}"/>
              </a:ext>
            </a:extLst>
          </p:cNvPr>
          <p:cNvCxnSpPr>
            <a:cxnSpLocks/>
          </p:cNvCxnSpPr>
          <p:nvPr/>
        </p:nvCxnSpPr>
        <p:spPr>
          <a:xfrm flipV="1">
            <a:off x="7715683" y="3912578"/>
            <a:ext cx="0" cy="357497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5942E31-6EFB-4A8B-BAFC-B6C7E4AC755D}"/>
              </a:ext>
            </a:extLst>
          </p:cNvPr>
          <p:cNvCxnSpPr>
            <a:cxnSpLocks/>
          </p:cNvCxnSpPr>
          <p:nvPr/>
        </p:nvCxnSpPr>
        <p:spPr>
          <a:xfrm flipV="1">
            <a:off x="8213139" y="4869974"/>
            <a:ext cx="0" cy="357497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E24D272-03FB-40D7-A953-07B43934204B}"/>
                  </a:ext>
                </a:extLst>
              </p:cNvPr>
              <p:cNvSpPr/>
              <p:nvPr/>
            </p:nvSpPr>
            <p:spPr>
              <a:xfrm>
                <a:off x="2431699" y="5693394"/>
                <a:ext cx="483577" cy="4835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lv-LV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ba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E24D272-03FB-40D7-A953-07B4393420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1699" y="5693394"/>
                <a:ext cx="483577" cy="4835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D87476A9-7256-4BFA-B428-4F08E6FEF2E2}"/>
              </a:ext>
            </a:extLst>
          </p:cNvPr>
          <p:cNvSpPr/>
          <p:nvPr/>
        </p:nvSpPr>
        <p:spPr>
          <a:xfrm>
            <a:off x="2915276" y="569339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624EDA0-0F7C-4A49-B8BA-2061877FB882}"/>
              </a:ext>
            </a:extLst>
          </p:cNvPr>
          <p:cNvSpPr/>
          <p:nvPr/>
        </p:nvSpPr>
        <p:spPr>
          <a:xfrm>
            <a:off x="3398853" y="569339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28410E6-CB20-4AAE-8840-0B99C76BE61F}"/>
              </a:ext>
            </a:extLst>
          </p:cNvPr>
          <p:cNvSpPr/>
          <p:nvPr/>
        </p:nvSpPr>
        <p:spPr>
          <a:xfrm>
            <a:off x="3882430" y="569339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F90E886-1891-48B0-AFE1-844815ACBCD3}"/>
              </a:ext>
            </a:extLst>
          </p:cNvPr>
          <p:cNvSpPr/>
          <p:nvPr/>
        </p:nvSpPr>
        <p:spPr>
          <a:xfrm>
            <a:off x="4366007" y="569339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8C9E7E3-E086-4FEC-BB9A-043232B1F344}"/>
              </a:ext>
            </a:extLst>
          </p:cNvPr>
          <p:cNvSpPr/>
          <p:nvPr/>
        </p:nvSpPr>
        <p:spPr>
          <a:xfrm>
            <a:off x="4849584" y="569338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469A0C5-896E-4BD7-AD3E-A9EE8F5C807A}"/>
              </a:ext>
            </a:extLst>
          </p:cNvPr>
          <p:cNvSpPr/>
          <p:nvPr/>
        </p:nvSpPr>
        <p:spPr>
          <a:xfrm>
            <a:off x="5333161" y="56933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56C9127-732C-46F4-B178-6FFFE690F0EC}"/>
              </a:ext>
            </a:extLst>
          </p:cNvPr>
          <p:cNvSpPr/>
          <p:nvPr/>
        </p:nvSpPr>
        <p:spPr>
          <a:xfrm>
            <a:off x="5816858" y="56933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EC575F-A578-4B22-A948-0108FB551CB6}"/>
              </a:ext>
            </a:extLst>
          </p:cNvPr>
          <p:cNvSpPr/>
          <p:nvPr/>
        </p:nvSpPr>
        <p:spPr>
          <a:xfrm>
            <a:off x="6300315" y="5689106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C81B5C8-7471-484C-9E83-E835383D61E4}"/>
                  </a:ext>
                </a:extLst>
              </p:cNvPr>
              <p:cNvSpPr/>
              <p:nvPr/>
            </p:nvSpPr>
            <p:spPr>
              <a:xfrm>
                <a:off x="2431699" y="4743902"/>
                <a:ext cx="483577" cy="4835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lv-LV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ba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C81B5C8-7471-484C-9E83-E835383D61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1699" y="4743902"/>
                <a:ext cx="483577" cy="4835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Rectangle 64">
            <a:extLst>
              <a:ext uri="{FF2B5EF4-FFF2-40B4-BE49-F238E27FC236}">
                <a16:creationId xmlns:a16="http://schemas.microsoft.com/office/drawing/2014/main" id="{B2173D79-99D0-4DAF-BB52-1F30EB103732}"/>
              </a:ext>
            </a:extLst>
          </p:cNvPr>
          <p:cNvSpPr/>
          <p:nvPr/>
        </p:nvSpPr>
        <p:spPr>
          <a:xfrm>
            <a:off x="2915276" y="474390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ADBF1E3-F647-4031-AFB7-51605D4D02C2}"/>
              </a:ext>
            </a:extLst>
          </p:cNvPr>
          <p:cNvSpPr/>
          <p:nvPr/>
        </p:nvSpPr>
        <p:spPr>
          <a:xfrm>
            <a:off x="3398853" y="47439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CC29C10-0FF3-46F7-A845-C95762B88639}"/>
              </a:ext>
            </a:extLst>
          </p:cNvPr>
          <p:cNvSpPr/>
          <p:nvPr/>
        </p:nvSpPr>
        <p:spPr>
          <a:xfrm>
            <a:off x="3882430" y="47439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5B80C65-A67B-491D-86DC-2232EE766489}"/>
              </a:ext>
            </a:extLst>
          </p:cNvPr>
          <p:cNvSpPr/>
          <p:nvPr/>
        </p:nvSpPr>
        <p:spPr>
          <a:xfrm>
            <a:off x="4366007" y="474389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25D04E0-3AE6-4278-A5F2-4D63CBB00101}"/>
              </a:ext>
            </a:extLst>
          </p:cNvPr>
          <p:cNvSpPr/>
          <p:nvPr/>
        </p:nvSpPr>
        <p:spPr>
          <a:xfrm>
            <a:off x="4849584" y="474389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BCAC711-AC41-4CE8-81B4-CCAD9352C927}"/>
              </a:ext>
            </a:extLst>
          </p:cNvPr>
          <p:cNvSpPr/>
          <p:nvPr/>
        </p:nvSpPr>
        <p:spPr>
          <a:xfrm>
            <a:off x="5333161" y="474389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74F4499-E276-4FBA-BD9E-95174A44E8C9}"/>
              </a:ext>
            </a:extLst>
          </p:cNvPr>
          <p:cNvSpPr/>
          <p:nvPr/>
        </p:nvSpPr>
        <p:spPr>
          <a:xfrm>
            <a:off x="5816858" y="474389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239A57F-459D-4648-8523-DF7133EA825D}"/>
              </a:ext>
            </a:extLst>
          </p:cNvPr>
          <p:cNvSpPr/>
          <p:nvPr/>
        </p:nvSpPr>
        <p:spPr>
          <a:xfrm>
            <a:off x="6300315" y="4739614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23A724B-174D-4A8F-9B99-42D21ED0FD4A}"/>
              </a:ext>
            </a:extLst>
          </p:cNvPr>
          <p:cNvCxnSpPr>
            <a:cxnSpLocks/>
          </p:cNvCxnSpPr>
          <p:nvPr/>
        </p:nvCxnSpPr>
        <p:spPr>
          <a:xfrm flipV="1">
            <a:off x="2646066" y="5223191"/>
            <a:ext cx="0" cy="357497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EC4DC4F-8FDF-4111-A3F5-C5299B66D630}"/>
              </a:ext>
            </a:extLst>
          </p:cNvPr>
          <p:cNvCxnSpPr>
            <a:cxnSpLocks/>
          </p:cNvCxnSpPr>
          <p:nvPr/>
        </p:nvCxnSpPr>
        <p:spPr>
          <a:xfrm flipV="1">
            <a:off x="3129785" y="6172683"/>
            <a:ext cx="0" cy="357497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26C556C-186E-4209-9A19-3AA56E1C8C1F}"/>
                  </a:ext>
                </a:extLst>
              </p:cNvPr>
              <p:cNvSpPr txBox="1"/>
              <p:nvPr/>
            </p:nvSpPr>
            <p:spPr>
              <a:xfrm>
                <a:off x="611581" y="406097"/>
                <a:ext cx="806855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lv-LV" sz="2400" dirty="0"/>
                  <a:t>Every (doubly-infinite)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lv-LV" sz="2400" dirty="0"/>
                  <a:t> can be simulated by a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lv-LV" sz="2400" dirty="0"/>
                  <a:t> that never moves its head to the left of the starting position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26C556C-186E-4209-9A19-3AA56E1C8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81" y="406097"/>
                <a:ext cx="8068551" cy="830997"/>
              </a:xfrm>
              <a:prstGeom prst="rect">
                <a:avLst/>
              </a:prstGeom>
              <a:blipFill>
                <a:blip r:embed="rId6"/>
                <a:stretch>
                  <a:fillRect l="-1133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78689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D495C7-B713-4DA3-8401-464B8D4D96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lv-LV" dirty="0"/>
                  <a:t>Add a special symbol </a:t>
                </a:r>
                <a14:m>
                  <m:oMath xmlns:m="http://schemas.openxmlformats.org/officeDocument/2006/math">
                    <m: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bar>
                  </m:oMath>
                </a14:m>
                <a:r>
                  <a:rPr lang="lv-LV" dirty="0"/>
                  <a:t> </a:t>
                </a:r>
              </a:p>
              <a:p>
                <a:r>
                  <a:rPr lang="lv-LV" dirty="0"/>
                  <a:t>When starting,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lv-LV" dirty="0"/>
                  <a:t> writes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bar>
                  </m:oMath>
                </a14:m>
                <a:r>
                  <a:rPr lang="lv-LV" dirty="0"/>
                  <a:t> in the first cell and shifts all other content to the right, then goes to the first position and simulates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lv-LV" dirty="0"/>
              </a:p>
              <a:p>
                <a:r>
                  <a:rPr lang="lv-LV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lv-LV" dirty="0"/>
                  <a:t> finds itself on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lv-LV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bar>
                  </m:oMath>
                </a14:m>
                <a:r>
                  <a:rPr lang="lv-LV" dirty="0"/>
                  <a:t>, then insert _ </a:t>
                </a:r>
                <a:br>
                  <a:rPr lang="lv-LV" dirty="0"/>
                </a:br>
                <a:r>
                  <a:rPr lang="lv-LV" dirty="0"/>
                  <a:t>and shift all input to the right,</a:t>
                </a:r>
                <a:br>
                  <a:rPr lang="lv-LV" dirty="0"/>
                </a:br>
                <a:r>
                  <a:rPr lang="lv-LV" dirty="0"/>
                  <a:t>then continue simulating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lv-LV" dirty="0"/>
              </a:p>
              <a:p>
                <a:endParaRPr lang="lv-LV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D495C7-B713-4DA3-8401-464B8D4D96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07CB7EA-296E-40F1-BB49-2AABB7966AF4}"/>
              </a:ext>
            </a:extLst>
          </p:cNvPr>
          <p:cNvSpPr/>
          <p:nvPr/>
        </p:nvSpPr>
        <p:spPr>
          <a:xfrm>
            <a:off x="7456020" y="343328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916C5A-0D9E-4769-8B88-DBB08ADD3274}"/>
              </a:ext>
            </a:extLst>
          </p:cNvPr>
          <p:cNvSpPr/>
          <p:nvPr/>
        </p:nvSpPr>
        <p:spPr>
          <a:xfrm>
            <a:off x="7939597" y="34332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7615F8-7B54-4CC7-BA27-CFD7D2FD15E2}"/>
              </a:ext>
            </a:extLst>
          </p:cNvPr>
          <p:cNvSpPr/>
          <p:nvPr/>
        </p:nvSpPr>
        <p:spPr>
          <a:xfrm>
            <a:off x="8423174" y="343329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D79905-D362-4D57-BA86-6B2E6311C897}"/>
              </a:ext>
            </a:extLst>
          </p:cNvPr>
          <p:cNvSpPr/>
          <p:nvPr/>
        </p:nvSpPr>
        <p:spPr>
          <a:xfrm>
            <a:off x="8906751" y="343329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A12F5F-EB26-4D5E-B665-B20073897836}"/>
              </a:ext>
            </a:extLst>
          </p:cNvPr>
          <p:cNvSpPr/>
          <p:nvPr/>
        </p:nvSpPr>
        <p:spPr>
          <a:xfrm>
            <a:off x="9390328" y="343328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48E677-6A1E-4492-A207-18DB17DD6822}"/>
              </a:ext>
            </a:extLst>
          </p:cNvPr>
          <p:cNvSpPr/>
          <p:nvPr/>
        </p:nvSpPr>
        <p:spPr>
          <a:xfrm>
            <a:off x="9873905" y="34332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0828BE-2366-4683-9F4C-65C41B48B6B4}"/>
              </a:ext>
            </a:extLst>
          </p:cNvPr>
          <p:cNvSpPr/>
          <p:nvPr/>
        </p:nvSpPr>
        <p:spPr>
          <a:xfrm>
            <a:off x="10357482" y="34332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51D038-3D73-40A0-8CB1-4E32884BC32D}"/>
              </a:ext>
            </a:extLst>
          </p:cNvPr>
          <p:cNvSpPr/>
          <p:nvPr/>
        </p:nvSpPr>
        <p:spPr>
          <a:xfrm>
            <a:off x="10841179" y="34332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09F201-2EED-457C-B230-FC7E84205640}"/>
              </a:ext>
            </a:extLst>
          </p:cNvPr>
          <p:cNvSpPr/>
          <p:nvPr/>
        </p:nvSpPr>
        <p:spPr>
          <a:xfrm>
            <a:off x="11324636" y="3429000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ADECAC0-E708-4C13-94C0-D3D5908B29ED}"/>
                  </a:ext>
                </a:extLst>
              </p:cNvPr>
              <p:cNvSpPr/>
              <p:nvPr/>
            </p:nvSpPr>
            <p:spPr>
              <a:xfrm>
                <a:off x="7456020" y="4390685"/>
                <a:ext cx="483577" cy="4835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lv-LV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ba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ADECAC0-E708-4C13-94C0-D3D5908B29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6020" y="4390685"/>
                <a:ext cx="483577" cy="4835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A456B5AC-4D0C-4422-8099-2ECAD1397087}"/>
              </a:ext>
            </a:extLst>
          </p:cNvPr>
          <p:cNvSpPr/>
          <p:nvPr/>
        </p:nvSpPr>
        <p:spPr>
          <a:xfrm>
            <a:off x="7939597" y="4390683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AA7299-02B3-41ED-91F3-85B9F6EEED08}"/>
              </a:ext>
            </a:extLst>
          </p:cNvPr>
          <p:cNvSpPr/>
          <p:nvPr/>
        </p:nvSpPr>
        <p:spPr>
          <a:xfrm>
            <a:off x="8423174" y="43906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1D584D-F752-4E26-B676-D7F406C49653}"/>
              </a:ext>
            </a:extLst>
          </p:cNvPr>
          <p:cNvSpPr/>
          <p:nvPr/>
        </p:nvSpPr>
        <p:spPr>
          <a:xfrm>
            <a:off x="8906751" y="43906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c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950C69-8201-4B47-97E1-A81BCB5062B3}"/>
              </a:ext>
            </a:extLst>
          </p:cNvPr>
          <p:cNvSpPr/>
          <p:nvPr/>
        </p:nvSpPr>
        <p:spPr>
          <a:xfrm>
            <a:off x="9390328" y="43906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23853C-4E37-4EDE-8194-009AE9B23F15}"/>
              </a:ext>
            </a:extLst>
          </p:cNvPr>
          <p:cNvSpPr/>
          <p:nvPr/>
        </p:nvSpPr>
        <p:spPr>
          <a:xfrm>
            <a:off x="9873905" y="439067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EC1D1A-14D1-453B-93E0-CBC73F205815}"/>
              </a:ext>
            </a:extLst>
          </p:cNvPr>
          <p:cNvSpPr/>
          <p:nvPr/>
        </p:nvSpPr>
        <p:spPr>
          <a:xfrm>
            <a:off x="10357482" y="43906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A2255D-40DD-4B15-AA41-E19F89B7680D}"/>
              </a:ext>
            </a:extLst>
          </p:cNvPr>
          <p:cNvSpPr/>
          <p:nvPr/>
        </p:nvSpPr>
        <p:spPr>
          <a:xfrm>
            <a:off x="10841179" y="43906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0A7AD9-247A-495B-ADDE-4DBBD69C4654}"/>
              </a:ext>
            </a:extLst>
          </p:cNvPr>
          <p:cNvSpPr/>
          <p:nvPr/>
        </p:nvSpPr>
        <p:spPr>
          <a:xfrm>
            <a:off x="11324636" y="4386397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FC739F7-5DB0-4A83-846A-02A5E6E42DC2}"/>
              </a:ext>
            </a:extLst>
          </p:cNvPr>
          <p:cNvCxnSpPr>
            <a:cxnSpLocks/>
          </p:cNvCxnSpPr>
          <p:nvPr/>
        </p:nvCxnSpPr>
        <p:spPr>
          <a:xfrm flipV="1">
            <a:off x="7715683" y="3912578"/>
            <a:ext cx="0" cy="357497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5942E31-6EFB-4A8B-BAFC-B6C7E4AC755D}"/>
              </a:ext>
            </a:extLst>
          </p:cNvPr>
          <p:cNvCxnSpPr>
            <a:cxnSpLocks/>
          </p:cNvCxnSpPr>
          <p:nvPr/>
        </p:nvCxnSpPr>
        <p:spPr>
          <a:xfrm flipV="1">
            <a:off x="8213139" y="4869974"/>
            <a:ext cx="0" cy="357497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E24D272-03FB-40D7-A953-07B43934204B}"/>
                  </a:ext>
                </a:extLst>
              </p:cNvPr>
              <p:cNvSpPr/>
              <p:nvPr/>
            </p:nvSpPr>
            <p:spPr>
              <a:xfrm>
                <a:off x="411395" y="5493985"/>
                <a:ext cx="483577" cy="4835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lv-LV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ba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E24D272-03FB-40D7-A953-07B4393420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95" y="5493985"/>
                <a:ext cx="483577" cy="4835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D87476A9-7256-4BFA-B428-4F08E6FEF2E2}"/>
              </a:ext>
            </a:extLst>
          </p:cNvPr>
          <p:cNvSpPr/>
          <p:nvPr/>
        </p:nvSpPr>
        <p:spPr>
          <a:xfrm>
            <a:off x="894972" y="5493983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624EDA0-0F7C-4A49-B8BA-2061877FB882}"/>
              </a:ext>
            </a:extLst>
          </p:cNvPr>
          <p:cNvSpPr/>
          <p:nvPr/>
        </p:nvSpPr>
        <p:spPr>
          <a:xfrm>
            <a:off x="1378549" y="54939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28410E6-CB20-4AAE-8840-0B99C76BE61F}"/>
              </a:ext>
            </a:extLst>
          </p:cNvPr>
          <p:cNvSpPr/>
          <p:nvPr/>
        </p:nvSpPr>
        <p:spPr>
          <a:xfrm>
            <a:off x="1862126" y="54939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F90E886-1891-48B0-AFE1-844815ACBCD3}"/>
              </a:ext>
            </a:extLst>
          </p:cNvPr>
          <p:cNvSpPr/>
          <p:nvPr/>
        </p:nvSpPr>
        <p:spPr>
          <a:xfrm>
            <a:off x="2345703" y="54939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8C9E7E3-E086-4FEC-BB9A-043232B1F344}"/>
              </a:ext>
            </a:extLst>
          </p:cNvPr>
          <p:cNvSpPr/>
          <p:nvPr/>
        </p:nvSpPr>
        <p:spPr>
          <a:xfrm>
            <a:off x="2829280" y="549397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469A0C5-896E-4BD7-AD3E-A9EE8F5C807A}"/>
              </a:ext>
            </a:extLst>
          </p:cNvPr>
          <p:cNvSpPr/>
          <p:nvPr/>
        </p:nvSpPr>
        <p:spPr>
          <a:xfrm>
            <a:off x="3312857" y="54939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56C9127-732C-46F4-B178-6FFFE690F0EC}"/>
              </a:ext>
            </a:extLst>
          </p:cNvPr>
          <p:cNvSpPr/>
          <p:nvPr/>
        </p:nvSpPr>
        <p:spPr>
          <a:xfrm>
            <a:off x="3796554" y="54939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EC575F-A578-4B22-A948-0108FB551CB6}"/>
              </a:ext>
            </a:extLst>
          </p:cNvPr>
          <p:cNvSpPr/>
          <p:nvPr/>
        </p:nvSpPr>
        <p:spPr>
          <a:xfrm>
            <a:off x="5982367" y="5504997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C81B5C8-7471-484C-9E83-E835383D61E4}"/>
                  </a:ext>
                </a:extLst>
              </p:cNvPr>
              <p:cNvSpPr/>
              <p:nvPr/>
            </p:nvSpPr>
            <p:spPr>
              <a:xfrm>
                <a:off x="383788" y="4583448"/>
                <a:ext cx="483577" cy="4835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lv-LV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ba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C81B5C8-7471-484C-9E83-E835383D61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88" y="4583448"/>
                <a:ext cx="483577" cy="4835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Rectangle 64">
            <a:extLst>
              <a:ext uri="{FF2B5EF4-FFF2-40B4-BE49-F238E27FC236}">
                <a16:creationId xmlns:a16="http://schemas.microsoft.com/office/drawing/2014/main" id="{B2173D79-99D0-4DAF-BB52-1F30EB103732}"/>
              </a:ext>
            </a:extLst>
          </p:cNvPr>
          <p:cNvSpPr/>
          <p:nvPr/>
        </p:nvSpPr>
        <p:spPr>
          <a:xfrm>
            <a:off x="867365" y="458344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ADBF1E3-F647-4031-AFB7-51605D4D02C2}"/>
              </a:ext>
            </a:extLst>
          </p:cNvPr>
          <p:cNvSpPr/>
          <p:nvPr/>
        </p:nvSpPr>
        <p:spPr>
          <a:xfrm>
            <a:off x="1350942" y="45834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CC29C10-0FF3-46F7-A845-C95762B88639}"/>
              </a:ext>
            </a:extLst>
          </p:cNvPr>
          <p:cNvSpPr/>
          <p:nvPr/>
        </p:nvSpPr>
        <p:spPr>
          <a:xfrm>
            <a:off x="1834519" y="45834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5B80C65-A67B-491D-86DC-2232EE766489}"/>
              </a:ext>
            </a:extLst>
          </p:cNvPr>
          <p:cNvSpPr/>
          <p:nvPr/>
        </p:nvSpPr>
        <p:spPr>
          <a:xfrm>
            <a:off x="2318096" y="458344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25D04E0-3AE6-4278-A5F2-4D63CBB00101}"/>
              </a:ext>
            </a:extLst>
          </p:cNvPr>
          <p:cNvSpPr/>
          <p:nvPr/>
        </p:nvSpPr>
        <p:spPr>
          <a:xfrm>
            <a:off x="2801673" y="458344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BCAC711-AC41-4CE8-81B4-CCAD9352C927}"/>
              </a:ext>
            </a:extLst>
          </p:cNvPr>
          <p:cNvSpPr/>
          <p:nvPr/>
        </p:nvSpPr>
        <p:spPr>
          <a:xfrm>
            <a:off x="3285250" y="458344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74F4499-E276-4FBA-BD9E-95174A44E8C9}"/>
              </a:ext>
            </a:extLst>
          </p:cNvPr>
          <p:cNvSpPr/>
          <p:nvPr/>
        </p:nvSpPr>
        <p:spPr>
          <a:xfrm>
            <a:off x="3768947" y="458344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239A57F-459D-4648-8523-DF7133EA825D}"/>
              </a:ext>
            </a:extLst>
          </p:cNvPr>
          <p:cNvSpPr/>
          <p:nvPr/>
        </p:nvSpPr>
        <p:spPr>
          <a:xfrm>
            <a:off x="6920041" y="4761131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23A724B-174D-4A8F-9B99-42D21ED0FD4A}"/>
              </a:ext>
            </a:extLst>
          </p:cNvPr>
          <p:cNvCxnSpPr>
            <a:cxnSpLocks/>
          </p:cNvCxnSpPr>
          <p:nvPr/>
        </p:nvCxnSpPr>
        <p:spPr>
          <a:xfrm flipV="1">
            <a:off x="611581" y="5086597"/>
            <a:ext cx="0" cy="357497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EC4DC4F-8FDF-4111-A3F5-C5299B66D630}"/>
              </a:ext>
            </a:extLst>
          </p:cNvPr>
          <p:cNvCxnSpPr>
            <a:cxnSpLocks/>
          </p:cNvCxnSpPr>
          <p:nvPr/>
        </p:nvCxnSpPr>
        <p:spPr>
          <a:xfrm flipV="1">
            <a:off x="1134881" y="5973274"/>
            <a:ext cx="0" cy="357497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26C556C-186E-4209-9A19-3AA56E1C8C1F}"/>
                  </a:ext>
                </a:extLst>
              </p:cNvPr>
              <p:cNvSpPr txBox="1"/>
              <p:nvPr/>
            </p:nvSpPr>
            <p:spPr>
              <a:xfrm>
                <a:off x="611581" y="406097"/>
                <a:ext cx="806855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lv-LV" sz="2400" dirty="0"/>
                  <a:t>Every (doubly-infinite)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lv-LV" sz="2400" dirty="0"/>
                  <a:t> can be simulated by a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lv-LV" sz="2400" dirty="0"/>
                  <a:t> that never moves its head to the left of the starting position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26C556C-186E-4209-9A19-3AA56E1C8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81" y="406097"/>
                <a:ext cx="8068551" cy="830997"/>
              </a:xfrm>
              <a:prstGeom prst="rect">
                <a:avLst/>
              </a:prstGeom>
              <a:blipFill>
                <a:blip r:embed="rId6"/>
                <a:stretch>
                  <a:fillRect l="-1133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ectangle 54">
            <a:extLst>
              <a:ext uri="{FF2B5EF4-FFF2-40B4-BE49-F238E27FC236}">
                <a16:creationId xmlns:a16="http://schemas.microsoft.com/office/drawing/2014/main" id="{03AFB48D-AB8E-4188-9F0B-6A5C96E27BCD}"/>
              </a:ext>
            </a:extLst>
          </p:cNvPr>
          <p:cNvSpPr/>
          <p:nvPr/>
        </p:nvSpPr>
        <p:spPr>
          <a:xfrm>
            <a:off x="4266590" y="458344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32510AE-C634-43CD-A529-0164C69D887D}"/>
              </a:ext>
            </a:extLst>
          </p:cNvPr>
          <p:cNvSpPr/>
          <p:nvPr/>
        </p:nvSpPr>
        <p:spPr>
          <a:xfrm>
            <a:off x="4750287" y="458344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9BF7669-17C5-43D0-BE30-F18A10B67B57}"/>
              </a:ext>
            </a:extLst>
          </p:cNvPr>
          <p:cNvSpPr/>
          <p:nvPr/>
        </p:nvSpPr>
        <p:spPr>
          <a:xfrm>
            <a:off x="5240837" y="457916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8C00B26-1EAD-437A-932D-1B5DD431266D}"/>
              </a:ext>
            </a:extLst>
          </p:cNvPr>
          <p:cNvSpPr/>
          <p:nvPr/>
        </p:nvSpPr>
        <p:spPr>
          <a:xfrm>
            <a:off x="5724534" y="457916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E0B6F6F-4FEE-4417-8D7F-3FB3DD32118C}"/>
              </a:ext>
            </a:extLst>
          </p:cNvPr>
          <p:cNvSpPr/>
          <p:nvPr/>
        </p:nvSpPr>
        <p:spPr>
          <a:xfrm>
            <a:off x="6145934" y="45748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842900B-85F9-4057-A92D-6039DAF81175}"/>
              </a:ext>
            </a:extLst>
          </p:cNvPr>
          <p:cNvSpPr/>
          <p:nvPr/>
        </p:nvSpPr>
        <p:spPr>
          <a:xfrm>
            <a:off x="6629631" y="45748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2B2EB62-0B65-4908-AC06-D4164CFF4601}"/>
              </a:ext>
            </a:extLst>
          </p:cNvPr>
          <p:cNvSpPr/>
          <p:nvPr/>
        </p:nvSpPr>
        <p:spPr>
          <a:xfrm>
            <a:off x="3792093" y="54786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7B1A792-12EE-4218-A6FB-44042313D68A}"/>
              </a:ext>
            </a:extLst>
          </p:cNvPr>
          <p:cNvSpPr/>
          <p:nvPr/>
        </p:nvSpPr>
        <p:spPr>
          <a:xfrm>
            <a:off x="4289736" y="54786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E646CB9-9DC6-4DCA-B29E-DCECA96F9227}"/>
              </a:ext>
            </a:extLst>
          </p:cNvPr>
          <p:cNvSpPr/>
          <p:nvPr/>
        </p:nvSpPr>
        <p:spPr>
          <a:xfrm>
            <a:off x="4773433" y="54786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4F1D25F-CB35-4015-835A-0BB3D54253B3}"/>
              </a:ext>
            </a:extLst>
          </p:cNvPr>
          <p:cNvSpPr/>
          <p:nvPr/>
        </p:nvSpPr>
        <p:spPr>
          <a:xfrm>
            <a:off x="5263983" y="547439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239615F-177E-483A-836F-6AD2CAE362F4}"/>
              </a:ext>
            </a:extLst>
          </p:cNvPr>
          <p:cNvSpPr/>
          <p:nvPr/>
        </p:nvSpPr>
        <p:spPr>
          <a:xfrm>
            <a:off x="5747680" y="547439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3325CCF-FFCA-4752-BD9C-3BCCDCD6A650}"/>
              </a:ext>
            </a:extLst>
          </p:cNvPr>
          <p:cNvSpPr/>
          <p:nvPr/>
        </p:nvSpPr>
        <p:spPr>
          <a:xfrm>
            <a:off x="6169080" y="54701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1182603-A84A-428D-A36C-9B5E92E10BBE}"/>
              </a:ext>
            </a:extLst>
          </p:cNvPr>
          <p:cNvSpPr/>
          <p:nvPr/>
        </p:nvSpPr>
        <p:spPr>
          <a:xfrm>
            <a:off x="6517286" y="5444094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D0366C3-A3C0-45BF-AB6D-BCF4C22EE6C2}"/>
              </a:ext>
            </a:extLst>
          </p:cNvPr>
          <p:cNvSpPr/>
          <p:nvPr/>
        </p:nvSpPr>
        <p:spPr>
          <a:xfrm>
            <a:off x="6462266" y="6212561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629348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D495C7-B713-4DA3-8401-464B8D4D96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lv-LV" dirty="0"/>
                  <a:t>Add a special symbol </a:t>
                </a:r>
                <a14:m>
                  <m:oMath xmlns:m="http://schemas.openxmlformats.org/officeDocument/2006/math">
                    <m: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bar>
                  </m:oMath>
                </a14:m>
                <a:r>
                  <a:rPr lang="lv-LV" dirty="0"/>
                  <a:t> </a:t>
                </a:r>
              </a:p>
              <a:p>
                <a:r>
                  <a:rPr lang="lv-LV" dirty="0"/>
                  <a:t>When starting,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lv-LV" dirty="0"/>
                  <a:t> writes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bar>
                  </m:oMath>
                </a14:m>
                <a:r>
                  <a:rPr lang="lv-LV" dirty="0"/>
                  <a:t> in the first cell and shifts all other content to the right, then goes to the first position and simulates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lv-LV" dirty="0"/>
              </a:p>
              <a:p>
                <a:r>
                  <a:rPr lang="lv-LV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lv-LV" dirty="0"/>
                  <a:t> finds itself on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lv-LV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bar>
                  </m:oMath>
                </a14:m>
                <a:r>
                  <a:rPr lang="lv-LV" dirty="0"/>
                  <a:t>, then insert _ </a:t>
                </a:r>
                <a:br>
                  <a:rPr lang="lv-LV" dirty="0"/>
                </a:br>
                <a:r>
                  <a:rPr lang="lv-LV" dirty="0"/>
                  <a:t>and shift all input to the right,</a:t>
                </a:r>
                <a:br>
                  <a:rPr lang="lv-LV" dirty="0"/>
                </a:br>
                <a:r>
                  <a:rPr lang="lv-LV" dirty="0"/>
                  <a:t>then continue simulating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lv-LV" dirty="0"/>
              </a:p>
              <a:p>
                <a:endParaRPr lang="lv-LV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D495C7-B713-4DA3-8401-464B8D4D96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07CB7EA-296E-40F1-BB49-2AABB7966AF4}"/>
              </a:ext>
            </a:extLst>
          </p:cNvPr>
          <p:cNvSpPr/>
          <p:nvPr/>
        </p:nvSpPr>
        <p:spPr>
          <a:xfrm>
            <a:off x="7456020" y="343328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916C5A-0D9E-4769-8B88-DBB08ADD3274}"/>
              </a:ext>
            </a:extLst>
          </p:cNvPr>
          <p:cNvSpPr/>
          <p:nvPr/>
        </p:nvSpPr>
        <p:spPr>
          <a:xfrm>
            <a:off x="7939597" y="34332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7615F8-7B54-4CC7-BA27-CFD7D2FD15E2}"/>
              </a:ext>
            </a:extLst>
          </p:cNvPr>
          <p:cNvSpPr/>
          <p:nvPr/>
        </p:nvSpPr>
        <p:spPr>
          <a:xfrm>
            <a:off x="8423174" y="343329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D79905-D362-4D57-BA86-6B2E6311C897}"/>
              </a:ext>
            </a:extLst>
          </p:cNvPr>
          <p:cNvSpPr/>
          <p:nvPr/>
        </p:nvSpPr>
        <p:spPr>
          <a:xfrm>
            <a:off x="8906751" y="343329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A12F5F-EB26-4D5E-B665-B20073897836}"/>
              </a:ext>
            </a:extLst>
          </p:cNvPr>
          <p:cNvSpPr/>
          <p:nvPr/>
        </p:nvSpPr>
        <p:spPr>
          <a:xfrm>
            <a:off x="9390328" y="343328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48E677-6A1E-4492-A207-18DB17DD6822}"/>
              </a:ext>
            </a:extLst>
          </p:cNvPr>
          <p:cNvSpPr/>
          <p:nvPr/>
        </p:nvSpPr>
        <p:spPr>
          <a:xfrm>
            <a:off x="9873905" y="34332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0828BE-2366-4683-9F4C-65C41B48B6B4}"/>
              </a:ext>
            </a:extLst>
          </p:cNvPr>
          <p:cNvSpPr/>
          <p:nvPr/>
        </p:nvSpPr>
        <p:spPr>
          <a:xfrm>
            <a:off x="10357482" y="34332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51D038-3D73-40A0-8CB1-4E32884BC32D}"/>
              </a:ext>
            </a:extLst>
          </p:cNvPr>
          <p:cNvSpPr/>
          <p:nvPr/>
        </p:nvSpPr>
        <p:spPr>
          <a:xfrm>
            <a:off x="10841179" y="34332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09F201-2EED-457C-B230-FC7E84205640}"/>
              </a:ext>
            </a:extLst>
          </p:cNvPr>
          <p:cNvSpPr/>
          <p:nvPr/>
        </p:nvSpPr>
        <p:spPr>
          <a:xfrm>
            <a:off x="11324636" y="3429000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ADECAC0-E708-4C13-94C0-D3D5908B29ED}"/>
                  </a:ext>
                </a:extLst>
              </p:cNvPr>
              <p:cNvSpPr/>
              <p:nvPr/>
            </p:nvSpPr>
            <p:spPr>
              <a:xfrm>
                <a:off x="7456020" y="4390685"/>
                <a:ext cx="483577" cy="4835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lv-LV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ba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ADECAC0-E708-4C13-94C0-D3D5908B29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6020" y="4390685"/>
                <a:ext cx="483577" cy="4835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A456B5AC-4D0C-4422-8099-2ECAD1397087}"/>
              </a:ext>
            </a:extLst>
          </p:cNvPr>
          <p:cNvSpPr/>
          <p:nvPr/>
        </p:nvSpPr>
        <p:spPr>
          <a:xfrm>
            <a:off x="7939597" y="4390683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AA7299-02B3-41ED-91F3-85B9F6EEED08}"/>
              </a:ext>
            </a:extLst>
          </p:cNvPr>
          <p:cNvSpPr/>
          <p:nvPr/>
        </p:nvSpPr>
        <p:spPr>
          <a:xfrm>
            <a:off x="8423174" y="43906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1D584D-F752-4E26-B676-D7F406C49653}"/>
              </a:ext>
            </a:extLst>
          </p:cNvPr>
          <p:cNvSpPr/>
          <p:nvPr/>
        </p:nvSpPr>
        <p:spPr>
          <a:xfrm>
            <a:off x="8906751" y="43906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c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950C69-8201-4B47-97E1-A81BCB5062B3}"/>
              </a:ext>
            </a:extLst>
          </p:cNvPr>
          <p:cNvSpPr/>
          <p:nvPr/>
        </p:nvSpPr>
        <p:spPr>
          <a:xfrm>
            <a:off x="9390328" y="43906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23853C-4E37-4EDE-8194-009AE9B23F15}"/>
              </a:ext>
            </a:extLst>
          </p:cNvPr>
          <p:cNvSpPr/>
          <p:nvPr/>
        </p:nvSpPr>
        <p:spPr>
          <a:xfrm>
            <a:off x="9873905" y="439067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EC1D1A-14D1-453B-93E0-CBC73F205815}"/>
              </a:ext>
            </a:extLst>
          </p:cNvPr>
          <p:cNvSpPr/>
          <p:nvPr/>
        </p:nvSpPr>
        <p:spPr>
          <a:xfrm>
            <a:off x="10357482" y="43906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A2255D-40DD-4B15-AA41-E19F89B7680D}"/>
              </a:ext>
            </a:extLst>
          </p:cNvPr>
          <p:cNvSpPr/>
          <p:nvPr/>
        </p:nvSpPr>
        <p:spPr>
          <a:xfrm>
            <a:off x="10841179" y="43906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0A7AD9-247A-495B-ADDE-4DBBD69C4654}"/>
              </a:ext>
            </a:extLst>
          </p:cNvPr>
          <p:cNvSpPr/>
          <p:nvPr/>
        </p:nvSpPr>
        <p:spPr>
          <a:xfrm>
            <a:off x="11324636" y="4386397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FC739F7-5DB0-4A83-846A-02A5E6E42DC2}"/>
              </a:ext>
            </a:extLst>
          </p:cNvPr>
          <p:cNvCxnSpPr>
            <a:cxnSpLocks/>
          </p:cNvCxnSpPr>
          <p:nvPr/>
        </p:nvCxnSpPr>
        <p:spPr>
          <a:xfrm flipV="1">
            <a:off x="7715683" y="3912578"/>
            <a:ext cx="0" cy="357497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5942E31-6EFB-4A8B-BAFC-B6C7E4AC755D}"/>
              </a:ext>
            </a:extLst>
          </p:cNvPr>
          <p:cNvCxnSpPr>
            <a:cxnSpLocks/>
          </p:cNvCxnSpPr>
          <p:nvPr/>
        </p:nvCxnSpPr>
        <p:spPr>
          <a:xfrm flipV="1">
            <a:off x="8213139" y="4869974"/>
            <a:ext cx="0" cy="357497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E24D272-03FB-40D7-A953-07B43934204B}"/>
                  </a:ext>
                </a:extLst>
              </p:cNvPr>
              <p:cNvSpPr/>
              <p:nvPr/>
            </p:nvSpPr>
            <p:spPr>
              <a:xfrm>
                <a:off x="411395" y="5493985"/>
                <a:ext cx="483577" cy="4835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lv-LV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ba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E24D272-03FB-40D7-A953-07B4393420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95" y="5493985"/>
                <a:ext cx="483577" cy="4835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D87476A9-7256-4BFA-B428-4F08E6FEF2E2}"/>
              </a:ext>
            </a:extLst>
          </p:cNvPr>
          <p:cNvSpPr/>
          <p:nvPr/>
        </p:nvSpPr>
        <p:spPr>
          <a:xfrm>
            <a:off x="894972" y="5493983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624EDA0-0F7C-4A49-B8BA-2061877FB882}"/>
              </a:ext>
            </a:extLst>
          </p:cNvPr>
          <p:cNvSpPr/>
          <p:nvPr/>
        </p:nvSpPr>
        <p:spPr>
          <a:xfrm>
            <a:off x="1378549" y="54939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28410E6-CB20-4AAE-8840-0B99C76BE61F}"/>
              </a:ext>
            </a:extLst>
          </p:cNvPr>
          <p:cNvSpPr/>
          <p:nvPr/>
        </p:nvSpPr>
        <p:spPr>
          <a:xfrm>
            <a:off x="1862126" y="54939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F90E886-1891-48B0-AFE1-844815ACBCD3}"/>
              </a:ext>
            </a:extLst>
          </p:cNvPr>
          <p:cNvSpPr/>
          <p:nvPr/>
        </p:nvSpPr>
        <p:spPr>
          <a:xfrm>
            <a:off x="2345703" y="549398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8C9E7E3-E086-4FEC-BB9A-043232B1F344}"/>
              </a:ext>
            </a:extLst>
          </p:cNvPr>
          <p:cNvSpPr/>
          <p:nvPr/>
        </p:nvSpPr>
        <p:spPr>
          <a:xfrm>
            <a:off x="2829280" y="549397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469A0C5-896E-4BD7-AD3E-A9EE8F5C807A}"/>
              </a:ext>
            </a:extLst>
          </p:cNvPr>
          <p:cNvSpPr/>
          <p:nvPr/>
        </p:nvSpPr>
        <p:spPr>
          <a:xfrm>
            <a:off x="3312857" y="54939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56C9127-732C-46F4-B178-6FFFE690F0EC}"/>
              </a:ext>
            </a:extLst>
          </p:cNvPr>
          <p:cNvSpPr/>
          <p:nvPr/>
        </p:nvSpPr>
        <p:spPr>
          <a:xfrm>
            <a:off x="3796554" y="54939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EC575F-A578-4B22-A948-0108FB551CB6}"/>
              </a:ext>
            </a:extLst>
          </p:cNvPr>
          <p:cNvSpPr/>
          <p:nvPr/>
        </p:nvSpPr>
        <p:spPr>
          <a:xfrm>
            <a:off x="5982367" y="5504997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C81B5C8-7471-484C-9E83-E835383D61E4}"/>
                  </a:ext>
                </a:extLst>
              </p:cNvPr>
              <p:cNvSpPr/>
              <p:nvPr/>
            </p:nvSpPr>
            <p:spPr>
              <a:xfrm>
                <a:off x="383788" y="4583448"/>
                <a:ext cx="483577" cy="4835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lv-LV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ba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C81B5C8-7471-484C-9E83-E835383D61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88" y="4583448"/>
                <a:ext cx="483577" cy="4835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Rectangle 64">
            <a:extLst>
              <a:ext uri="{FF2B5EF4-FFF2-40B4-BE49-F238E27FC236}">
                <a16:creationId xmlns:a16="http://schemas.microsoft.com/office/drawing/2014/main" id="{B2173D79-99D0-4DAF-BB52-1F30EB103732}"/>
              </a:ext>
            </a:extLst>
          </p:cNvPr>
          <p:cNvSpPr/>
          <p:nvPr/>
        </p:nvSpPr>
        <p:spPr>
          <a:xfrm>
            <a:off x="867365" y="458344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ADBF1E3-F647-4031-AFB7-51605D4D02C2}"/>
              </a:ext>
            </a:extLst>
          </p:cNvPr>
          <p:cNvSpPr/>
          <p:nvPr/>
        </p:nvSpPr>
        <p:spPr>
          <a:xfrm>
            <a:off x="1350942" y="45834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CC29C10-0FF3-46F7-A845-C95762B88639}"/>
              </a:ext>
            </a:extLst>
          </p:cNvPr>
          <p:cNvSpPr/>
          <p:nvPr/>
        </p:nvSpPr>
        <p:spPr>
          <a:xfrm>
            <a:off x="1834519" y="45834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5B80C65-A67B-491D-86DC-2232EE766489}"/>
              </a:ext>
            </a:extLst>
          </p:cNvPr>
          <p:cNvSpPr/>
          <p:nvPr/>
        </p:nvSpPr>
        <p:spPr>
          <a:xfrm>
            <a:off x="2318096" y="458344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25D04E0-3AE6-4278-A5F2-4D63CBB00101}"/>
              </a:ext>
            </a:extLst>
          </p:cNvPr>
          <p:cNvSpPr/>
          <p:nvPr/>
        </p:nvSpPr>
        <p:spPr>
          <a:xfrm>
            <a:off x="2801673" y="458344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BCAC711-AC41-4CE8-81B4-CCAD9352C927}"/>
              </a:ext>
            </a:extLst>
          </p:cNvPr>
          <p:cNvSpPr/>
          <p:nvPr/>
        </p:nvSpPr>
        <p:spPr>
          <a:xfrm>
            <a:off x="3285250" y="458344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74F4499-E276-4FBA-BD9E-95174A44E8C9}"/>
              </a:ext>
            </a:extLst>
          </p:cNvPr>
          <p:cNvSpPr/>
          <p:nvPr/>
        </p:nvSpPr>
        <p:spPr>
          <a:xfrm>
            <a:off x="3768947" y="458344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239A57F-459D-4648-8523-DF7133EA825D}"/>
              </a:ext>
            </a:extLst>
          </p:cNvPr>
          <p:cNvSpPr/>
          <p:nvPr/>
        </p:nvSpPr>
        <p:spPr>
          <a:xfrm>
            <a:off x="6920041" y="4761131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23A724B-174D-4A8F-9B99-42D21ED0FD4A}"/>
              </a:ext>
            </a:extLst>
          </p:cNvPr>
          <p:cNvCxnSpPr>
            <a:cxnSpLocks/>
          </p:cNvCxnSpPr>
          <p:nvPr/>
        </p:nvCxnSpPr>
        <p:spPr>
          <a:xfrm flipV="1">
            <a:off x="611581" y="5086597"/>
            <a:ext cx="0" cy="357497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EC4DC4F-8FDF-4111-A3F5-C5299B66D630}"/>
              </a:ext>
            </a:extLst>
          </p:cNvPr>
          <p:cNvCxnSpPr>
            <a:cxnSpLocks/>
          </p:cNvCxnSpPr>
          <p:nvPr/>
        </p:nvCxnSpPr>
        <p:spPr>
          <a:xfrm flipV="1">
            <a:off x="1134881" y="5973274"/>
            <a:ext cx="0" cy="357497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26C556C-186E-4209-9A19-3AA56E1C8C1F}"/>
                  </a:ext>
                </a:extLst>
              </p:cNvPr>
              <p:cNvSpPr txBox="1"/>
              <p:nvPr/>
            </p:nvSpPr>
            <p:spPr>
              <a:xfrm>
                <a:off x="611581" y="406097"/>
                <a:ext cx="806855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lv-LV" sz="2400" dirty="0"/>
                  <a:t>Every (doubly-infinite)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lv-LV" sz="2400" dirty="0"/>
                  <a:t> can be simulated by a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lv-LV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lv-LV" sz="2400" dirty="0"/>
                  <a:t> that never moves its head to the left of the starting position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26C556C-186E-4209-9A19-3AA56E1C8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81" y="406097"/>
                <a:ext cx="8068551" cy="830997"/>
              </a:xfrm>
              <a:prstGeom prst="rect">
                <a:avLst/>
              </a:prstGeom>
              <a:blipFill>
                <a:blip r:embed="rId6"/>
                <a:stretch>
                  <a:fillRect l="-1133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ectangle 54">
            <a:extLst>
              <a:ext uri="{FF2B5EF4-FFF2-40B4-BE49-F238E27FC236}">
                <a16:creationId xmlns:a16="http://schemas.microsoft.com/office/drawing/2014/main" id="{03AFB48D-AB8E-4188-9F0B-6A5C96E27BCD}"/>
              </a:ext>
            </a:extLst>
          </p:cNvPr>
          <p:cNvSpPr/>
          <p:nvPr/>
        </p:nvSpPr>
        <p:spPr>
          <a:xfrm>
            <a:off x="4266590" y="458344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32510AE-C634-43CD-A529-0164C69D887D}"/>
              </a:ext>
            </a:extLst>
          </p:cNvPr>
          <p:cNvSpPr/>
          <p:nvPr/>
        </p:nvSpPr>
        <p:spPr>
          <a:xfrm>
            <a:off x="4750287" y="458344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9BF7669-17C5-43D0-BE30-F18A10B67B57}"/>
              </a:ext>
            </a:extLst>
          </p:cNvPr>
          <p:cNvSpPr/>
          <p:nvPr/>
        </p:nvSpPr>
        <p:spPr>
          <a:xfrm>
            <a:off x="5240837" y="457916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8C00B26-1EAD-437A-932D-1B5DD431266D}"/>
              </a:ext>
            </a:extLst>
          </p:cNvPr>
          <p:cNvSpPr/>
          <p:nvPr/>
        </p:nvSpPr>
        <p:spPr>
          <a:xfrm>
            <a:off x="5724534" y="457916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E0B6F6F-4FEE-4417-8D7F-3FB3DD32118C}"/>
              </a:ext>
            </a:extLst>
          </p:cNvPr>
          <p:cNvSpPr/>
          <p:nvPr/>
        </p:nvSpPr>
        <p:spPr>
          <a:xfrm>
            <a:off x="6145934" y="45748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842900B-85F9-4057-A92D-6039DAF81175}"/>
              </a:ext>
            </a:extLst>
          </p:cNvPr>
          <p:cNvSpPr/>
          <p:nvPr/>
        </p:nvSpPr>
        <p:spPr>
          <a:xfrm>
            <a:off x="6629631" y="457488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2B2EB62-0B65-4908-AC06-D4164CFF4601}"/>
              </a:ext>
            </a:extLst>
          </p:cNvPr>
          <p:cNvSpPr/>
          <p:nvPr/>
        </p:nvSpPr>
        <p:spPr>
          <a:xfrm>
            <a:off x="3792093" y="54786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7B1A792-12EE-4218-A6FB-44042313D68A}"/>
              </a:ext>
            </a:extLst>
          </p:cNvPr>
          <p:cNvSpPr/>
          <p:nvPr/>
        </p:nvSpPr>
        <p:spPr>
          <a:xfrm>
            <a:off x="4289736" y="54786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E646CB9-9DC6-4DCA-B29E-DCECA96F9227}"/>
              </a:ext>
            </a:extLst>
          </p:cNvPr>
          <p:cNvSpPr/>
          <p:nvPr/>
        </p:nvSpPr>
        <p:spPr>
          <a:xfrm>
            <a:off x="4773433" y="547867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4F1D25F-CB35-4015-835A-0BB3D54253B3}"/>
              </a:ext>
            </a:extLst>
          </p:cNvPr>
          <p:cNvSpPr/>
          <p:nvPr/>
        </p:nvSpPr>
        <p:spPr>
          <a:xfrm>
            <a:off x="5263983" y="547439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239615F-177E-483A-836F-6AD2CAE362F4}"/>
              </a:ext>
            </a:extLst>
          </p:cNvPr>
          <p:cNvSpPr/>
          <p:nvPr/>
        </p:nvSpPr>
        <p:spPr>
          <a:xfrm>
            <a:off x="5747680" y="547439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3325CCF-FFCA-4752-BD9C-3BCCDCD6A650}"/>
              </a:ext>
            </a:extLst>
          </p:cNvPr>
          <p:cNvSpPr/>
          <p:nvPr/>
        </p:nvSpPr>
        <p:spPr>
          <a:xfrm>
            <a:off x="6169080" y="54701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1182603-A84A-428D-A36C-9B5E92E10BBE}"/>
              </a:ext>
            </a:extLst>
          </p:cNvPr>
          <p:cNvSpPr/>
          <p:nvPr/>
        </p:nvSpPr>
        <p:spPr>
          <a:xfrm>
            <a:off x="6517286" y="5444094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48C004D9-6D45-4238-8AA0-0B3C4CBF9572}"/>
                  </a:ext>
                </a:extLst>
              </p:cNvPr>
              <p:cNvSpPr/>
              <p:nvPr/>
            </p:nvSpPr>
            <p:spPr>
              <a:xfrm>
                <a:off x="356375" y="6262452"/>
                <a:ext cx="483577" cy="4835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lv-LV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ba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48C004D9-6D45-4238-8AA0-0B3C4CBF95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75" y="6262452"/>
                <a:ext cx="483577" cy="4835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ectangle 90">
            <a:extLst>
              <a:ext uri="{FF2B5EF4-FFF2-40B4-BE49-F238E27FC236}">
                <a16:creationId xmlns:a16="http://schemas.microsoft.com/office/drawing/2014/main" id="{3CF619F0-C3AB-4E22-8BD2-C9F754D6350A}"/>
              </a:ext>
            </a:extLst>
          </p:cNvPr>
          <p:cNvSpPr/>
          <p:nvPr/>
        </p:nvSpPr>
        <p:spPr>
          <a:xfrm>
            <a:off x="839952" y="62624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1ED7A6C-E02C-4A96-96C9-20FAE9AC17F9}"/>
              </a:ext>
            </a:extLst>
          </p:cNvPr>
          <p:cNvSpPr/>
          <p:nvPr/>
        </p:nvSpPr>
        <p:spPr>
          <a:xfrm>
            <a:off x="1323529" y="626245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F1EAB88-4CC1-4EF4-9BD6-F55AF8529048}"/>
              </a:ext>
            </a:extLst>
          </p:cNvPr>
          <p:cNvSpPr/>
          <p:nvPr/>
        </p:nvSpPr>
        <p:spPr>
          <a:xfrm>
            <a:off x="1807106" y="626245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AC90C48-6D0E-456C-80C9-0167D1BE9B5C}"/>
              </a:ext>
            </a:extLst>
          </p:cNvPr>
          <p:cNvSpPr/>
          <p:nvPr/>
        </p:nvSpPr>
        <p:spPr>
          <a:xfrm>
            <a:off x="2290683" y="62624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9BD2430-FD9F-4F3C-902A-678694331B2A}"/>
              </a:ext>
            </a:extLst>
          </p:cNvPr>
          <p:cNvSpPr/>
          <p:nvPr/>
        </p:nvSpPr>
        <p:spPr>
          <a:xfrm>
            <a:off x="2774260" y="626244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3699681-8681-4E7E-8A10-5B41FD08A85D}"/>
              </a:ext>
            </a:extLst>
          </p:cNvPr>
          <p:cNvSpPr/>
          <p:nvPr/>
        </p:nvSpPr>
        <p:spPr>
          <a:xfrm>
            <a:off x="3257837" y="626244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CFBF9C3-325A-4C7A-906D-FE1A97D93A21}"/>
              </a:ext>
            </a:extLst>
          </p:cNvPr>
          <p:cNvSpPr/>
          <p:nvPr/>
        </p:nvSpPr>
        <p:spPr>
          <a:xfrm>
            <a:off x="3741534" y="626244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9A78B1F-A492-4B6F-AE63-591501788AAA}"/>
              </a:ext>
            </a:extLst>
          </p:cNvPr>
          <p:cNvSpPr/>
          <p:nvPr/>
        </p:nvSpPr>
        <p:spPr>
          <a:xfrm>
            <a:off x="5927347" y="6273464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364ECD96-B848-4100-ACBA-44185EEDE6DD}"/>
              </a:ext>
            </a:extLst>
          </p:cNvPr>
          <p:cNvCxnSpPr>
            <a:cxnSpLocks/>
          </p:cNvCxnSpPr>
          <p:nvPr/>
        </p:nvCxnSpPr>
        <p:spPr>
          <a:xfrm flipV="1">
            <a:off x="1079861" y="6741741"/>
            <a:ext cx="0" cy="357497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286F36BB-C6D3-4F84-82B8-4C7713351D23}"/>
              </a:ext>
            </a:extLst>
          </p:cNvPr>
          <p:cNvSpPr/>
          <p:nvPr/>
        </p:nvSpPr>
        <p:spPr>
          <a:xfrm>
            <a:off x="3737073" y="624714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B609BFA-38FB-4C0A-A7BB-FB24942A8DC4}"/>
              </a:ext>
            </a:extLst>
          </p:cNvPr>
          <p:cNvSpPr/>
          <p:nvPr/>
        </p:nvSpPr>
        <p:spPr>
          <a:xfrm>
            <a:off x="4234716" y="624714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7722628-59DA-4683-BD10-A591887DD34B}"/>
              </a:ext>
            </a:extLst>
          </p:cNvPr>
          <p:cNvSpPr/>
          <p:nvPr/>
        </p:nvSpPr>
        <p:spPr>
          <a:xfrm>
            <a:off x="4718413" y="624714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A534722-ECFE-4271-B127-D0FF81FE8199}"/>
              </a:ext>
            </a:extLst>
          </p:cNvPr>
          <p:cNvSpPr/>
          <p:nvPr/>
        </p:nvSpPr>
        <p:spPr>
          <a:xfrm>
            <a:off x="5208963" y="624286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EA8A911-9CF1-437A-814B-219F51BF44B1}"/>
              </a:ext>
            </a:extLst>
          </p:cNvPr>
          <p:cNvSpPr/>
          <p:nvPr/>
        </p:nvSpPr>
        <p:spPr>
          <a:xfrm>
            <a:off x="5692660" y="624286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_</a:t>
            </a:r>
            <a:endParaRPr lang="lv-LV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C501B09-1037-4FC2-9330-F78B1752F13E}"/>
              </a:ext>
            </a:extLst>
          </p:cNvPr>
          <p:cNvSpPr/>
          <p:nvPr/>
        </p:nvSpPr>
        <p:spPr>
          <a:xfrm>
            <a:off x="6114060" y="623858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D0366C3-A3C0-45BF-AB6D-BCF4C22EE6C2}"/>
              </a:ext>
            </a:extLst>
          </p:cNvPr>
          <p:cNvSpPr/>
          <p:nvPr/>
        </p:nvSpPr>
        <p:spPr>
          <a:xfrm>
            <a:off x="6462266" y="6212561"/>
            <a:ext cx="483577" cy="48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2465A2-9100-4152-A121-29B49AD524C5}"/>
              </a:ext>
            </a:extLst>
          </p:cNvPr>
          <p:cNvCxnSpPr/>
          <p:nvPr/>
        </p:nvCxnSpPr>
        <p:spPr>
          <a:xfrm>
            <a:off x="99421" y="6155360"/>
            <a:ext cx="6949725" cy="5930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2475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1FFC-40EC-494A-94AE-CF995E4DC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Simulating a doubly-infinite tape by a</a:t>
            </a:r>
            <a:br>
              <a:rPr lang="lv-LV" dirty="0"/>
            </a:br>
            <a:r>
              <a:rPr lang="lv-LV" dirty="0"/>
              <a:t>singly-infinite one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C30AB0-67F9-4292-9ECB-34C81B68E6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lv-LV" dirty="0"/>
                  <a:t>Note: to shift all content to the right, the TM has to know where the content ends (and the infinite sequence of _ _ _ _ … starts)</a:t>
                </a:r>
              </a:p>
              <a:p>
                <a:r>
                  <a:rPr lang="lv-LV" dirty="0"/>
                  <a:t>This can be solved by never writing _ on the tape but some other symbol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lv-LV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~</m:t>
                        </m:r>
                      </m:e>
                    </m:bar>
                  </m:oMath>
                </a14:m>
                <a:r>
                  <a:rPr lang="lv-LV" dirty="0"/>
                  <a:t> that </a:t>
                </a:r>
                <a:r>
                  <a:rPr lang="lv-LV" dirty="0" err="1"/>
                  <a:t>is</a:t>
                </a:r>
                <a:r>
                  <a:rPr lang="lv-LV" dirty="0"/>
                  <a:t> </a:t>
                </a:r>
                <a:r>
                  <a:rPr lang="lv-LV" dirty="0" err="1"/>
                  <a:t>treated</a:t>
                </a:r>
                <a:r>
                  <a:rPr lang="en-US" dirty="0"/>
                  <a:t> exactly</a:t>
                </a:r>
                <a:r>
                  <a:rPr lang="lv-LV" dirty="0"/>
                  <a:t> </a:t>
                </a:r>
                <a:r>
                  <a:rPr lang="lv-LV" dirty="0" err="1"/>
                  <a:t>like</a:t>
                </a:r>
                <a:r>
                  <a:rPr lang="lv-LV" dirty="0"/>
                  <a:t> _</a:t>
                </a:r>
                <a:r>
                  <a:rPr lang="en-US" dirty="0"/>
                  <a:t> except for shifting subroutine</a:t>
                </a:r>
                <a:endParaRPr lang="lv-LV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C30AB0-67F9-4292-9ECB-34C81B68E6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1DC32AC3-235E-4FB0-ACBD-86C99C801F20}"/>
              </a:ext>
            </a:extLst>
          </p:cNvPr>
          <p:cNvGrpSpPr/>
          <p:nvPr/>
        </p:nvGrpSpPr>
        <p:grpSpPr>
          <a:xfrm>
            <a:off x="5448165" y="3935907"/>
            <a:ext cx="4431124" cy="512866"/>
            <a:chOff x="5448165" y="3935907"/>
            <a:chExt cx="4431124" cy="5128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DE4E1DD8-58D2-4020-ACC5-1DF9F175FFA7}"/>
                    </a:ext>
                  </a:extLst>
                </p:cNvPr>
                <p:cNvSpPr/>
                <p:nvPr/>
              </p:nvSpPr>
              <p:spPr>
                <a:xfrm>
                  <a:off x="5448165" y="3938522"/>
                  <a:ext cx="294873" cy="29487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ctrlPr>
                              <a:rPr lang="lv-LV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e>
                        </m:bar>
                      </m:oMath>
                    </m:oMathPara>
                  </a14:m>
                  <a:endParaRPr lang="lv-LV" dirty="0"/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DE4E1DD8-58D2-4020-ACC5-1DF9F175FF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8165" y="3938522"/>
                  <a:ext cx="294873" cy="29487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A20CDB8-12D2-407E-8449-8F21E833B6D1}"/>
                </a:ext>
              </a:extLst>
            </p:cNvPr>
            <p:cNvSpPr/>
            <p:nvPr/>
          </p:nvSpPr>
          <p:spPr>
            <a:xfrm>
              <a:off x="5743038" y="3938520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x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14CCD0D-55D4-4D3E-B2EA-8A50B2A1B404}"/>
                </a:ext>
              </a:extLst>
            </p:cNvPr>
            <p:cNvSpPr/>
            <p:nvPr/>
          </p:nvSpPr>
          <p:spPr>
            <a:xfrm>
              <a:off x="6037911" y="3938523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b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5B45D05-CFE7-4924-A633-915A9778537C}"/>
                </a:ext>
              </a:extLst>
            </p:cNvPr>
            <p:cNvSpPr/>
            <p:nvPr/>
          </p:nvSpPr>
          <p:spPr>
            <a:xfrm>
              <a:off x="6332784" y="3938523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a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D1AF99E-46A5-432D-9CB8-B3976A41CE0D}"/>
                </a:ext>
              </a:extLst>
            </p:cNvPr>
            <p:cNvSpPr/>
            <p:nvPr/>
          </p:nvSpPr>
          <p:spPr>
            <a:xfrm>
              <a:off x="6627657" y="3938520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a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69FCFE0-2248-4C1C-88E8-943BA89436D8}"/>
                </a:ext>
              </a:extLst>
            </p:cNvPr>
            <p:cNvSpPr/>
            <p:nvPr/>
          </p:nvSpPr>
          <p:spPr>
            <a:xfrm>
              <a:off x="6922531" y="3938518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b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BBE3E8AC-2623-451C-BF0E-9E4C3CBABB37}"/>
                    </a:ext>
                  </a:extLst>
                </p:cNvPr>
                <p:cNvSpPr/>
                <p:nvPr/>
              </p:nvSpPr>
              <p:spPr>
                <a:xfrm>
                  <a:off x="7217404" y="3938517"/>
                  <a:ext cx="294873" cy="29487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ctrlPr>
                              <a:rPr lang="lv-LV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lv-LV" i="1">
                                <a:latin typeface="Cambria Math" panose="02040503050406030204" pitchFamily="18" charset="0"/>
                              </a:rPr>
                              <m:t>~</m:t>
                            </m:r>
                          </m:e>
                        </m:bar>
                      </m:oMath>
                    </m:oMathPara>
                  </a14:m>
                  <a:endParaRPr lang="lv-LV" dirty="0"/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BBE3E8AC-2623-451C-BF0E-9E4C3CBABB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7404" y="3938517"/>
                  <a:ext cx="294873" cy="29487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v-LV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19AF6494-E0E8-4919-8A36-394D238D24EA}"/>
                    </a:ext>
                  </a:extLst>
                </p:cNvPr>
                <p:cNvSpPr/>
                <p:nvPr/>
              </p:nvSpPr>
              <p:spPr>
                <a:xfrm>
                  <a:off x="7512350" y="3938517"/>
                  <a:ext cx="294873" cy="29487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ctrlPr>
                              <a:rPr lang="lv-LV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lv-LV" i="1">
                                <a:latin typeface="Cambria Math" panose="02040503050406030204" pitchFamily="18" charset="0"/>
                              </a:rPr>
                              <m:t>~</m:t>
                            </m:r>
                          </m:e>
                        </m:bar>
                      </m:oMath>
                    </m:oMathPara>
                  </a14:m>
                  <a:endParaRPr lang="lv-LV" dirty="0"/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19AF6494-E0E8-4919-8A36-394D238D24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2350" y="3938517"/>
                  <a:ext cx="294873" cy="29487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v-LV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FB5A6B5-957D-4AB9-BF36-45C569CF02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3718" y="4230780"/>
              <a:ext cx="0" cy="217993"/>
            </a:xfrm>
            <a:prstGeom prst="straightConnector1">
              <a:avLst/>
            </a:prstGeom>
            <a:ln w="76200" cmpd="sng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FD1086D-59F7-4B83-8015-8C9E0A56379A}"/>
                </a:ext>
              </a:extLst>
            </p:cNvPr>
            <p:cNvSpPr/>
            <p:nvPr/>
          </p:nvSpPr>
          <p:spPr>
            <a:xfrm>
              <a:off x="7815177" y="3938523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c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A6C71EE-E6B6-4487-990C-83635912B22C}"/>
                </a:ext>
              </a:extLst>
            </p:cNvPr>
            <p:cNvSpPr/>
            <p:nvPr/>
          </p:nvSpPr>
          <p:spPr>
            <a:xfrm>
              <a:off x="8110050" y="3938523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c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F981460-BDC9-48DD-9D26-9315F0C9E641}"/>
                </a:ext>
              </a:extLst>
            </p:cNvPr>
            <p:cNvSpPr/>
            <p:nvPr/>
          </p:nvSpPr>
          <p:spPr>
            <a:xfrm>
              <a:off x="8404923" y="3938520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b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B5EE7B4-1522-46CE-A47A-3F72D4486F01}"/>
                </a:ext>
              </a:extLst>
            </p:cNvPr>
            <p:cNvSpPr/>
            <p:nvPr/>
          </p:nvSpPr>
          <p:spPr>
            <a:xfrm>
              <a:off x="8699797" y="3938518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b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61E33E6-3ADD-4074-80E1-6CA7F1E01ED0}"/>
                </a:ext>
              </a:extLst>
            </p:cNvPr>
            <p:cNvSpPr/>
            <p:nvPr/>
          </p:nvSpPr>
          <p:spPr>
            <a:xfrm>
              <a:off x="8994670" y="3938517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_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3117F07-39CE-46BD-BCAF-A63885DE6EB5}"/>
                </a:ext>
              </a:extLst>
            </p:cNvPr>
            <p:cNvSpPr/>
            <p:nvPr/>
          </p:nvSpPr>
          <p:spPr>
            <a:xfrm>
              <a:off x="9289616" y="3938517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_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A968CF4-9DF6-4CFC-84F2-C49FBBFB80D9}"/>
                </a:ext>
              </a:extLst>
            </p:cNvPr>
            <p:cNvSpPr/>
            <p:nvPr/>
          </p:nvSpPr>
          <p:spPr>
            <a:xfrm>
              <a:off x="9584416" y="3935907"/>
              <a:ext cx="294873" cy="2948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>
                  <a:solidFill>
                    <a:schemeClr val="tx1"/>
                  </a:solidFill>
                </a:rPr>
                <a:t>…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F81D401-07AF-41F0-98DC-3A483430CD5B}"/>
              </a:ext>
            </a:extLst>
          </p:cNvPr>
          <p:cNvGrpSpPr/>
          <p:nvPr/>
        </p:nvGrpSpPr>
        <p:grpSpPr>
          <a:xfrm>
            <a:off x="5444760" y="5328721"/>
            <a:ext cx="4724925" cy="512867"/>
            <a:chOff x="5440065" y="4650893"/>
            <a:chExt cx="4724925" cy="5128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A3EAC9A8-0366-4A82-B6B6-B632101F7A1D}"/>
                    </a:ext>
                  </a:extLst>
                </p:cNvPr>
                <p:cNvSpPr/>
                <p:nvPr/>
              </p:nvSpPr>
              <p:spPr>
                <a:xfrm>
                  <a:off x="5440065" y="4653509"/>
                  <a:ext cx="294873" cy="29487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ctrlPr>
                              <a:rPr lang="lv-LV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e>
                        </m:bar>
                      </m:oMath>
                    </m:oMathPara>
                  </a14:m>
                  <a:endParaRPr lang="lv-LV" dirty="0"/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A3EAC9A8-0366-4A82-B6B6-B632101F7A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0065" y="4653509"/>
                  <a:ext cx="294873" cy="29487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DE2ADFAF-332E-4C4E-9A4F-B62BA76EBEC2}"/>
                    </a:ext>
                  </a:extLst>
                </p:cNvPr>
                <p:cNvSpPr/>
                <p:nvPr/>
              </p:nvSpPr>
              <p:spPr>
                <a:xfrm>
                  <a:off x="5734938" y="4653508"/>
                  <a:ext cx="294873" cy="29487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ctrlPr>
                              <a:rPr lang="lv-LV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lv-LV" i="1">
                                <a:latin typeface="Cambria Math" panose="02040503050406030204" pitchFamily="18" charset="0"/>
                              </a:rPr>
                              <m:t>~</m:t>
                            </m:r>
                          </m:e>
                        </m:bar>
                      </m:oMath>
                    </m:oMathPara>
                  </a14:m>
                  <a:endParaRPr lang="lv-LV" dirty="0"/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DE2ADFAF-332E-4C4E-9A4F-B62BA76EBE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4938" y="4653508"/>
                  <a:ext cx="294873" cy="29487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v-LV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A5BF4F5-4A72-42D8-BF2D-3959379EA66B}"/>
                </a:ext>
              </a:extLst>
            </p:cNvPr>
            <p:cNvSpPr/>
            <p:nvPr/>
          </p:nvSpPr>
          <p:spPr>
            <a:xfrm>
              <a:off x="6029811" y="4653510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x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03E5CB2-4A02-4C22-B08B-BC3D01756C91}"/>
                </a:ext>
              </a:extLst>
            </p:cNvPr>
            <p:cNvSpPr/>
            <p:nvPr/>
          </p:nvSpPr>
          <p:spPr>
            <a:xfrm>
              <a:off x="6324684" y="4653510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b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837A40F-791D-401B-92FB-4378DC3A377A}"/>
                </a:ext>
              </a:extLst>
            </p:cNvPr>
            <p:cNvSpPr/>
            <p:nvPr/>
          </p:nvSpPr>
          <p:spPr>
            <a:xfrm>
              <a:off x="6619557" y="4653507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a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9CEEE92-29FC-403A-B45D-75BFF95CC55D}"/>
                </a:ext>
              </a:extLst>
            </p:cNvPr>
            <p:cNvSpPr/>
            <p:nvPr/>
          </p:nvSpPr>
          <p:spPr>
            <a:xfrm>
              <a:off x="6914431" y="4653505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a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EFB40B0-51A4-44AE-8B26-2AE89592FB1C}"/>
                </a:ext>
              </a:extLst>
            </p:cNvPr>
            <p:cNvSpPr/>
            <p:nvPr/>
          </p:nvSpPr>
          <p:spPr>
            <a:xfrm>
              <a:off x="7209304" y="4653504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b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4508A70E-477E-41AC-BD44-72A4DF05AE70}"/>
                    </a:ext>
                  </a:extLst>
                </p:cNvPr>
                <p:cNvSpPr/>
                <p:nvPr/>
              </p:nvSpPr>
              <p:spPr>
                <a:xfrm>
                  <a:off x="7504250" y="4653504"/>
                  <a:ext cx="294873" cy="29487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ctrlPr>
                              <a:rPr lang="lv-LV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lv-LV" i="1">
                                <a:latin typeface="Cambria Math" panose="02040503050406030204" pitchFamily="18" charset="0"/>
                              </a:rPr>
                              <m:t>~</m:t>
                            </m:r>
                          </m:e>
                        </m:bar>
                      </m:oMath>
                    </m:oMathPara>
                  </a14:m>
                  <a:endParaRPr lang="lv-LV" dirty="0"/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4508A70E-477E-41AC-BD44-72A4DF05AE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4250" y="4653504"/>
                  <a:ext cx="294873" cy="29487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v-LV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28201376-3B4A-4B74-8D75-2DC2F2ACB7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1229" y="4945767"/>
              <a:ext cx="0" cy="217993"/>
            </a:xfrm>
            <a:prstGeom prst="straightConnector1">
              <a:avLst/>
            </a:prstGeom>
            <a:ln w="76200" cmpd="sng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B7C43DF2-DE9E-48A7-850F-544DE3288659}"/>
                    </a:ext>
                  </a:extLst>
                </p:cNvPr>
                <p:cNvSpPr/>
                <p:nvPr/>
              </p:nvSpPr>
              <p:spPr>
                <a:xfrm>
                  <a:off x="7798051" y="4653503"/>
                  <a:ext cx="294873" cy="29487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ctrlPr>
                              <a:rPr lang="lv-LV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lv-LV" i="1">
                                <a:latin typeface="Cambria Math" panose="02040503050406030204" pitchFamily="18" charset="0"/>
                              </a:rPr>
                              <m:t>~</m:t>
                            </m:r>
                          </m:e>
                        </m:bar>
                      </m:oMath>
                    </m:oMathPara>
                  </a14:m>
                  <a:endParaRPr lang="lv-LV" dirty="0"/>
                </a:p>
              </p:txBody>
            </p:sp>
          </mc:Choice>
          <mc:Fallback xmlns=""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B7C43DF2-DE9E-48A7-850F-544DE328865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8051" y="4653503"/>
                  <a:ext cx="294873" cy="29487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v-LV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7AABF68-3D36-4196-AA8A-E364A0B1100E}"/>
                </a:ext>
              </a:extLst>
            </p:cNvPr>
            <p:cNvSpPr/>
            <p:nvPr/>
          </p:nvSpPr>
          <p:spPr>
            <a:xfrm>
              <a:off x="8100878" y="4653509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c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7115BC8-F6AA-4F69-9AC1-76CBD4F81133}"/>
                </a:ext>
              </a:extLst>
            </p:cNvPr>
            <p:cNvSpPr/>
            <p:nvPr/>
          </p:nvSpPr>
          <p:spPr>
            <a:xfrm>
              <a:off x="8395751" y="4653509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c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BA2D208-9255-43F8-B926-C95A183C99FD}"/>
                </a:ext>
              </a:extLst>
            </p:cNvPr>
            <p:cNvSpPr/>
            <p:nvPr/>
          </p:nvSpPr>
          <p:spPr>
            <a:xfrm>
              <a:off x="8690624" y="4653506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b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990430B-2BF9-4453-96B6-683D65A1F71D}"/>
                </a:ext>
              </a:extLst>
            </p:cNvPr>
            <p:cNvSpPr/>
            <p:nvPr/>
          </p:nvSpPr>
          <p:spPr>
            <a:xfrm>
              <a:off x="8985498" y="4653504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b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85F8509-FCCC-4670-98E2-297012E754D6}"/>
                </a:ext>
              </a:extLst>
            </p:cNvPr>
            <p:cNvSpPr/>
            <p:nvPr/>
          </p:nvSpPr>
          <p:spPr>
            <a:xfrm>
              <a:off x="9280371" y="4653503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_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6F81390-14A4-4028-A788-35F4CA186DBD}"/>
                </a:ext>
              </a:extLst>
            </p:cNvPr>
            <p:cNvSpPr/>
            <p:nvPr/>
          </p:nvSpPr>
          <p:spPr>
            <a:xfrm>
              <a:off x="9575317" y="4653503"/>
              <a:ext cx="294873" cy="2948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/>
                <a:t>_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3AF1B77-82FD-42ED-95B5-6EBE294EF854}"/>
                </a:ext>
              </a:extLst>
            </p:cNvPr>
            <p:cNvSpPr/>
            <p:nvPr/>
          </p:nvSpPr>
          <p:spPr>
            <a:xfrm>
              <a:off x="9870117" y="4650893"/>
              <a:ext cx="294873" cy="2948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lv-LV" dirty="0">
                  <a:solidFill>
                    <a:schemeClr val="tx1"/>
                  </a:solidFill>
                </a:rPr>
                <a:t>…</a:t>
              </a:r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31A46D5-5DE7-4C32-A401-442E9BB9B2D3}"/>
              </a:ext>
            </a:extLst>
          </p:cNvPr>
          <p:cNvCxnSpPr>
            <a:cxnSpLocks/>
            <a:stCxn id="53" idx="0"/>
          </p:cNvCxnSpPr>
          <p:nvPr/>
        </p:nvCxnSpPr>
        <p:spPr>
          <a:xfrm flipH="1" flipV="1">
            <a:off x="9142110" y="4275189"/>
            <a:ext cx="80296" cy="372028"/>
          </a:xfrm>
          <a:prstGeom prst="straightConnector1">
            <a:avLst/>
          </a:prstGeom>
          <a:ln w="38100"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5A2507C-E042-4071-81FD-6E64385F2A09}"/>
              </a:ext>
            </a:extLst>
          </p:cNvPr>
          <p:cNvSpPr txBox="1"/>
          <p:nvPr/>
        </p:nvSpPr>
        <p:spPr>
          <a:xfrm>
            <a:off x="7508872" y="4647217"/>
            <a:ext cx="3427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First genuine blank = End of data</a:t>
            </a:r>
            <a:endParaRPr lang="lv-LV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3227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1FFC-40EC-494A-94AE-CF995E4DC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Simulating a doubly-infinite tape by a</a:t>
            </a:r>
            <a:br>
              <a:rPr lang="lv-LV" dirty="0"/>
            </a:br>
            <a:r>
              <a:rPr lang="lv-LV" dirty="0"/>
              <a:t>singly-infinite 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1561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</a:t>
            </a:r>
            <a:r>
              <a:rPr lang="en-US" dirty="0"/>
              <a:t> </a:t>
            </a:r>
            <a:r>
              <a:rPr lang="lv-LV" dirty="0"/>
              <a:t>=</a:t>
            </a:r>
            <a:r>
              <a:rPr lang="en-US" dirty="0"/>
              <a:t> </a:t>
            </a:r>
            <a:r>
              <a:rPr lang="lv-LV" dirty="0"/>
              <a:t>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>
                <a:solidFill>
                  <a:schemeClr val="bg1"/>
                </a:solidFill>
              </a:rPr>
              <a:t>H</a:t>
            </a:r>
            <a:r>
              <a:rPr lang="en-US" u="sng" dirty="0" err="1">
                <a:solidFill>
                  <a:schemeClr val="bg1"/>
                </a:solidFill>
              </a:rPr>
              <a:t>igh</a:t>
            </a:r>
            <a:r>
              <a:rPr lang="en-US" u="sng" dirty="0">
                <a:solidFill>
                  <a:schemeClr val="bg1"/>
                </a:solidFill>
              </a:rPr>
              <a:t>-level description</a:t>
            </a:r>
            <a:r>
              <a:rPr lang="en-US" dirty="0">
                <a:solidFill>
                  <a:schemeClr val="bg1"/>
                </a:solidFill>
              </a:rPr>
              <a:t> (for a TM with doubly-infinite tape)</a:t>
            </a:r>
            <a:endParaRPr lang="en-US" u="sng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copy first three symbols to the left of the word, then solve </a:t>
            </a:r>
            <a:r>
              <a:rPr lang="lv-LV" dirty="0">
                <a:solidFill>
                  <a:schemeClr val="bg1"/>
                </a:solidFill>
              </a:rPr>
              <a:t>{𝑤#𝑤|𝑤∈{0,1}</a:t>
            </a:r>
            <a:r>
              <a:rPr lang="lv-LV" baseline="30000" dirty="0">
                <a:solidFill>
                  <a:schemeClr val="bg1"/>
                </a:solidFill>
              </a:rPr>
              <a:t>∗</a:t>
            </a:r>
            <a:r>
              <a:rPr lang="lv-LV" dirty="0">
                <a:solidFill>
                  <a:schemeClr val="bg1"/>
                </a:solidFill>
              </a:rPr>
              <a:t>}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>
                <a:solidFill>
                  <a:schemeClr val="bg1"/>
                </a:solidFill>
              </a:rPr>
              <a:t>Implementation</a:t>
            </a:r>
            <a:r>
              <a:rPr lang="lv-LV" u="sng" dirty="0">
                <a:solidFill>
                  <a:schemeClr val="bg1"/>
                </a:solidFill>
              </a:rPr>
              <a:t> </a:t>
            </a:r>
            <a:r>
              <a:rPr lang="lv-LV" u="sng" dirty="0" err="1">
                <a:solidFill>
                  <a:schemeClr val="bg1"/>
                </a:solidFill>
              </a:rPr>
              <a:t>description</a:t>
            </a:r>
            <a:r>
              <a:rPr lang="en-US" dirty="0">
                <a:solidFill>
                  <a:schemeClr val="bg1"/>
                </a:solidFill>
              </a:rPr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1. move the head rightwards twice;	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2. read and remember a binary digit;	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3. reject if it was # or ⎵ instead;	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4. move the head leftwards until ⎵;	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5. write the digit;</a:t>
            </a:r>
            <a:r>
              <a:rPr lang="en-US" dirty="0"/>
              <a:t>	</a:t>
            </a:r>
            <a:r>
              <a:rPr lang="en-US" dirty="0">
                <a:solidFill>
                  <a:schemeClr val="bg1"/>
                </a:solidFill>
              </a:rPr>
              <a:t>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6. repeat steps 1–5 twice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more; </a:t>
            </a:r>
            <a:r>
              <a:rPr lang="en-US" dirty="0"/>
              <a:t>	</a:t>
            </a:r>
            <a:r>
              <a:rPr lang="en-US" dirty="0">
                <a:solidFill>
                  <a:schemeClr val="bg1"/>
                </a:solidFill>
              </a:rPr>
              <a:t>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97897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</a:t>
            </a:r>
            <a:r>
              <a:rPr lang="en-US" dirty="0"/>
              <a:t> </a:t>
            </a:r>
            <a:r>
              <a:rPr lang="lv-LV" dirty="0"/>
              <a:t>=</a:t>
            </a:r>
            <a:r>
              <a:rPr lang="en-US" dirty="0"/>
              <a:t> </a:t>
            </a:r>
            <a:r>
              <a:rPr lang="lv-LV" dirty="0"/>
              <a:t>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copy first three symbols to the left of the word, then solve </a:t>
            </a:r>
            <a:r>
              <a:rPr lang="lv-LV" dirty="0">
                <a:solidFill>
                  <a:schemeClr val="bg1"/>
                </a:solidFill>
              </a:rPr>
              <a:t>{𝑤#𝑤|𝑤∈{0,1}</a:t>
            </a:r>
            <a:r>
              <a:rPr lang="lv-LV" baseline="30000" dirty="0">
                <a:solidFill>
                  <a:schemeClr val="bg1"/>
                </a:solidFill>
              </a:rPr>
              <a:t>∗</a:t>
            </a:r>
            <a:r>
              <a:rPr lang="lv-LV" dirty="0">
                <a:solidFill>
                  <a:schemeClr val="bg1"/>
                </a:solidFill>
              </a:rPr>
              <a:t>}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>
                <a:solidFill>
                  <a:schemeClr val="bg1"/>
                </a:solidFill>
              </a:rPr>
              <a:t>Implementation</a:t>
            </a:r>
            <a:r>
              <a:rPr lang="lv-LV" u="sng" dirty="0">
                <a:solidFill>
                  <a:schemeClr val="bg1"/>
                </a:solidFill>
              </a:rPr>
              <a:t> </a:t>
            </a:r>
            <a:r>
              <a:rPr lang="lv-LV" u="sng" dirty="0" err="1">
                <a:solidFill>
                  <a:schemeClr val="bg1"/>
                </a:solidFill>
              </a:rPr>
              <a:t>description</a:t>
            </a:r>
            <a:r>
              <a:rPr lang="en-US" dirty="0">
                <a:solidFill>
                  <a:schemeClr val="bg1"/>
                </a:solidFill>
              </a:rPr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1. move the head rightwards twice;	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2. read and remember a binary digit;	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3. reject if it was # or ⎵ instead;	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4. move the head leftwards until ⎵;	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5. write the digit;</a:t>
            </a:r>
            <a:r>
              <a:rPr lang="en-US" dirty="0"/>
              <a:t>	</a:t>
            </a:r>
            <a:r>
              <a:rPr lang="en-US" dirty="0">
                <a:solidFill>
                  <a:schemeClr val="bg1"/>
                </a:solidFill>
              </a:rPr>
              <a:t>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6. repeat steps 1–5 twice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more; </a:t>
            </a:r>
            <a:r>
              <a:rPr lang="en-US" dirty="0"/>
              <a:t>	</a:t>
            </a:r>
            <a:r>
              <a:rPr lang="en-US" dirty="0">
                <a:solidFill>
                  <a:schemeClr val="bg1"/>
                </a:solidFill>
              </a:rPr>
              <a:t>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8912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</a:t>
            </a:r>
            <a:r>
              <a:rPr lang="en-US" dirty="0"/>
              <a:t> </a:t>
            </a:r>
            <a:r>
              <a:rPr lang="lv-LV" dirty="0"/>
              <a:t>=</a:t>
            </a:r>
            <a:r>
              <a:rPr lang="en-US" dirty="0"/>
              <a:t> </a:t>
            </a:r>
            <a:r>
              <a:rPr lang="lv-LV" dirty="0"/>
              <a:t>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copy first three symbols to the left of the word</a:t>
            </a:r>
            <a:r>
              <a:rPr lang="en-US" dirty="0">
                <a:solidFill>
                  <a:schemeClr val="bg1"/>
                </a:solidFill>
              </a:rPr>
              <a:t>, then solve </a:t>
            </a:r>
            <a:r>
              <a:rPr lang="lv-LV" dirty="0">
                <a:solidFill>
                  <a:schemeClr val="bg1"/>
                </a:solidFill>
              </a:rPr>
              <a:t>{𝑤#𝑤|𝑤∈{0,1}</a:t>
            </a:r>
            <a:r>
              <a:rPr lang="lv-LV" baseline="30000" dirty="0">
                <a:solidFill>
                  <a:schemeClr val="bg1"/>
                </a:solidFill>
              </a:rPr>
              <a:t>∗</a:t>
            </a:r>
            <a:r>
              <a:rPr lang="lv-LV" dirty="0">
                <a:solidFill>
                  <a:schemeClr val="bg1"/>
                </a:solidFill>
              </a:rPr>
              <a:t>}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>
                <a:solidFill>
                  <a:schemeClr val="bg1"/>
                </a:solidFill>
              </a:rPr>
              <a:t>Implementation</a:t>
            </a:r>
            <a:r>
              <a:rPr lang="lv-LV" u="sng" dirty="0">
                <a:solidFill>
                  <a:schemeClr val="bg1"/>
                </a:solidFill>
              </a:rPr>
              <a:t> </a:t>
            </a:r>
            <a:r>
              <a:rPr lang="lv-LV" u="sng" dirty="0" err="1">
                <a:solidFill>
                  <a:schemeClr val="bg1"/>
                </a:solidFill>
              </a:rPr>
              <a:t>description</a:t>
            </a:r>
            <a:r>
              <a:rPr lang="en-US" dirty="0">
                <a:solidFill>
                  <a:schemeClr val="bg1"/>
                </a:solidFill>
              </a:rPr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1. move the head rightwards twice;	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2. read and remember a binary digit;	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3. reject if it was # or ⎵ instead;	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4. move the head leftwards until ⎵;	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5. write the digit;</a:t>
            </a:r>
            <a:r>
              <a:rPr lang="en-US" dirty="0"/>
              <a:t>	</a:t>
            </a:r>
            <a:r>
              <a:rPr lang="en-US" dirty="0">
                <a:solidFill>
                  <a:schemeClr val="bg1"/>
                </a:solidFill>
              </a:rPr>
              <a:t>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6. repeat steps 1–5 twice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more; </a:t>
            </a:r>
            <a:r>
              <a:rPr lang="en-US" dirty="0"/>
              <a:t>	</a:t>
            </a:r>
            <a:r>
              <a:rPr lang="en-US" dirty="0">
                <a:solidFill>
                  <a:schemeClr val="bg1"/>
                </a:solidFill>
              </a:rPr>
              <a:t>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4622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</a:t>
            </a:r>
            <a:r>
              <a:rPr lang="en-US" dirty="0"/>
              <a:t> </a:t>
            </a:r>
            <a:r>
              <a:rPr lang="lv-LV" dirty="0"/>
              <a:t>=</a:t>
            </a:r>
            <a:r>
              <a:rPr lang="en-US" dirty="0"/>
              <a:t> </a:t>
            </a:r>
            <a:r>
              <a:rPr lang="lv-LV" dirty="0"/>
              <a:t>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copy first three symbols to the left of the word, then solve </a:t>
            </a:r>
            <a:r>
              <a:rPr lang="lv-LV" dirty="0"/>
              <a:t>{𝑤#𝑤|𝑤∈{0,1}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>
                <a:solidFill>
                  <a:schemeClr val="bg1"/>
                </a:solidFill>
              </a:rPr>
              <a:t>Implementation</a:t>
            </a:r>
            <a:r>
              <a:rPr lang="lv-LV" u="sng" dirty="0">
                <a:solidFill>
                  <a:schemeClr val="bg1"/>
                </a:solidFill>
              </a:rPr>
              <a:t> </a:t>
            </a:r>
            <a:r>
              <a:rPr lang="lv-LV" u="sng" dirty="0" err="1">
                <a:solidFill>
                  <a:schemeClr val="bg1"/>
                </a:solidFill>
              </a:rPr>
              <a:t>description</a:t>
            </a:r>
            <a:r>
              <a:rPr lang="en-US" dirty="0">
                <a:solidFill>
                  <a:schemeClr val="bg1"/>
                </a:solidFill>
              </a:rPr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1. move the head rightwards twice;	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2. read and remember a binary digit;	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3. reject if it was # or ⎵ instead;	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4. move the head leftwards until ⎵;	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5. write the digit;</a:t>
            </a:r>
            <a:r>
              <a:rPr lang="en-US" dirty="0"/>
              <a:t>	</a:t>
            </a:r>
            <a:r>
              <a:rPr lang="en-US" dirty="0">
                <a:solidFill>
                  <a:schemeClr val="bg1"/>
                </a:solidFill>
              </a:rPr>
              <a:t>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6. repeat steps 1–5 twice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more; </a:t>
            </a:r>
            <a:r>
              <a:rPr lang="en-US" dirty="0"/>
              <a:t>	</a:t>
            </a:r>
            <a:r>
              <a:rPr lang="en-US" dirty="0">
                <a:solidFill>
                  <a:schemeClr val="bg1"/>
                </a:solidFill>
              </a:rPr>
              <a:t>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9450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</a:t>
            </a:r>
            <a:r>
              <a:rPr lang="en-US" dirty="0"/>
              <a:t> </a:t>
            </a:r>
            <a:r>
              <a:rPr lang="lv-LV" dirty="0"/>
              <a:t>=</a:t>
            </a:r>
            <a:r>
              <a:rPr lang="en-US" dirty="0"/>
              <a:t> </a:t>
            </a:r>
            <a:r>
              <a:rPr lang="lv-LV" dirty="0"/>
              <a:t>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copy first three symbols to the left of the word, then solve </a:t>
            </a:r>
            <a:r>
              <a:rPr lang="lv-LV" dirty="0"/>
              <a:t>{𝑤#𝑤|𝑤∈{0,1}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/>
              <a:t>Implementation</a:t>
            </a:r>
            <a:r>
              <a:rPr lang="lv-LV" u="sng" dirty="0"/>
              <a:t> </a:t>
            </a:r>
            <a:r>
              <a:rPr lang="lv-LV" u="sng" dirty="0" err="1"/>
              <a:t>description</a:t>
            </a:r>
            <a:r>
              <a:rPr lang="en-US" dirty="0"/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1. move the head rightwards twice;	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2. read and remember a binary digit;	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3. reject if it was # or ⎵ instead;	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4. move the head leftwards until ⎵;	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5. write the digit;</a:t>
            </a:r>
            <a:r>
              <a:rPr lang="en-US" dirty="0"/>
              <a:t>	</a:t>
            </a:r>
            <a:r>
              <a:rPr lang="en-US" dirty="0">
                <a:solidFill>
                  <a:schemeClr val="bg1"/>
                </a:solidFill>
              </a:rPr>
              <a:t>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6. repeat steps 1–5 twice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more; </a:t>
            </a:r>
            <a:r>
              <a:rPr lang="en-US" dirty="0"/>
              <a:t>	</a:t>
            </a:r>
            <a:r>
              <a:rPr lang="en-US" dirty="0">
                <a:solidFill>
                  <a:schemeClr val="bg1"/>
                </a:solidFill>
              </a:rPr>
              <a:t>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3489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</a:t>
            </a:r>
            <a:r>
              <a:rPr lang="en-US" dirty="0"/>
              <a:t> </a:t>
            </a:r>
            <a:r>
              <a:rPr lang="lv-LV" dirty="0"/>
              <a:t>=</a:t>
            </a:r>
            <a:r>
              <a:rPr lang="en-US" dirty="0"/>
              <a:t> </a:t>
            </a:r>
            <a:r>
              <a:rPr lang="lv-LV" dirty="0"/>
              <a:t>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copy first three symbols to the left of the word, then solve </a:t>
            </a:r>
            <a:r>
              <a:rPr lang="lv-LV" dirty="0"/>
              <a:t>{𝑤#𝑤|𝑤∈{0,1}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/>
              <a:t>Implementation</a:t>
            </a:r>
            <a:r>
              <a:rPr lang="lv-LV" u="sng" dirty="0"/>
              <a:t> </a:t>
            </a:r>
            <a:r>
              <a:rPr lang="lv-LV" u="sng" dirty="0" err="1"/>
              <a:t>description</a:t>
            </a:r>
            <a:r>
              <a:rPr lang="en-US" dirty="0"/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/>
              <a:t>1. move the head rightwards twice;	</a:t>
            </a:r>
            <a:r>
              <a:rPr lang="en-US" dirty="0">
                <a:solidFill>
                  <a:schemeClr val="bg1"/>
                </a:solidFill>
              </a:rPr>
              <a:t>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2. read and remember a binary digit;	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3. reject if it was # or ⎵ instead;	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4. move the head leftwards until ⎵;	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5. write the digit;</a:t>
            </a:r>
            <a:r>
              <a:rPr lang="en-US" dirty="0"/>
              <a:t>	</a:t>
            </a:r>
            <a:r>
              <a:rPr lang="en-US" dirty="0">
                <a:solidFill>
                  <a:schemeClr val="bg1"/>
                </a:solidFill>
              </a:rPr>
              <a:t>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6. repeat steps 1–5 twice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more; </a:t>
            </a:r>
            <a:r>
              <a:rPr lang="en-US" dirty="0"/>
              <a:t>	</a:t>
            </a:r>
            <a:r>
              <a:rPr lang="en-US" dirty="0">
                <a:solidFill>
                  <a:schemeClr val="bg1"/>
                </a:solidFill>
              </a:rPr>
              <a:t>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025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</a:t>
            </a:r>
            <a:r>
              <a:rPr lang="en-US" dirty="0"/>
              <a:t> </a:t>
            </a:r>
            <a:r>
              <a:rPr lang="lv-LV" dirty="0"/>
              <a:t>=</a:t>
            </a:r>
            <a:r>
              <a:rPr lang="en-US" dirty="0"/>
              <a:t> </a:t>
            </a:r>
            <a:r>
              <a:rPr lang="lv-LV" dirty="0"/>
              <a:t>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copy first three symbols to the left of the word, then solve </a:t>
            </a:r>
            <a:r>
              <a:rPr lang="lv-LV" dirty="0"/>
              <a:t>{𝑤#𝑤|𝑤∈{0,1}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/>
              <a:t>Implementation</a:t>
            </a:r>
            <a:r>
              <a:rPr lang="lv-LV" u="sng" dirty="0"/>
              <a:t> </a:t>
            </a:r>
            <a:r>
              <a:rPr lang="lv-LV" u="sng" dirty="0" err="1"/>
              <a:t>description</a:t>
            </a:r>
            <a:r>
              <a:rPr lang="en-US" dirty="0"/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/>
              <a:t>1. move the head rightwards twice;	</a:t>
            </a:r>
            <a:r>
              <a:rPr lang="en-US" dirty="0">
                <a:solidFill>
                  <a:schemeClr val="bg1"/>
                </a:solidFill>
              </a:rPr>
              <a:t>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2. read and remember a binary digit;	</a:t>
            </a:r>
            <a:r>
              <a:rPr lang="en-US" dirty="0">
                <a:solidFill>
                  <a:schemeClr val="bg1"/>
                </a:solidFill>
              </a:rPr>
              <a:t>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3. reject if it was # or ⎵ instead;	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4. move the head leftwards until ⎵;	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5. write the digit;</a:t>
            </a:r>
            <a:r>
              <a:rPr lang="en-US" dirty="0"/>
              <a:t>	</a:t>
            </a:r>
            <a:r>
              <a:rPr lang="en-US" dirty="0">
                <a:solidFill>
                  <a:schemeClr val="bg1"/>
                </a:solidFill>
              </a:rPr>
              <a:t>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6. repeat steps 1–5 twice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more; </a:t>
            </a:r>
            <a:r>
              <a:rPr lang="en-US" dirty="0"/>
              <a:t>	</a:t>
            </a:r>
            <a:r>
              <a:rPr lang="en-US" dirty="0">
                <a:solidFill>
                  <a:schemeClr val="bg1"/>
                </a:solidFill>
              </a:rPr>
              <a:t>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3577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</a:t>
            </a:r>
            <a:r>
              <a:rPr lang="en-US" dirty="0"/>
              <a:t> </a:t>
            </a:r>
            <a:r>
              <a:rPr lang="lv-LV" dirty="0"/>
              <a:t>=</a:t>
            </a:r>
            <a:r>
              <a:rPr lang="en-US" dirty="0"/>
              <a:t> </a:t>
            </a:r>
            <a:r>
              <a:rPr lang="lv-LV" dirty="0"/>
              <a:t>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copy first three symbols to the left of the word, then solve </a:t>
            </a:r>
            <a:r>
              <a:rPr lang="lv-LV" dirty="0"/>
              <a:t>{𝑤#𝑤|𝑤∈{0,1}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/>
              <a:t>Implementation</a:t>
            </a:r>
            <a:r>
              <a:rPr lang="lv-LV" u="sng" dirty="0"/>
              <a:t> </a:t>
            </a:r>
            <a:r>
              <a:rPr lang="lv-LV" u="sng" dirty="0" err="1"/>
              <a:t>description</a:t>
            </a:r>
            <a:r>
              <a:rPr lang="en-US" dirty="0"/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/>
              <a:t>1. move the head rightwards twice;	</a:t>
            </a:r>
            <a:r>
              <a:rPr lang="en-US" dirty="0">
                <a:solidFill>
                  <a:schemeClr val="bg1"/>
                </a:solidFill>
              </a:rPr>
              <a:t>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2. read and remember a binary digit;	</a:t>
            </a:r>
            <a:r>
              <a:rPr lang="en-US" dirty="0">
                <a:solidFill>
                  <a:schemeClr val="bg1"/>
                </a:solidFill>
              </a:rPr>
              <a:t>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3. reject if it was # or ⎵ instead;	</a:t>
            </a:r>
            <a:r>
              <a:rPr lang="en-US" dirty="0">
                <a:solidFill>
                  <a:schemeClr val="bg1"/>
                </a:solidFill>
              </a:rPr>
              <a:t>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4. move the head leftwards until ⎵;	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5. write the digit;</a:t>
            </a:r>
            <a:r>
              <a:rPr lang="en-US" dirty="0"/>
              <a:t>	</a:t>
            </a:r>
            <a:r>
              <a:rPr lang="en-US" dirty="0">
                <a:solidFill>
                  <a:schemeClr val="bg1"/>
                </a:solidFill>
              </a:rPr>
              <a:t>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6. repeat steps 1–5 twice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more; </a:t>
            </a:r>
            <a:r>
              <a:rPr lang="en-US" dirty="0"/>
              <a:t>	</a:t>
            </a:r>
            <a:r>
              <a:rPr lang="en-US" dirty="0">
                <a:solidFill>
                  <a:schemeClr val="bg1"/>
                </a:solidFill>
              </a:rPr>
              <a:t>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7491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</a:t>
            </a:r>
            <a:r>
              <a:rPr lang="en-US" dirty="0"/>
              <a:t> </a:t>
            </a:r>
            <a:r>
              <a:rPr lang="lv-LV" dirty="0"/>
              <a:t>=</a:t>
            </a:r>
            <a:r>
              <a:rPr lang="en-US" dirty="0"/>
              <a:t> </a:t>
            </a:r>
            <a:r>
              <a:rPr lang="lv-LV" dirty="0"/>
              <a:t>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copy first three symbols to the left of the word, then solve </a:t>
            </a:r>
            <a:r>
              <a:rPr lang="lv-LV" dirty="0"/>
              <a:t>{𝑤#𝑤|𝑤∈{0,1}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/>
              <a:t>Implementation</a:t>
            </a:r>
            <a:r>
              <a:rPr lang="lv-LV" u="sng" dirty="0"/>
              <a:t> </a:t>
            </a:r>
            <a:r>
              <a:rPr lang="lv-LV" u="sng" dirty="0" err="1"/>
              <a:t>description</a:t>
            </a:r>
            <a:r>
              <a:rPr lang="en-US" dirty="0"/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/>
              <a:t>1. move the head rightwards twice;	</a:t>
            </a:r>
            <a:r>
              <a:rPr lang="en-US" dirty="0">
                <a:solidFill>
                  <a:schemeClr val="bg1"/>
                </a:solidFill>
              </a:rPr>
              <a:t>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2. read and remember a binary digit;	</a:t>
            </a:r>
            <a:r>
              <a:rPr lang="en-US" dirty="0">
                <a:solidFill>
                  <a:schemeClr val="bg1"/>
                </a:solidFill>
              </a:rPr>
              <a:t>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3. reject if it was # or ⎵ instead;	</a:t>
            </a:r>
            <a:r>
              <a:rPr lang="en-US" dirty="0">
                <a:solidFill>
                  <a:schemeClr val="bg1"/>
                </a:solidFill>
              </a:rPr>
              <a:t>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4. move the head leftwards until ⎵;	</a:t>
            </a:r>
            <a:r>
              <a:rPr lang="en-US" dirty="0">
                <a:solidFill>
                  <a:schemeClr val="bg1"/>
                </a:solidFill>
              </a:rPr>
              <a:t>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5. write the digit;</a:t>
            </a:r>
            <a:r>
              <a:rPr lang="en-US" dirty="0"/>
              <a:t>	</a:t>
            </a:r>
            <a:r>
              <a:rPr lang="en-US" dirty="0">
                <a:solidFill>
                  <a:schemeClr val="bg1"/>
                </a:solidFill>
              </a:rPr>
              <a:t>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6. repeat steps 1–5 twice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more; </a:t>
            </a:r>
            <a:r>
              <a:rPr lang="en-US" dirty="0"/>
              <a:t>	</a:t>
            </a:r>
            <a:r>
              <a:rPr lang="en-US" dirty="0">
                <a:solidFill>
                  <a:schemeClr val="bg1"/>
                </a:solidFill>
              </a:rPr>
              <a:t>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8827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</a:t>
            </a:r>
            <a:r>
              <a:rPr lang="en-US" dirty="0"/>
              <a:t> </a:t>
            </a:r>
            <a:r>
              <a:rPr lang="lv-LV" dirty="0"/>
              <a:t>=</a:t>
            </a:r>
            <a:r>
              <a:rPr lang="en-US" dirty="0"/>
              <a:t> </a:t>
            </a:r>
            <a:r>
              <a:rPr lang="lv-LV" dirty="0"/>
              <a:t>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copy first three symbols to the left of the word, then solve </a:t>
            </a:r>
            <a:r>
              <a:rPr lang="lv-LV" dirty="0"/>
              <a:t>{𝑤#𝑤|𝑤∈{0,1}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/>
              <a:t>Implementation</a:t>
            </a:r>
            <a:r>
              <a:rPr lang="lv-LV" u="sng" dirty="0"/>
              <a:t> </a:t>
            </a:r>
            <a:r>
              <a:rPr lang="lv-LV" u="sng" dirty="0" err="1"/>
              <a:t>description</a:t>
            </a:r>
            <a:r>
              <a:rPr lang="en-US" dirty="0"/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/>
              <a:t>1. move the head rightwards twice;	</a:t>
            </a:r>
            <a:r>
              <a:rPr lang="en-US" dirty="0">
                <a:solidFill>
                  <a:schemeClr val="bg1"/>
                </a:solidFill>
              </a:rPr>
              <a:t>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2. read and remember a binary digit;	</a:t>
            </a:r>
            <a:r>
              <a:rPr lang="en-US" dirty="0">
                <a:solidFill>
                  <a:schemeClr val="bg1"/>
                </a:solidFill>
              </a:rPr>
              <a:t>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3. reject if it was # or ⎵ instead;	</a:t>
            </a:r>
            <a:r>
              <a:rPr lang="en-US" dirty="0">
                <a:solidFill>
                  <a:schemeClr val="bg1"/>
                </a:solidFill>
              </a:rPr>
              <a:t>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4. move the head leftwards until ⎵;	</a:t>
            </a:r>
            <a:r>
              <a:rPr lang="en-US" dirty="0">
                <a:solidFill>
                  <a:schemeClr val="bg1"/>
                </a:solidFill>
              </a:rPr>
              <a:t>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5. write the digit;	</a:t>
            </a:r>
            <a:r>
              <a:rPr lang="en-US" dirty="0">
                <a:solidFill>
                  <a:schemeClr val="bg1"/>
                </a:solidFill>
              </a:rPr>
              <a:t>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6. repeat steps 1–5 twice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more; </a:t>
            </a:r>
            <a:r>
              <a:rPr lang="en-US" dirty="0"/>
              <a:t>	</a:t>
            </a:r>
            <a:r>
              <a:rPr lang="en-US" dirty="0">
                <a:solidFill>
                  <a:schemeClr val="bg1"/>
                </a:solidFill>
              </a:rPr>
              <a:t>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5602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</a:t>
            </a:r>
            <a:r>
              <a:rPr lang="en-US" dirty="0"/>
              <a:t> </a:t>
            </a:r>
            <a:r>
              <a:rPr lang="lv-LV" dirty="0"/>
              <a:t>=</a:t>
            </a:r>
            <a:r>
              <a:rPr lang="en-US" dirty="0"/>
              <a:t> </a:t>
            </a:r>
            <a:r>
              <a:rPr lang="lv-LV" dirty="0"/>
              <a:t>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copy first three symbols to the left of the word, then solve </a:t>
            </a:r>
            <a:r>
              <a:rPr lang="lv-LV" dirty="0"/>
              <a:t>{𝑤#𝑤|𝑤∈{0,1}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/>
              <a:t>Implementation</a:t>
            </a:r>
            <a:r>
              <a:rPr lang="lv-LV" u="sng" dirty="0"/>
              <a:t> </a:t>
            </a:r>
            <a:r>
              <a:rPr lang="lv-LV" u="sng" dirty="0" err="1"/>
              <a:t>description</a:t>
            </a:r>
            <a:r>
              <a:rPr lang="en-US" dirty="0"/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/>
              <a:t>1. move the head rightwards twice;	</a:t>
            </a:r>
            <a:r>
              <a:rPr lang="en-US" dirty="0">
                <a:solidFill>
                  <a:schemeClr val="bg1"/>
                </a:solidFill>
              </a:rPr>
              <a:t>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2. read and remember a binary digit;	</a:t>
            </a:r>
            <a:r>
              <a:rPr lang="en-US" dirty="0">
                <a:solidFill>
                  <a:schemeClr val="bg1"/>
                </a:solidFill>
              </a:rPr>
              <a:t>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3. reject if it was # or ⎵ instead;	</a:t>
            </a:r>
            <a:r>
              <a:rPr lang="en-US" dirty="0">
                <a:solidFill>
                  <a:schemeClr val="bg1"/>
                </a:solidFill>
              </a:rPr>
              <a:t>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4. move the head leftwards until ⎵;	</a:t>
            </a:r>
            <a:r>
              <a:rPr lang="en-US" dirty="0">
                <a:solidFill>
                  <a:schemeClr val="bg1"/>
                </a:solidFill>
              </a:rPr>
              <a:t>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5. write the digit;	</a:t>
            </a:r>
            <a:r>
              <a:rPr lang="en-US" dirty="0">
                <a:solidFill>
                  <a:schemeClr val="bg1"/>
                </a:solidFill>
              </a:rPr>
              <a:t>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6. repeat steps 1–5 twice</a:t>
            </a:r>
            <a:r>
              <a:rPr lang="ru-RU" dirty="0"/>
              <a:t> </a:t>
            </a:r>
            <a:r>
              <a:rPr lang="en-US" dirty="0"/>
              <a:t>more; 	</a:t>
            </a:r>
            <a:r>
              <a:rPr lang="en-US" dirty="0">
                <a:solidFill>
                  <a:schemeClr val="bg1"/>
                </a:solidFill>
              </a:rPr>
              <a:t>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1688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</a:t>
            </a:r>
            <a:r>
              <a:rPr lang="en-US" dirty="0"/>
              <a:t> </a:t>
            </a:r>
            <a:r>
              <a:rPr lang="lv-LV" dirty="0"/>
              <a:t>=</a:t>
            </a:r>
            <a:r>
              <a:rPr lang="en-US" dirty="0"/>
              <a:t> </a:t>
            </a:r>
            <a:r>
              <a:rPr lang="lv-LV" dirty="0"/>
              <a:t>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copy first three symbols to the left of the word, then solve </a:t>
            </a:r>
            <a:r>
              <a:rPr lang="lv-LV" dirty="0"/>
              <a:t>{𝑤#𝑤|𝑤∈{0,1}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/>
              <a:t>Implementation</a:t>
            </a:r>
            <a:r>
              <a:rPr lang="lv-LV" u="sng" dirty="0"/>
              <a:t> </a:t>
            </a:r>
            <a:r>
              <a:rPr lang="lv-LV" u="sng" dirty="0" err="1"/>
              <a:t>description</a:t>
            </a:r>
            <a:r>
              <a:rPr lang="en-US" dirty="0"/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/>
              <a:t>1. move the head rightwards twice;	</a:t>
            </a:r>
            <a:r>
              <a:rPr lang="en-US" dirty="0">
                <a:solidFill>
                  <a:schemeClr val="bg1"/>
                </a:solidFill>
              </a:rPr>
              <a:t>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2. read and remember a binary digit;	</a:t>
            </a:r>
            <a:r>
              <a:rPr lang="en-US" dirty="0">
                <a:solidFill>
                  <a:schemeClr val="bg1"/>
                </a:solidFill>
              </a:rPr>
              <a:t>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3. reject if it was # or ⎵ instead;	</a:t>
            </a:r>
            <a:r>
              <a:rPr lang="en-US" dirty="0">
                <a:solidFill>
                  <a:schemeClr val="bg1"/>
                </a:solidFill>
              </a:rPr>
              <a:t>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4. move the head leftwards until ⎵;	</a:t>
            </a:r>
            <a:r>
              <a:rPr lang="en-US" dirty="0">
                <a:solidFill>
                  <a:schemeClr val="bg1"/>
                </a:solidFill>
              </a:rPr>
              <a:t>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5. write the digit;	</a:t>
            </a:r>
            <a:r>
              <a:rPr lang="en-US" dirty="0">
                <a:solidFill>
                  <a:schemeClr val="bg1"/>
                </a:solidFill>
              </a:rPr>
              <a:t>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6. repeat steps 1–5 twice</a:t>
            </a:r>
            <a:r>
              <a:rPr lang="ru-RU" dirty="0"/>
              <a:t> </a:t>
            </a:r>
            <a:r>
              <a:rPr lang="en-US" dirty="0"/>
              <a:t>more; 	</a:t>
            </a:r>
            <a:r>
              <a:rPr lang="en-US" dirty="0">
                <a:solidFill>
                  <a:schemeClr val="bg1"/>
                </a:solidFill>
              </a:rPr>
              <a:t>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9C2874-AC4B-8C49-0D79-9CD7C86E647E}"/>
              </a:ext>
            </a:extLst>
          </p:cNvPr>
          <p:cNvSpPr txBox="1"/>
          <p:nvPr/>
        </p:nvSpPr>
        <p:spPr>
          <a:xfrm>
            <a:off x="801278" y="5571241"/>
            <a:ext cx="44215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Now check if input ∈ </a:t>
            </a:r>
            <a:r>
              <a:rPr lang="lv-LV" sz="2800" dirty="0">
                <a:solidFill>
                  <a:srgbClr val="0070C0"/>
                </a:solidFill>
              </a:rPr>
              <a:t>{𝑤#𝑤}</a:t>
            </a:r>
            <a:r>
              <a:rPr lang="en-US" sz="2800" dirty="0">
                <a:solidFill>
                  <a:srgbClr val="0070C0"/>
                </a:solidFill>
              </a:rPr>
              <a:t> !</a:t>
            </a:r>
            <a:endParaRPr lang="lv-LV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2051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copy first three symbols to the left of the word, then solve </a:t>
            </a:r>
            <a:r>
              <a:rPr lang="lv-LV" dirty="0"/>
              <a:t>{𝑤#𝑤|𝑤∈{0,1}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/>
              <a:t>Implementation</a:t>
            </a:r>
            <a:r>
              <a:rPr lang="lv-LV" u="sng" dirty="0"/>
              <a:t> </a:t>
            </a:r>
            <a:r>
              <a:rPr lang="lv-LV" u="sng" dirty="0" err="1"/>
              <a:t>description</a:t>
            </a:r>
            <a:r>
              <a:rPr lang="en-US" dirty="0"/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/>
              <a:t>1. move the head rightwards twice;	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2. read and remember a binary digit;	</a:t>
            </a:r>
            <a:r>
              <a:rPr lang="en-US" dirty="0">
                <a:solidFill>
                  <a:schemeClr val="bg1"/>
                </a:solidFill>
              </a:rPr>
              <a:t>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3. reject if it was # or ⎵ instead;	</a:t>
            </a:r>
            <a:r>
              <a:rPr lang="en-US" dirty="0">
                <a:solidFill>
                  <a:schemeClr val="bg1"/>
                </a:solidFill>
              </a:rPr>
              <a:t>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4. move the head leftwards until ⎵;	</a:t>
            </a:r>
            <a:r>
              <a:rPr lang="en-US" dirty="0">
                <a:solidFill>
                  <a:schemeClr val="bg1"/>
                </a:solidFill>
              </a:rPr>
              <a:t>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5. write the digit;	</a:t>
            </a:r>
            <a:r>
              <a:rPr lang="en-US" dirty="0">
                <a:solidFill>
                  <a:schemeClr val="bg1"/>
                </a:solidFill>
              </a:rPr>
              <a:t>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6. repeat steps 1–5 twice</a:t>
            </a:r>
            <a:r>
              <a:rPr lang="ru-RU" dirty="0"/>
              <a:t> </a:t>
            </a:r>
            <a:r>
              <a:rPr lang="en-US" dirty="0"/>
              <a:t>more; 	</a:t>
            </a:r>
            <a:r>
              <a:rPr lang="en-US" dirty="0">
                <a:solidFill>
                  <a:schemeClr val="bg1"/>
                </a:solidFill>
              </a:rPr>
              <a:t>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4864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copy first three symbols to the left of the word, then solve </a:t>
            </a:r>
            <a:r>
              <a:rPr lang="lv-LV" dirty="0"/>
              <a:t>{𝑤#𝑤|𝑤∈{0,1}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/>
              <a:t>Implementation</a:t>
            </a:r>
            <a:r>
              <a:rPr lang="lv-LV" u="sng" dirty="0"/>
              <a:t> </a:t>
            </a:r>
            <a:r>
              <a:rPr lang="lv-LV" u="sng" dirty="0" err="1"/>
              <a:t>description</a:t>
            </a:r>
            <a:r>
              <a:rPr lang="en-US" dirty="0"/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/>
              <a:t>1. move the head rightwards twice;	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2. read and remember a binary digit;	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3. reject if it was # or ⎵ instead;	</a:t>
            </a:r>
            <a:r>
              <a:rPr lang="en-US" dirty="0">
                <a:solidFill>
                  <a:schemeClr val="bg1"/>
                </a:solidFill>
              </a:rPr>
              <a:t>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4. move the head leftwards until ⎵;	</a:t>
            </a:r>
            <a:r>
              <a:rPr lang="en-US" dirty="0">
                <a:solidFill>
                  <a:schemeClr val="bg1"/>
                </a:solidFill>
              </a:rPr>
              <a:t>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5. write the digit;	</a:t>
            </a:r>
            <a:r>
              <a:rPr lang="en-US" dirty="0">
                <a:solidFill>
                  <a:schemeClr val="bg1"/>
                </a:solidFill>
              </a:rPr>
              <a:t>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6. repeat steps 1–5 twice</a:t>
            </a:r>
            <a:r>
              <a:rPr lang="ru-RU" dirty="0"/>
              <a:t> </a:t>
            </a:r>
            <a:r>
              <a:rPr lang="en-US" dirty="0"/>
              <a:t>more; 	</a:t>
            </a:r>
            <a:r>
              <a:rPr lang="en-US" dirty="0">
                <a:solidFill>
                  <a:schemeClr val="bg1"/>
                </a:solidFill>
              </a:rPr>
              <a:t>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7389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copy first three symbols to the left of the word, then solve </a:t>
            </a:r>
            <a:r>
              <a:rPr lang="lv-LV" dirty="0"/>
              <a:t>{𝑤#𝑤|𝑤∈{0,1}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/>
              <a:t>Implementation</a:t>
            </a:r>
            <a:r>
              <a:rPr lang="lv-LV" u="sng" dirty="0"/>
              <a:t> </a:t>
            </a:r>
            <a:r>
              <a:rPr lang="lv-LV" u="sng" dirty="0" err="1"/>
              <a:t>description</a:t>
            </a:r>
            <a:r>
              <a:rPr lang="en-US" dirty="0"/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/>
              <a:t>1. move the head rightwards twice;	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2. read and remember a binary digit;	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3. reject if it was # or ⎵ instead;	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4. move the head leftwards until ⎵;	</a:t>
            </a:r>
            <a:r>
              <a:rPr lang="en-US" dirty="0">
                <a:solidFill>
                  <a:schemeClr val="bg1"/>
                </a:solidFill>
              </a:rPr>
              <a:t>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5. write the digit;	</a:t>
            </a:r>
            <a:r>
              <a:rPr lang="en-US" dirty="0">
                <a:solidFill>
                  <a:schemeClr val="bg1"/>
                </a:solidFill>
              </a:rPr>
              <a:t>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6. repeat steps 1–5 twice</a:t>
            </a:r>
            <a:r>
              <a:rPr lang="ru-RU" dirty="0"/>
              <a:t> </a:t>
            </a:r>
            <a:r>
              <a:rPr lang="en-US" dirty="0"/>
              <a:t>more; 	</a:t>
            </a:r>
            <a:r>
              <a:rPr lang="en-US" dirty="0">
                <a:solidFill>
                  <a:schemeClr val="bg1"/>
                </a:solidFill>
              </a:rPr>
              <a:t>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6212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copy first three symbols to the left of the word, then solve </a:t>
            </a:r>
            <a:r>
              <a:rPr lang="lv-LV" dirty="0"/>
              <a:t>{𝑤#𝑤|𝑤∈{0,1}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/>
              <a:t>Implementation</a:t>
            </a:r>
            <a:r>
              <a:rPr lang="lv-LV" u="sng" dirty="0"/>
              <a:t> </a:t>
            </a:r>
            <a:r>
              <a:rPr lang="lv-LV" u="sng" dirty="0" err="1"/>
              <a:t>description</a:t>
            </a:r>
            <a:r>
              <a:rPr lang="en-US" dirty="0"/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/>
              <a:t>1. move the head rightwards twice;	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2. read and remember a binary digit;	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3. reject if it was # or ⎵ instead;	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4. move the head leftwards until ⎵;	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5. write the digit;	</a:t>
            </a:r>
            <a:r>
              <a:rPr lang="en-US" dirty="0">
                <a:solidFill>
                  <a:schemeClr val="bg1"/>
                </a:solidFill>
              </a:rPr>
              <a:t>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6. repeat steps 1–5 twice</a:t>
            </a:r>
            <a:r>
              <a:rPr lang="ru-RU" dirty="0"/>
              <a:t> </a:t>
            </a:r>
            <a:r>
              <a:rPr lang="en-US" dirty="0"/>
              <a:t>more; 	</a:t>
            </a:r>
            <a:r>
              <a:rPr lang="en-US" dirty="0">
                <a:solidFill>
                  <a:schemeClr val="bg1"/>
                </a:solidFill>
              </a:rPr>
              <a:t>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8208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copy first three symbols to the left of the word, then solve </a:t>
            </a:r>
            <a:r>
              <a:rPr lang="lv-LV" dirty="0"/>
              <a:t>{𝑤#𝑤|𝑤∈{0,1}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/>
              <a:t>Implementation</a:t>
            </a:r>
            <a:r>
              <a:rPr lang="lv-LV" u="sng" dirty="0"/>
              <a:t> </a:t>
            </a:r>
            <a:r>
              <a:rPr lang="lv-LV" u="sng" dirty="0" err="1"/>
              <a:t>description</a:t>
            </a:r>
            <a:r>
              <a:rPr lang="en-US" dirty="0"/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/>
              <a:t>1. move the head rightwards twice;	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2. read and remember a binary digit;	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3. reject if it was # or ⎵ instead;	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4. move the head leftwards until ⎵;	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5. write the digit;	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6. repeat steps 1–5 twice</a:t>
            </a:r>
            <a:r>
              <a:rPr lang="ru-RU" dirty="0"/>
              <a:t> </a:t>
            </a:r>
            <a:r>
              <a:rPr lang="en-US" dirty="0"/>
              <a:t>more; 	</a:t>
            </a:r>
            <a:r>
              <a:rPr lang="en-US" dirty="0">
                <a:solidFill>
                  <a:schemeClr val="bg1"/>
                </a:solidFill>
              </a:rPr>
              <a:t>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0451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copy first three symbols to the left of the word, then solve </a:t>
            </a:r>
            <a:r>
              <a:rPr lang="lv-LV" dirty="0"/>
              <a:t>{𝑤#𝑤|𝑤∈{0,1}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/>
              <a:t>Implementation</a:t>
            </a:r>
            <a:r>
              <a:rPr lang="lv-LV" u="sng" dirty="0"/>
              <a:t> </a:t>
            </a:r>
            <a:r>
              <a:rPr lang="lv-LV" u="sng" dirty="0" err="1"/>
              <a:t>description</a:t>
            </a:r>
            <a:r>
              <a:rPr lang="en-US" dirty="0"/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/>
              <a:t>1. move the head rightwards twice;	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2. read and remember a binary digit;	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3. reject if it was # or ⎵ instead;	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4. move the head leftwards until ⎵;	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5. write the digit;	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6. repeat steps 1–5 twice</a:t>
            </a:r>
            <a:r>
              <a:rPr lang="ru-RU" dirty="0"/>
              <a:t> </a:t>
            </a:r>
            <a:r>
              <a:rPr lang="en-US" dirty="0"/>
              <a:t>more; 	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2158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copy first three symbols to the left of the word, then solve </a:t>
            </a:r>
            <a:r>
              <a:rPr lang="lv-LV" dirty="0"/>
              <a:t>{𝑤#𝑤|𝑤∈{0,1}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/>
              <a:t>Implementation</a:t>
            </a:r>
            <a:r>
              <a:rPr lang="lv-LV" u="sng" dirty="0"/>
              <a:t> </a:t>
            </a:r>
            <a:r>
              <a:rPr lang="lv-LV" u="sng" dirty="0" err="1"/>
              <a:t>description</a:t>
            </a:r>
            <a:r>
              <a:rPr lang="en-US" dirty="0"/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/>
              <a:t>1. move the head rightwards twice;	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2. read and remember a binary digit;	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3. reject if it was # or ⎵ instead;	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4. move the head leftwards until ⎵;	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5. write the digit;	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6. repeat steps 1–5 twice</a:t>
            </a:r>
            <a:r>
              <a:rPr lang="ru-RU" dirty="0"/>
              <a:t> </a:t>
            </a:r>
            <a:r>
              <a:rPr lang="en-US" dirty="0"/>
              <a:t>more; 	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3207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copy first three symbols to the left of the word, then solve </a:t>
            </a:r>
            <a:r>
              <a:rPr lang="lv-LV" dirty="0"/>
              <a:t>{𝑤#𝑤|𝑤∈{0,1}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/>
              <a:t>Implementation</a:t>
            </a:r>
            <a:r>
              <a:rPr lang="lv-LV" u="sng" dirty="0"/>
              <a:t> </a:t>
            </a:r>
            <a:r>
              <a:rPr lang="lv-LV" u="sng" dirty="0" err="1"/>
              <a:t>description</a:t>
            </a:r>
            <a:r>
              <a:rPr lang="en-US" dirty="0"/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/>
              <a:t>1. move the head rightwards twice;	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2. read and remember a binary digit;	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3. reject if it was # or ⎵ instead;	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4. move the head leftwards until ⎵;	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5. write the digit;	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6. repeat steps 1–5 twice</a:t>
            </a:r>
            <a:r>
              <a:rPr lang="ru-RU" dirty="0"/>
              <a:t> </a:t>
            </a:r>
            <a:r>
              <a:rPr lang="en-US" dirty="0"/>
              <a:t>more; 	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6789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copy first three symbols to the left of the word, then solve </a:t>
            </a:r>
            <a:r>
              <a:rPr lang="lv-LV" dirty="0"/>
              <a:t>{𝑤#𝑤|𝑤∈{0,1}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/>
              <a:t>Implementation</a:t>
            </a:r>
            <a:r>
              <a:rPr lang="lv-LV" u="sng" dirty="0"/>
              <a:t> </a:t>
            </a:r>
            <a:r>
              <a:rPr lang="lv-LV" u="sng" dirty="0" err="1"/>
              <a:t>description</a:t>
            </a:r>
            <a:r>
              <a:rPr lang="en-US" dirty="0"/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/>
              <a:t>1. move the head rightwards twice;	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2. read and remember a binary digit;	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3. reject if it was # or ⎵ instead;	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4. move the head leftwards until ⎵;	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5. write the digit;	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6. repeat steps 1–5 twice</a:t>
            </a:r>
            <a:r>
              <a:rPr lang="ru-RU" dirty="0"/>
              <a:t> </a:t>
            </a:r>
            <a:r>
              <a:rPr lang="en-US" dirty="0"/>
              <a:t>more; 	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>
                <a:solidFill>
                  <a:schemeClr val="bg1"/>
                </a:solidFill>
              </a:rPr>
              <a:t>	16. accept on ⎵, reject on 0, 1</a:t>
            </a:r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1587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8"/>
            <a:ext cx="11132597" cy="628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u="sng" dirty="0"/>
              <a:t>H</a:t>
            </a:r>
            <a:r>
              <a:rPr lang="en-US" u="sng" dirty="0" err="1"/>
              <a:t>igh</a:t>
            </a:r>
            <a:r>
              <a:rPr lang="en-US" u="sng" dirty="0"/>
              <a:t>-level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copy first three symbols to the left of the word, then solve </a:t>
            </a:r>
            <a:r>
              <a:rPr lang="lv-LV" dirty="0"/>
              <a:t>{𝑤#𝑤|𝑤∈{0,1}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  <a:tabLst>
                <a:tab pos="5468938" algn="l"/>
              </a:tabLst>
            </a:pPr>
            <a:r>
              <a:rPr lang="lv-LV" u="sng" dirty="0" err="1"/>
              <a:t>Implementation</a:t>
            </a:r>
            <a:r>
              <a:rPr lang="lv-LV" u="sng" dirty="0"/>
              <a:t> </a:t>
            </a:r>
            <a:r>
              <a:rPr lang="lv-LV" u="sng" dirty="0" err="1"/>
              <a:t>description</a:t>
            </a:r>
            <a:r>
              <a:rPr lang="en-US" dirty="0"/>
              <a:t> (for a TM with doubly-infinite tape)</a:t>
            </a:r>
          </a:p>
          <a:p>
            <a:pPr marL="0" indent="0">
              <a:buNone/>
              <a:tabLst>
                <a:tab pos="5468938" algn="l"/>
                <a:tab pos="6010275" algn="l"/>
              </a:tabLst>
            </a:pPr>
            <a:r>
              <a:rPr lang="en-US" dirty="0"/>
              <a:t>1. move the head rightwards twice;	7.	remember a binary digit, 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2. read and remember a binary digit;	8.	move → until # (reject if found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3. reject if it was # or ⎵ instead;	9.	move → until 0 or 1 (reject on ⎵);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4. move the head leftwards until ⎵;	10.	reject if it ≠ the remembered one;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5. write the digit;	11.	write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6. repeat steps 1–5 twice</a:t>
            </a:r>
            <a:r>
              <a:rPr lang="ru-RU" dirty="0"/>
              <a:t> </a:t>
            </a:r>
            <a:r>
              <a:rPr lang="en-US" dirty="0"/>
              <a:t>more; 	12.	move ← until #;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	13.	move ← until x, then → once;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	14.	if there’s 0 or 1, return to step 7;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	15.	move → while there’s x;</a:t>
            </a:r>
          </a:p>
          <a:p>
            <a:pPr marL="0" indent="0" defTabSz="912813">
              <a:lnSpc>
                <a:spcPts val="2800"/>
              </a:lnSpc>
              <a:spcBef>
                <a:spcPts val="0"/>
              </a:spcBef>
              <a:buNone/>
              <a:tabLst>
                <a:tab pos="5468938" algn="l"/>
                <a:tab pos="6010275" algn="l"/>
              </a:tabLst>
            </a:pPr>
            <a:r>
              <a:rPr lang="en-US" dirty="0"/>
              <a:t>	16. accept on ⎵, reject on 0, 1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30980274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29465054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9588118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79981" y="2049703"/>
            <a:ext cx="227411" cy="27677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485358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79981" y="2049703"/>
            <a:ext cx="227411" cy="27677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9535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79981" y="2049703"/>
            <a:ext cx="227411" cy="27677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93647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79981" y="2049703"/>
            <a:ext cx="227411" cy="27677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74C896B6-5445-E16F-6E90-DB0E8C568C8E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B518296-E728-5FD2-4A30-404B8376255E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</p:spTree>
    <p:extLst>
      <p:ext uri="{BB962C8B-B14F-4D97-AF65-F5344CB8AC3E}">
        <p14:creationId xmlns:p14="http://schemas.microsoft.com/office/powerpoint/2010/main" val="535233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79981" y="2049703"/>
            <a:ext cx="227411" cy="27677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74C896B6-5445-E16F-6E90-DB0E8C568C8E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B518296-E728-5FD2-4A30-404B8376255E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9311C1-5B70-9999-CD97-406C404312FC}"/>
              </a:ext>
            </a:extLst>
          </p:cNvPr>
          <p:cNvSpPr txBox="1"/>
          <p:nvPr/>
        </p:nvSpPr>
        <p:spPr>
          <a:xfrm>
            <a:off x="2063269" y="4798594"/>
            <a:ext cx="3564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We’ve just copied the binary digit 𝑧!</a:t>
            </a:r>
          </a:p>
        </p:txBody>
      </p:sp>
    </p:spTree>
    <p:extLst>
      <p:ext uri="{BB962C8B-B14F-4D97-AF65-F5344CB8AC3E}">
        <p14:creationId xmlns:p14="http://schemas.microsoft.com/office/powerpoint/2010/main" val="331557152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79981" y="2049703"/>
            <a:ext cx="227411" cy="27677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74C896B6-5445-E16F-6E90-DB0E8C568C8E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B518296-E728-5FD2-4A30-404B8376255E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9311C1-5B70-9999-CD97-406C404312FC}"/>
              </a:ext>
            </a:extLst>
          </p:cNvPr>
          <p:cNvSpPr txBox="1"/>
          <p:nvPr/>
        </p:nvSpPr>
        <p:spPr>
          <a:xfrm>
            <a:off x="2063269" y="4798594"/>
            <a:ext cx="35643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We’ve just copied the binary digit 𝑧!</a:t>
            </a:r>
          </a:p>
          <a:p>
            <a:r>
              <a:rPr lang="en-US" dirty="0">
                <a:solidFill>
                  <a:srgbClr val="0070C0"/>
                </a:solidFill>
              </a:rPr>
              <a:t>Configuration: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52667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79981" y="2049703"/>
            <a:ext cx="227411" cy="27677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74C896B6-5445-E16F-6E90-DB0E8C568C8E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B518296-E728-5FD2-4A30-404B8376255E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9311C1-5B70-9999-CD97-406C404312FC}"/>
              </a:ext>
            </a:extLst>
          </p:cNvPr>
          <p:cNvSpPr txBox="1"/>
          <p:nvPr/>
        </p:nvSpPr>
        <p:spPr>
          <a:xfrm>
            <a:off x="2063269" y="4798594"/>
            <a:ext cx="4148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We’ve just copied the binary digit 𝑧!</a:t>
            </a:r>
          </a:p>
          <a:p>
            <a:r>
              <a:rPr lang="en-US" dirty="0">
                <a:solidFill>
                  <a:srgbClr val="0070C0"/>
                </a:solidFill>
              </a:rPr>
              <a:t>Configuration: </a:t>
            </a:r>
            <a:r>
              <a:rPr lang="en-US" dirty="0"/>
              <a:t>⎵ ⎵ 𝑧 </a:t>
            </a:r>
            <a:r>
              <a:rPr lang="en-US" i="1" dirty="0"/>
              <a:t>c</a:t>
            </a:r>
            <a:r>
              <a:rPr lang="en-US" dirty="0"/>
              <a:t>₅ 𝑥𝑦𝑧 𝑤 # 𝑥𝑦𝑧 𝑤 ⎵ ⎵</a:t>
            </a:r>
          </a:p>
        </p:txBody>
      </p:sp>
    </p:spTree>
    <p:extLst>
      <p:ext uri="{BB962C8B-B14F-4D97-AF65-F5344CB8AC3E}">
        <p14:creationId xmlns:p14="http://schemas.microsoft.com/office/powerpoint/2010/main" val="6974281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EE00321-E61C-4676-AA92-44ABA70495F1}"/>
              </a:ext>
            </a:extLst>
          </p:cNvPr>
          <p:cNvCxnSpPr>
            <a:cxnSpLocks/>
            <a:endCxn id="145" idx="6"/>
          </p:cNvCxnSpPr>
          <p:nvPr/>
        </p:nvCxnSpPr>
        <p:spPr>
          <a:xfrm flipH="1" flipV="1">
            <a:off x="2504883" y="4375467"/>
            <a:ext cx="980485" cy="59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FDE3105-7CA5-E013-250E-E4742D0444F7}"/>
              </a:ext>
            </a:extLst>
          </p:cNvPr>
          <p:cNvSpPr>
            <a:spLocks noChangeAspect="1"/>
          </p:cNvSpPr>
          <p:nvPr/>
        </p:nvSpPr>
        <p:spPr>
          <a:xfrm>
            <a:off x="1964883" y="410546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₆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447E3E-3CAF-0256-083B-1226F4C81F8D}"/>
              </a:ext>
            </a:extLst>
          </p:cNvPr>
          <p:cNvSpPr txBox="1"/>
          <p:nvPr/>
        </p:nvSpPr>
        <p:spPr>
          <a:xfrm>
            <a:off x="2520357" y="409380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79981" y="2049703"/>
            <a:ext cx="227411" cy="27677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6E5255D-48F6-5ABF-9963-C63F9E39BE16}"/>
              </a:ext>
            </a:extLst>
          </p:cNvPr>
          <p:cNvCxnSpPr>
            <a:cxnSpLocks/>
            <a:endCxn id="167" idx="7"/>
          </p:cNvCxnSpPr>
          <p:nvPr/>
        </p:nvCxnSpPr>
        <p:spPr>
          <a:xfrm flipH="1">
            <a:off x="1531889" y="457078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C5022FC-5139-19AB-C8AC-7C1A8B49A8C3}"/>
              </a:ext>
            </a:extLst>
          </p:cNvPr>
          <p:cNvSpPr txBox="1"/>
          <p:nvPr/>
        </p:nvSpPr>
        <p:spPr>
          <a:xfrm rot="18806060">
            <a:off x="1216721" y="454452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923817D-5088-0691-2D68-2EA1D70A02E7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421071" y="457078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93A43A4-7F5A-CE30-30C9-933DE94A5BA5}"/>
              </a:ext>
            </a:extLst>
          </p:cNvPr>
          <p:cNvSpPr txBox="1"/>
          <p:nvPr/>
        </p:nvSpPr>
        <p:spPr>
          <a:xfrm rot="2657338">
            <a:off x="1978136" y="473456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A7F1B61-B092-490E-99B2-CB4DA45C3EAA}"/>
              </a:ext>
            </a:extLst>
          </p:cNvPr>
          <p:cNvSpPr>
            <a:spLocks noChangeAspect="1"/>
          </p:cNvSpPr>
          <p:nvPr/>
        </p:nvSpPr>
        <p:spPr>
          <a:xfrm>
            <a:off x="2879863" y="502117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E9911A95-9B4F-955D-34C9-5C676B091836}"/>
              </a:ext>
            </a:extLst>
          </p:cNvPr>
          <p:cNvSpPr>
            <a:spLocks/>
          </p:cNvSpPr>
          <p:nvPr/>
        </p:nvSpPr>
        <p:spPr>
          <a:xfrm rot="16200000" flipH="1" flipV="1">
            <a:off x="3405910" y="4759252"/>
            <a:ext cx="540000" cy="1080000"/>
          </a:xfrm>
          <a:prstGeom prst="arc">
            <a:avLst>
              <a:gd name="adj1" fmla="val 7341091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38F746D-622E-E766-BC0C-4D305BD28128}"/>
              </a:ext>
            </a:extLst>
          </p:cNvPr>
          <p:cNvSpPr txBox="1"/>
          <p:nvPr/>
        </p:nvSpPr>
        <p:spPr>
          <a:xfrm>
            <a:off x="3252853" y="516075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670AF2-31BE-5AE4-BD6A-F886FE54C585}"/>
              </a:ext>
            </a:extLst>
          </p:cNvPr>
          <p:cNvCxnSpPr>
            <a:cxnSpLocks/>
            <a:stCxn id="167" idx="5"/>
            <a:endCxn id="174" idx="1"/>
          </p:cNvCxnSpPr>
          <p:nvPr/>
        </p:nvCxnSpPr>
        <p:spPr>
          <a:xfrm>
            <a:off x="1531889" y="5490171"/>
            <a:ext cx="513644" cy="56146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E2D6D11-0958-8E0D-8E29-96EEB3A0B095}"/>
              </a:ext>
            </a:extLst>
          </p:cNvPr>
          <p:cNvCxnSpPr>
            <a:cxnSpLocks/>
            <a:stCxn id="162" idx="3"/>
            <a:endCxn id="174" idx="7"/>
          </p:cNvCxnSpPr>
          <p:nvPr/>
        </p:nvCxnSpPr>
        <p:spPr>
          <a:xfrm flipH="1">
            <a:off x="2427371" y="5482096"/>
            <a:ext cx="531573" cy="56954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AA8C4D48-13B9-8A7A-6240-F3C04D39922F}"/>
              </a:ext>
            </a:extLst>
          </p:cNvPr>
          <p:cNvSpPr>
            <a:spLocks noChangeAspect="1"/>
          </p:cNvSpPr>
          <p:nvPr/>
        </p:nvSpPr>
        <p:spPr>
          <a:xfrm>
            <a:off x="1070970" y="502925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91F091EA-DDD0-D3E7-7699-CA194F810235}"/>
              </a:ext>
            </a:extLst>
          </p:cNvPr>
          <p:cNvSpPr>
            <a:spLocks noChangeAspect="1"/>
          </p:cNvSpPr>
          <p:nvPr/>
        </p:nvSpPr>
        <p:spPr>
          <a:xfrm>
            <a:off x="1966452" y="597255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₈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DBEB2D5-F225-1354-20E9-F77029F88FC8}"/>
              </a:ext>
            </a:extLst>
          </p:cNvPr>
          <p:cNvSpPr>
            <a:spLocks noChangeAspect="1"/>
          </p:cNvSpPr>
          <p:nvPr/>
        </p:nvSpPr>
        <p:spPr>
          <a:xfrm>
            <a:off x="3487287" y="597637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₉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DDA0C7A-E2E6-D51F-B0B5-E9C890547BBC}"/>
              </a:ext>
            </a:extLst>
          </p:cNvPr>
          <p:cNvCxnSpPr>
            <a:cxnSpLocks/>
            <a:stCxn id="174" idx="6"/>
            <a:endCxn id="178" idx="2"/>
          </p:cNvCxnSpPr>
          <p:nvPr/>
        </p:nvCxnSpPr>
        <p:spPr>
          <a:xfrm>
            <a:off x="2506452" y="6242555"/>
            <a:ext cx="980835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65DA7C4C-80DB-B350-9671-002FD66EC280}"/>
              </a:ext>
            </a:extLst>
          </p:cNvPr>
          <p:cNvSpPr txBox="1"/>
          <p:nvPr/>
        </p:nvSpPr>
        <p:spPr>
          <a:xfrm>
            <a:off x="2404947" y="625761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3ECF36-AFD3-25BC-6FC8-79012D34A489}"/>
              </a:ext>
            </a:extLst>
          </p:cNvPr>
          <p:cNvCxnSpPr>
            <a:cxnSpLocks/>
            <a:stCxn id="178" idx="6"/>
            <a:endCxn id="199" idx="2"/>
          </p:cNvCxnSpPr>
          <p:nvPr/>
        </p:nvCxnSpPr>
        <p:spPr>
          <a:xfrm flipV="1">
            <a:off x="4027287" y="6246373"/>
            <a:ext cx="904424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E9E119C-F67C-2FE4-185D-CE5BD1F5C8E5}"/>
              </a:ext>
            </a:extLst>
          </p:cNvPr>
          <p:cNvCxnSpPr>
            <a:cxnSpLocks/>
            <a:stCxn id="178" idx="7"/>
            <a:endCxn id="197" idx="3"/>
          </p:cNvCxnSpPr>
          <p:nvPr/>
        </p:nvCxnSpPr>
        <p:spPr>
          <a:xfrm flipV="1">
            <a:off x="3948206" y="5143942"/>
            <a:ext cx="1065573" cy="91151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74C896B6-5445-E16F-6E90-DB0E8C568C8E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B518296-E728-5FD2-4A30-404B8376255E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9AD0C8D-EE3C-951B-A46A-B02B0F90E126}"/>
              </a:ext>
            </a:extLst>
          </p:cNvPr>
          <p:cNvSpPr txBox="1"/>
          <p:nvPr/>
        </p:nvSpPr>
        <p:spPr>
          <a:xfrm rot="2766598">
            <a:off x="1441727" y="549209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6F4E643E-CC0A-9866-D6BC-FA67E335BDD5}"/>
              </a:ext>
            </a:extLst>
          </p:cNvPr>
          <p:cNvSpPr>
            <a:spLocks noChangeAspect="1"/>
          </p:cNvSpPr>
          <p:nvPr/>
        </p:nvSpPr>
        <p:spPr>
          <a:xfrm>
            <a:off x="4934698" y="468302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₀c₁₀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B9027C87-5E1F-D2F5-26CA-82EFD5AC2545}"/>
              </a:ext>
            </a:extLst>
          </p:cNvPr>
          <p:cNvSpPr>
            <a:spLocks noChangeAspect="1"/>
          </p:cNvSpPr>
          <p:nvPr/>
        </p:nvSpPr>
        <p:spPr>
          <a:xfrm>
            <a:off x="4931711" y="597637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D3D6FB0-DB13-888D-3861-57374EF550F5}"/>
              </a:ext>
            </a:extLst>
          </p:cNvPr>
          <p:cNvGrpSpPr/>
          <p:nvPr/>
        </p:nvGrpSpPr>
        <p:grpSpPr>
          <a:xfrm>
            <a:off x="4661711" y="4257389"/>
            <a:ext cx="1080000" cy="540000"/>
            <a:chOff x="6207712" y="4257391"/>
            <a:chExt cx="1080000" cy="540000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1C34435E-3EF7-E561-F52D-FC5B95A0DA71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BE2083C-0C99-234C-FE18-05B498D7987D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B68323D8-7FD7-C565-2C6A-8E3B68843D94}"/>
              </a:ext>
            </a:extLst>
          </p:cNvPr>
          <p:cNvSpPr txBox="1"/>
          <p:nvPr/>
        </p:nvSpPr>
        <p:spPr>
          <a:xfrm>
            <a:off x="3880086" y="625526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C95F2A-5314-D93E-00D8-8058FB340F2C}"/>
              </a:ext>
            </a:extLst>
          </p:cNvPr>
          <p:cNvSpPr txBox="1"/>
          <p:nvPr/>
        </p:nvSpPr>
        <p:spPr>
          <a:xfrm rot="19200869">
            <a:off x="3770095" y="543453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AD80CC-FDB2-F7A8-90DD-7B15DEBF5E09}"/>
              </a:ext>
            </a:extLst>
          </p:cNvPr>
          <p:cNvGrpSpPr/>
          <p:nvPr/>
        </p:nvGrpSpPr>
        <p:grpSpPr>
          <a:xfrm>
            <a:off x="4662155" y="5559828"/>
            <a:ext cx="1080000" cy="540000"/>
            <a:chOff x="6207712" y="4257391"/>
            <a:chExt cx="1080000" cy="540000"/>
          </a:xfrm>
        </p:grpSpPr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E5292260-6E6B-58AD-2AD5-576830773622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5667A8B-7243-8412-C9BC-499CDBBF7B4C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25" name="Arc 224">
            <a:extLst>
              <a:ext uri="{FF2B5EF4-FFF2-40B4-BE49-F238E27FC236}">
                <a16:creationId xmlns:a16="http://schemas.microsoft.com/office/drawing/2014/main" id="{85604071-A11D-BCF6-C18B-18E8EC20AF22}"/>
              </a:ext>
            </a:extLst>
          </p:cNvPr>
          <p:cNvSpPr>
            <a:spLocks/>
          </p:cNvSpPr>
          <p:nvPr/>
        </p:nvSpPr>
        <p:spPr>
          <a:xfrm rot="5400000" flipV="1">
            <a:off x="532304" y="4751395"/>
            <a:ext cx="540000" cy="1080000"/>
          </a:xfrm>
          <a:prstGeom prst="arc">
            <a:avLst>
              <a:gd name="adj1" fmla="val 7101909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503D32A-C95B-1D6F-1A61-A35D5C49CAAE}"/>
              </a:ext>
            </a:extLst>
          </p:cNvPr>
          <p:cNvSpPr txBox="1"/>
          <p:nvPr/>
        </p:nvSpPr>
        <p:spPr>
          <a:xfrm>
            <a:off x="171297" y="514394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58F0FDB-49C6-1D3E-C8AE-43B4FBB677FB}"/>
              </a:ext>
            </a:extLst>
          </p:cNvPr>
          <p:cNvSpPr txBox="1"/>
          <p:nvPr/>
        </p:nvSpPr>
        <p:spPr>
          <a:xfrm rot="18812380">
            <a:off x="2266111" y="574162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15057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EE00321-E61C-4676-AA92-44ABA70495F1}"/>
              </a:ext>
            </a:extLst>
          </p:cNvPr>
          <p:cNvCxnSpPr>
            <a:cxnSpLocks/>
            <a:endCxn id="145" idx="6"/>
          </p:cNvCxnSpPr>
          <p:nvPr/>
        </p:nvCxnSpPr>
        <p:spPr>
          <a:xfrm flipH="1" flipV="1">
            <a:off x="2504883" y="4375467"/>
            <a:ext cx="980485" cy="59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FDE3105-7CA5-E013-250E-E4742D0444F7}"/>
              </a:ext>
            </a:extLst>
          </p:cNvPr>
          <p:cNvSpPr>
            <a:spLocks noChangeAspect="1"/>
          </p:cNvSpPr>
          <p:nvPr/>
        </p:nvSpPr>
        <p:spPr>
          <a:xfrm>
            <a:off x="1964883" y="410546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₆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447E3E-3CAF-0256-083B-1226F4C81F8D}"/>
              </a:ext>
            </a:extLst>
          </p:cNvPr>
          <p:cNvSpPr txBox="1"/>
          <p:nvPr/>
        </p:nvSpPr>
        <p:spPr>
          <a:xfrm>
            <a:off x="2520357" y="409380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79981" y="2049703"/>
            <a:ext cx="227411" cy="27677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6E5255D-48F6-5ABF-9963-C63F9E39BE16}"/>
              </a:ext>
            </a:extLst>
          </p:cNvPr>
          <p:cNvCxnSpPr>
            <a:cxnSpLocks/>
            <a:endCxn id="167" idx="7"/>
          </p:cNvCxnSpPr>
          <p:nvPr/>
        </p:nvCxnSpPr>
        <p:spPr>
          <a:xfrm flipH="1">
            <a:off x="1531889" y="457078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C5022FC-5139-19AB-C8AC-7C1A8B49A8C3}"/>
              </a:ext>
            </a:extLst>
          </p:cNvPr>
          <p:cNvSpPr txBox="1"/>
          <p:nvPr/>
        </p:nvSpPr>
        <p:spPr>
          <a:xfrm rot="18806060">
            <a:off x="1216721" y="454452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923817D-5088-0691-2D68-2EA1D70A02E7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421071" y="457078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93A43A4-7F5A-CE30-30C9-933DE94A5BA5}"/>
              </a:ext>
            </a:extLst>
          </p:cNvPr>
          <p:cNvSpPr txBox="1"/>
          <p:nvPr/>
        </p:nvSpPr>
        <p:spPr>
          <a:xfrm rot="2657338">
            <a:off x="1978136" y="473456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A7F1B61-B092-490E-99B2-CB4DA45C3EAA}"/>
              </a:ext>
            </a:extLst>
          </p:cNvPr>
          <p:cNvSpPr>
            <a:spLocks noChangeAspect="1"/>
          </p:cNvSpPr>
          <p:nvPr/>
        </p:nvSpPr>
        <p:spPr>
          <a:xfrm>
            <a:off x="2879863" y="502117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E9911A95-9B4F-955D-34C9-5C676B091836}"/>
              </a:ext>
            </a:extLst>
          </p:cNvPr>
          <p:cNvSpPr>
            <a:spLocks/>
          </p:cNvSpPr>
          <p:nvPr/>
        </p:nvSpPr>
        <p:spPr>
          <a:xfrm rot="16200000" flipH="1" flipV="1">
            <a:off x="3405910" y="4759252"/>
            <a:ext cx="540000" cy="1080000"/>
          </a:xfrm>
          <a:prstGeom prst="arc">
            <a:avLst>
              <a:gd name="adj1" fmla="val 7341091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38F746D-622E-E766-BC0C-4D305BD28128}"/>
              </a:ext>
            </a:extLst>
          </p:cNvPr>
          <p:cNvSpPr txBox="1"/>
          <p:nvPr/>
        </p:nvSpPr>
        <p:spPr>
          <a:xfrm>
            <a:off x="3252853" y="516075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670AF2-31BE-5AE4-BD6A-F886FE54C585}"/>
              </a:ext>
            </a:extLst>
          </p:cNvPr>
          <p:cNvCxnSpPr>
            <a:cxnSpLocks/>
            <a:stCxn id="167" idx="5"/>
            <a:endCxn id="174" idx="1"/>
          </p:cNvCxnSpPr>
          <p:nvPr/>
        </p:nvCxnSpPr>
        <p:spPr>
          <a:xfrm>
            <a:off x="1531889" y="5490171"/>
            <a:ext cx="513644" cy="56146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E2D6D11-0958-8E0D-8E29-96EEB3A0B095}"/>
              </a:ext>
            </a:extLst>
          </p:cNvPr>
          <p:cNvCxnSpPr>
            <a:cxnSpLocks/>
            <a:stCxn id="162" idx="3"/>
            <a:endCxn id="174" idx="7"/>
          </p:cNvCxnSpPr>
          <p:nvPr/>
        </p:nvCxnSpPr>
        <p:spPr>
          <a:xfrm flipH="1">
            <a:off x="2427371" y="5482096"/>
            <a:ext cx="531573" cy="56954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AA8C4D48-13B9-8A7A-6240-F3C04D39922F}"/>
              </a:ext>
            </a:extLst>
          </p:cNvPr>
          <p:cNvSpPr>
            <a:spLocks noChangeAspect="1"/>
          </p:cNvSpPr>
          <p:nvPr/>
        </p:nvSpPr>
        <p:spPr>
          <a:xfrm>
            <a:off x="1070970" y="502925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91F091EA-DDD0-D3E7-7699-CA194F810235}"/>
              </a:ext>
            </a:extLst>
          </p:cNvPr>
          <p:cNvSpPr>
            <a:spLocks noChangeAspect="1"/>
          </p:cNvSpPr>
          <p:nvPr/>
        </p:nvSpPr>
        <p:spPr>
          <a:xfrm>
            <a:off x="1966452" y="597255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₈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DBEB2D5-F225-1354-20E9-F77029F88FC8}"/>
              </a:ext>
            </a:extLst>
          </p:cNvPr>
          <p:cNvSpPr>
            <a:spLocks noChangeAspect="1"/>
          </p:cNvSpPr>
          <p:nvPr/>
        </p:nvSpPr>
        <p:spPr>
          <a:xfrm>
            <a:off x="3487287" y="597637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₉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DDA0C7A-E2E6-D51F-B0B5-E9C890547BBC}"/>
              </a:ext>
            </a:extLst>
          </p:cNvPr>
          <p:cNvCxnSpPr>
            <a:cxnSpLocks/>
            <a:stCxn id="174" idx="6"/>
            <a:endCxn id="178" idx="2"/>
          </p:cNvCxnSpPr>
          <p:nvPr/>
        </p:nvCxnSpPr>
        <p:spPr>
          <a:xfrm>
            <a:off x="2506452" y="6242555"/>
            <a:ext cx="980835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65DA7C4C-80DB-B350-9671-002FD66EC280}"/>
              </a:ext>
            </a:extLst>
          </p:cNvPr>
          <p:cNvSpPr txBox="1"/>
          <p:nvPr/>
        </p:nvSpPr>
        <p:spPr>
          <a:xfrm>
            <a:off x="2404947" y="625761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3ECF36-AFD3-25BC-6FC8-79012D34A489}"/>
              </a:ext>
            </a:extLst>
          </p:cNvPr>
          <p:cNvCxnSpPr>
            <a:cxnSpLocks/>
            <a:stCxn id="178" idx="6"/>
            <a:endCxn id="199" idx="2"/>
          </p:cNvCxnSpPr>
          <p:nvPr/>
        </p:nvCxnSpPr>
        <p:spPr>
          <a:xfrm flipV="1">
            <a:off x="4027287" y="6246373"/>
            <a:ext cx="904424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E9E119C-F67C-2FE4-185D-CE5BD1F5C8E5}"/>
              </a:ext>
            </a:extLst>
          </p:cNvPr>
          <p:cNvCxnSpPr>
            <a:cxnSpLocks/>
            <a:stCxn id="178" idx="7"/>
            <a:endCxn id="197" idx="3"/>
          </p:cNvCxnSpPr>
          <p:nvPr/>
        </p:nvCxnSpPr>
        <p:spPr>
          <a:xfrm flipV="1">
            <a:off x="3948206" y="5143942"/>
            <a:ext cx="1065573" cy="91151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74C896B6-5445-E16F-6E90-DB0E8C568C8E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B518296-E728-5FD2-4A30-404B8376255E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9AD0C8D-EE3C-951B-A46A-B02B0F90E126}"/>
              </a:ext>
            </a:extLst>
          </p:cNvPr>
          <p:cNvSpPr txBox="1"/>
          <p:nvPr/>
        </p:nvSpPr>
        <p:spPr>
          <a:xfrm rot="2766598">
            <a:off x="1441727" y="549209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6F4E643E-CC0A-9866-D6BC-FA67E335BDD5}"/>
              </a:ext>
            </a:extLst>
          </p:cNvPr>
          <p:cNvSpPr>
            <a:spLocks noChangeAspect="1"/>
          </p:cNvSpPr>
          <p:nvPr/>
        </p:nvSpPr>
        <p:spPr>
          <a:xfrm>
            <a:off x="4934698" y="468302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₀c₁₀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B9027C87-5E1F-D2F5-26CA-82EFD5AC2545}"/>
              </a:ext>
            </a:extLst>
          </p:cNvPr>
          <p:cNvSpPr>
            <a:spLocks noChangeAspect="1"/>
          </p:cNvSpPr>
          <p:nvPr/>
        </p:nvSpPr>
        <p:spPr>
          <a:xfrm>
            <a:off x="4931711" y="597637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D3D6FB0-DB13-888D-3861-57374EF550F5}"/>
              </a:ext>
            </a:extLst>
          </p:cNvPr>
          <p:cNvGrpSpPr/>
          <p:nvPr/>
        </p:nvGrpSpPr>
        <p:grpSpPr>
          <a:xfrm>
            <a:off x="4661711" y="4257389"/>
            <a:ext cx="1080000" cy="540000"/>
            <a:chOff x="6207712" y="4257391"/>
            <a:chExt cx="1080000" cy="540000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1C34435E-3EF7-E561-F52D-FC5B95A0DA71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BE2083C-0C99-234C-FE18-05B498D7987D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B68323D8-7FD7-C565-2C6A-8E3B68843D94}"/>
              </a:ext>
            </a:extLst>
          </p:cNvPr>
          <p:cNvSpPr txBox="1"/>
          <p:nvPr/>
        </p:nvSpPr>
        <p:spPr>
          <a:xfrm>
            <a:off x="3880086" y="625526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C95F2A-5314-D93E-00D8-8058FB340F2C}"/>
              </a:ext>
            </a:extLst>
          </p:cNvPr>
          <p:cNvSpPr txBox="1"/>
          <p:nvPr/>
        </p:nvSpPr>
        <p:spPr>
          <a:xfrm rot="19200869">
            <a:off x="3770095" y="543453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AD80CC-FDB2-F7A8-90DD-7B15DEBF5E09}"/>
              </a:ext>
            </a:extLst>
          </p:cNvPr>
          <p:cNvGrpSpPr/>
          <p:nvPr/>
        </p:nvGrpSpPr>
        <p:grpSpPr>
          <a:xfrm>
            <a:off x="4662155" y="5559828"/>
            <a:ext cx="1080000" cy="540000"/>
            <a:chOff x="6207712" y="4257391"/>
            <a:chExt cx="1080000" cy="540000"/>
          </a:xfrm>
        </p:grpSpPr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E5292260-6E6B-58AD-2AD5-576830773622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5667A8B-7243-8412-C9BC-499CDBBF7B4C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25" name="Arc 224">
            <a:extLst>
              <a:ext uri="{FF2B5EF4-FFF2-40B4-BE49-F238E27FC236}">
                <a16:creationId xmlns:a16="http://schemas.microsoft.com/office/drawing/2014/main" id="{85604071-A11D-BCF6-C18B-18E8EC20AF22}"/>
              </a:ext>
            </a:extLst>
          </p:cNvPr>
          <p:cNvSpPr>
            <a:spLocks/>
          </p:cNvSpPr>
          <p:nvPr/>
        </p:nvSpPr>
        <p:spPr>
          <a:xfrm rot="5400000" flipV="1">
            <a:off x="532304" y="4751395"/>
            <a:ext cx="540000" cy="1080000"/>
          </a:xfrm>
          <a:prstGeom prst="arc">
            <a:avLst>
              <a:gd name="adj1" fmla="val 7101909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503D32A-C95B-1D6F-1A61-A35D5C49CAAE}"/>
              </a:ext>
            </a:extLst>
          </p:cNvPr>
          <p:cNvSpPr txBox="1"/>
          <p:nvPr/>
        </p:nvSpPr>
        <p:spPr>
          <a:xfrm>
            <a:off x="171297" y="514394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58F0FDB-49C6-1D3E-C8AE-43B4FBB677FB}"/>
              </a:ext>
            </a:extLst>
          </p:cNvPr>
          <p:cNvSpPr txBox="1"/>
          <p:nvPr/>
        </p:nvSpPr>
        <p:spPr>
          <a:xfrm rot="18812380">
            <a:off x="2266111" y="574162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2C237-F9D4-6235-9CBD-24BE45409941}"/>
              </a:ext>
            </a:extLst>
          </p:cNvPr>
          <p:cNvSpPr txBox="1"/>
          <p:nvPr/>
        </p:nvSpPr>
        <p:spPr>
          <a:xfrm>
            <a:off x="5978879" y="5499663"/>
            <a:ext cx="2988319" cy="120032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We have:</a:t>
            </a:r>
          </a:p>
          <a:p>
            <a:r>
              <a:rPr lang="en-US" dirty="0"/>
              <a:t>copied 𝑦𝑧 &amp; remembered 𝑥</a:t>
            </a:r>
          </a:p>
          <a:p>
            <a:r>
              <a:rPr lang="en-US" dirty="0">
                <a:solidFill>
                  <a:srgbClr val="0070C0"/>
                </a:solidFill>
              </a:rPr>
              <a:t>Configuration:</a:t>
            </a:r>
          </a:p>
          <a:p>
            <a:r>
              <a:rPr lang="en-US" dirty="0"/>
              <a:t> ⎵ </a:t>
            </a:r>
            <a:r>
              <a:rPr lang="en-US" baseline="-25000" dirty="0"/>
              <a:t>𝑥</a:t>
            </a:r>
            <a:r>
              <a:rPr lang="en-US" i="1" dirty="0"/>
              <a:t>c</a:t>
            </a:r>
            <a:r>
              <a:rPr lang="en-US" dirty="0"/>
              <a:t>₁₀ ⎵ 𝑦𝑧 𝑥𝑦𝑧 𝑤 # 𝑥𝑦𝑧 𝑤 ⎵</a:t>
            </a:r>
          </a:p>
        </p:txBody>
      </p:sp>
    </p:spTree>
    <p:extLst>
      <p:ext uri="{BB962C8B-B14F-4D97-AF65-F5344CB8AC3E}">
        <p14:creationId xmlns:p14="http://schemas.microsoft.com/office/powerpoint/2010/main" val="327134987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EE00321-E61C-4676-AA92-44ABA70495F1}"/>
              </a:ext>
            </a:extLst>
          </p:cNvPr>
          <p:cNvCxnSpPr>
            <a:cxnSpLocks/>
            <a:endCxn id="145" idx="6"/>
          </p:cNvCxnSpPr>
          <p:nvPr/>
        </p:nvCxnSpPr>
        <p:spPr>
          <a:xfrm flipH="1" flipV="1">
            <a:off x="2504883" y="4375467"/>
            <a:ext cx="980485" cy="59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FDE3105-7CA5-E013-250E-E4742D0444F7}"/>
              </a:ext>
            </a:extLst>
          </p:cNvPr>
          <p:cNvSpPr>
            <a:spLocks noChangeAspect="1"/>
          </p:cNvSpPr>
          <p:nvPr/>
        </p:nvSpPr>
        <p:spPr>
          <a:xfrm>
            <a:off x="1964883" y="410546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₆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447E3E-3CAF-0256-083B-1226F4C81F8D}"/>
              </a:ext>
            </a:extLst>
          </p:cNvPr>
          <p:cNvSpPr txBox="1"/>
          <p:nvPr/>
        </p:nvSpPr>
        <p:spPr>
          <a:xfrm>
            <a:off x="2520357" y="409380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79981" y="2049703"/>
            <a:ext cx="227411" cy="27677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6E5255D-48F6-5ABF-9963-C63F9E39BE16}"/>
              </a:ext>
            </a:extLst>
          </p:cNvPr>
          <p:cNvCxnSpPr>
            <a:cxnSpLocks/>
            <a:endCxn id="167" idx="7"/>
          </p:cNvCxnSpPr>
          <p:nvPr/>
        </p:nvCxnSpPr>
        <p:spPr>
          <a:xfrm flipH="1">
            <a:off x="1531889" y="457078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C5022FC-5139-19AB-C8AC-7C1A8B49A8C3}"/>
              </a:ext>
            </a:extLst>
          </p:cNvPr>
          <p:cNvSpPr txBox="1"/>
          <p:nvPr/>
        </p:nvSpPr>
        <p:spPr>
          <a:xfrm rot="18806060">
            <a:off x="1216721" y="454452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923817D-5088-0691-2D68-2EA1D70A02E7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421071" y="457078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93A43A4-7F5A-CE30-30C9-933DE94A5BA5}"/>
              </a:ext>
            </a:extLst>
          </p:cNvPr>
          <p:cNvSpPr txBox="1"/>
          <p:nvPr/>
        </p:nvSpPr>
        <p:spPr>
          <a:xfrm rot="2657338">
            <a:off x="1978136" y="473456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A7F1B61-B092-490E-99B2-CB4DA45C3EAA}"/>
              </a:ext>
            </a:extLst>
          </p:cNvPr>
          <p:cNvSpPr>
            <a:spLocks noChangeAspect="1"/>
          </p:cNvSpPr>
          <p:nvPr/>
        </p:nvSpPr>
        <p:spPr>
          <a:xfrm>
            <a:off x="2879863" y="502117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E9911A95-9B4F-955D-34C9-5C676B091836}"/>
              </a:ext>
            </a:extLst>
          </p:cNvPr>
          <p:cNvSpPr>
            <a:spLocks/>
          </p:cNvSpPr>
          <p:nvPr/>
        </p:nvSpPr>
        <p:spPr>
          <a:xfrm rot="16200000" flipH="1" flipV="1">
            <a:off x="3405910" y="4759252"/>
            <a:ext cx="540000" cy="1080000"/>
          </a:xfrm>
          <a:prstGeom prst="arc">
            <a:avLst>
              <a:gd name="adj1" fmla="val 7341091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38F746D-622E-E766-BC0C-4D305BD28128}"/>
              </a:ext>
            </a:extLst>
          </p:cNvPr>
          <p:cNvSpPr txBox="1"/>
          <p:nvPr/>
        </p:nvSpPr>
        <p:spPr>
          <a:xfrm>
            <a:off x="3252853" y="516075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670AF2-31BE-5AE4-BD6A-F886FE54C585}"/>
              </a:ext>
            </a:extLst>
          </p:cNvPr>
          <p:cNvCxnSpPr>
            <a:cxnSpLocks/>
            <a:stCxn id="167" idx="5"/>
            <a:endCxn id="174" idx="1"/>
          </p:cNvCxnSpPr>
          <p:nvPr/>
        </p:nvCxnSpPr>
        <p:spPr>
          <a:xfrm>
            <a:off x="1531889" y="5490171"/>
            <a:ext cx="513644" cy="56146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E2D6D11-0958-8E0D-8E29-96EEB3A0B095}"/>
              </a:ext>
            </a:extLst>
          </p:cNvPr>
          <p:cNvCxnSpPr>
            <a:cxnSpLocks/>
            <a:stCxn id="162" idx="3"/>
            <a:endCxn id="174" idx="7"/>
          </p:cNvCxnSpPr>
          <p:nvPr/>
        </p:nvCxnSpPr>
        <p:spPr>
          <a:xfrm flipH="1">
            <a:off x="2427371" y="5482096"/>
            <a:ext cx="531573" cy="56954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AA8C4D48-13B9-8A7A-6240-F3C04D39922F}"/>
              </a:ext>
            </a:extLst>
          </p:cNvPr>
          <p:cNvSpPr>
            <a:spLocks noChangeAspect="1"/>
          </p:cNvSpPr>
          <p:nvPr/>
        </p:nvSpPr>
        <p:spPr>
          <a:xfrm>
            <a:off x="1070970" y="502925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91F091EA-DDD0-D3E7-7699-CA194F810235}"/>
              </a:ext>
            </a:extLst>
          </p:cNvPr>
          <p:cNvSpPr>
            <a:spLocks noChangeAspect="1"/>
          </p:cNvSpPr>
          <p:nvPr/>
        </p:nvSpPr>
        <p:spPr>
          <a:xfrm>
            <a:off x="1966452" y="597255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₈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DBEB2D5-F225-1354-20E9-F77029F88FC8}"/>
              </a:ext>
            </a:extLst>
          </p:cNvPr>
          <p:cNvSpPr>
            <a:spLocks noChangeAspect="1"/>
          </p:cNvSpPr>
          <p:nvPr/>
        </p:nvSpPr>
        <p:spPr>
          <a:xfrm>
            <a:off x="3487287" y="597637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₉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DDA0C7A-E2E6-D51F-B0B5-E9C890547BBC}"/>
              </a:ext>
            </a:extLst>
          </p:cNvPr>
          <p:cNvCxnSpPr>
            <a:cxnSpLocks/>
            <a:stCxn id="174" idx="6"/>
            <a:endCxn id="178" idx="2"/>
          </p:cNvCxnSpPr>
          <p:nvPr/>
        </p:nvCxnSpPr>
        <p:spPr>
          <a:xfrm>
            <a:off x="2506452" y="6242555"/>
            <a:ext cx="980835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65DA7C4C-80DB-B350-9671-002FD66EC280}"/>
              </a:ext>
            </a:extLst>
          </p:cNvPr>
          <p:cNvSpPr txBox="1"/>
          <p:nvPr/>
        </p:nvSpPr>
        <p:spPr>
          <a:xfrm>
            <a:off x="2404947" y="625761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3ECF36-AFD3-25BC-6FC8-79012D34A489}"/>
              </a:ext>
            </a:extLst>
          </p:cNvPr>
          <p:cNvCxnSpPr>
            <a:cxnSpLocks/>
            <a:stCxn id="178" idx="6"/>
            <a:endCxn id="199" idx="2"/>
          </p:cNvCxnSpPr>
          <p:nvPr/>
        </p:nvCxnSpPr>
        <p:spPr>
          <a:xfrm flipV="1">
            <a:off x="4027287" y="6246373"/>
            <a:ext cx="904424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E9E119C-F67C-2FE4-185D-CE5BD1F5C8E5}"/>
              </a:ext>
            </a:extLst>
          </p:cNvPr>
          <p:cNvCxnSpPr>
            <a:cxnSpLocks/>
            <a:stCxn id="178" idx="7"/>
            <a:endCxn id="197" idx="3"/>
          </p:cNvCxnSpPr>
          <p:nvPr/>
        </p:nvCxnSpPr>
        <p:spPr>
          <a:xfrm flipV="1">
            <a:off x="3948206" y="5143942"/>
            <a:ext cx="1065573" cy="91151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74C896B6-5445-E16F-6E90-DB0E8C568C8E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B518296-E728-5FD2-4A30-404B8376255E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9AD0C8D-EE3C-951B-A46A-B02B0F90E126}"/>
              </a:ext>
            </a:extLst>
          </p:cNvPr>
          <p:cNvSpPr txBox="1"/>
          <p:nvPr/>
        </p:nvSpPr>
        <p:spPr>
          <a:xfrm rot="2766598">
            <a:off x="1441727" y="549209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6F4E643E-CC0A-9866-D6BC-FA67E335BDD5}"/>
              </a:ext>
            </a:extLst>
          </p:cNvPr>
          <p:cNvSpPr>
            <a:spLocks noChangeAspect="1"/>
          </p:cNvSpPr>
          <p:nvPr/>
        </p:nvSpPr>
        <p:spPr>
          <a:xfrm>
            <a:off x="4934698" y="468302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₀c₁₀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B9027C87-5E1F-D2F5-26CA-82EFD5AC2545}"/>
              </a:ext>
            </a:extLst>
          </p:cNvPr>
          <p:cNvSpPr>
            <a:spLocks noChangeAspect="1"/>
          </p:cNvSpPr>
          <p:nvPr/>
        </p:nvSpPr>
        <p:spPr>
          <a:xfrm>
            <a:off x="4931711" y="597637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D3D6FB0-DB13-888D-3861-57374EF550F5}"/>
              </a:ext>
            </a:extLst>
          </p:cNvPr>
          <p:cNvGrpSpPr/>
          <p:nvPr/>
        </p:nvGrpSpPr>
        <p:grpSpPr>
          <a:xfrm>
            <a:off x="4661711" y="4257389"/>
            <a:ext cx="1080000" cy="540000"/>
            <a:chOff x="6207712" y="4257391"/>
            <a:chExt cx="1080000" cy="540000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1C34435E-3EF7-E561-F52D-FC5B95A0DA71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BE2083C-0C99-234C-FE18-05B498D7987D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B68323D8-7FD7-C565-2C6A-8E3B68843D94}"/>
              </a:ext>
            </a:extLst>
          </p:cNvPr>
          <p:cNvSpPr txBox="1"/>
          <p:nvPr/>
        </p:nvSpPr>
        <p:spPr>
          <a:xfrm>
            <a:off x="3880086" y="625526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C95F2A-5314-D93E-00D8-8058FB340F2C}"/>
              </a:ext>
            </a:extLst>
          </p:cNvPr>
          <p:cNvSpPr txBox="1"/>
          <p:nvPr/>
        </p:nvSpPr>
        <p:spPr>
          <a:xfrm rot="19200869">
            <a:off x="3770095" y="543453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AD80CC-FDB2-F7A8-90DD-7B15DEBF5E09}"/>
              </a:ext>
            </a:extLst>
          </p:cNvPr>
          <p:cNvGrpSpPr/>
          <p:nvPr/>
        </p:nvGrpSpPr>
        <p:grpSpPr>
          <a:xfrm>
            <a:off x="4662155" y="5559828"/>
            <a:ext cx="1080000" cy="540000"/>
            <a:chOff x="6207712" y="4257391"/>
            <a:chExt cx="1080000" cy="540000"/>
          </a:xfrm>
        </p:grpSpPr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E5292260-6E6B-58AD-2AD5-576830773622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5667A8B-7243-8412-C9BC-499CDBBF7B4C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873146BF-21A0-BD51-AE8F-299C98575B33}"/>
              </a:ext>
            </a:extLst>
          </p:cNvPr>
          <p:cNvCxnSpPr>
            <a:cxnSpLocks/>
            <a:stCxn id="199" idx="6"/>
          </p:cNvCxnSpPr>
          <p:nvPr/>
        </p:nvCxnSpPr>
        <p:spPr>
          <a:xfrm flipV="1">
            <a:off x="5471711" y="2779544"/>
            <a:ext cx="3829073" cy="3466829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D40534C9-3EB2-A7AB-D0C7-2C0F6D9B98DB}"/>
              </a:ext>
            </a:extLst>
          </p:cNvPr>
          <p:cNvCxnSpPr>
            <a:cxnSpLocks/>
            <a:stCxn id="197" idx="6"/>
          </p:cNvCxnSpPr>
          <p:nvPr/>
        </p:nvCxnSpPr>
        <p:spPr>
          <a:xfrm flipV="1">
            <a:off x="5474698" y="2599138"/>
            <a:ext cx="3714372" cy="2353885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91E1212E-5EFD-D8FD-C35D-83930EF929F3}"/>
              </a:ext>
            </a:extLst>
          </p:cNvPr>
          <p:cNvSpPr txBox="1"/>
          <p:nvPr/>
        </p:nvSpPr>
        <p:spPr>
          <a:xfrm rot="19065723">
            <a:off x="5735777" y="560930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⎵→1,N</a:t>
            </a:r>
          </a:p>
        </p:txBody>
      </p:sp>
      <p:sp>
        <p:nvSpPr>
          <p:cNvPr id="225" name="Arc 224">
            <a:extLst>
              <a:ext uri="{FF2B5EF4-FFF2-40B4-BE49-F238E27FC236}">
                <a16:creationId xmlns:a16="http://schemas.microsoft.com/office/drawing/2014/main" id="{85604071-A11D-BCF6-C18B-18E8EC20AF22}"/>
              </a:ext>
            </a:extLst>
          </p:cNvPr>
          <p:cNvSpPr>
            <a:spLocks/>
          </p:cNvSpPr>
          <p:nvPr/>
        </p:nvSpPr>
        <p:spPr>
          <a:xfrm rot="5400000" flipV="1">
            <a:off x="532304" y="4751395"/>
            <a:ext cx="540000" cy="1080000"/>
          </a:xfrm>
          <a:prstGeom prst="arc">
            <a:avLst>
              <a:gd name="adj1" fmla="val 7101909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503D32A-C95B-1D6F-1A61-A35D5C49CAAE}"/>
              </a:ext>
            </a:extLst>
          </p:cNvPr>
          <p:cNvSpPr txBox="1"/>
          <p:nvPr/>
        </p:nvSpPr>
        <p:spPr>
          <a:xfrm>
            <a:off x="171297" y="514394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58F0FDB-49C6-1D3E-C8AE-43B4FBB677FB}"/>
              </a:ext>
            </a:extLst>
          </p:cNvPr>
          <p:cNvSpPr txBox="1"/>
          <p:nvPr/>
        </p:nvSpPr>
        <p:spPr>
          <a:xfrm rot="18812380">
            <a:off x="2266111" y="574162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496B781-1429-974A-C40B-6BF3B28B7EE4}"/>
              </a:ext>
            </a:extLst>
          </p:cNvPr>
          <p:cNvSpPr txBox="1"/>
          <p:nvPr/>
        </p:nvSpPr>
        <p:spPr>
          <a:xfrm rot="19714397">
            <a:off x="5672895" y="4135823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⎵→0,N</a:t>
            </a:r>
          </a:p>
        </p:txBody>
      </p:sp>
    </p:spTree>
    <p:extLst>
      <p:ext uri="{BB962C8B-B14F-4D97-AF65-F5344CB8AC3E}">
        <p14:creationId xmlns:p14="http://schemas.microsoft.com/office/powerpoint/2010/main" val="82504591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doubly-infinite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EE00321-E61C-4676-AA92-44ABA70495F1}"/>
              </a:ext>
            </a:extLst>
          </p:cNvPr>
          <p:cNvCxnSpPr>
            <a:cxnSpLocks/>
            <a:endCxn id="145" idx="6"/>
          </p:cNvCxnSpPr>
          <p:nvPr/>
        </p:nvCxnSpPr>
        <p:spPr>
          <a:xfrm flipH="1" flipV="1">
            <a:off x="2504883" y="4375467"/>
            <a:ext cx="980485" cy="59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FDE3105-7CA5-E013-250E-E4742D0444F7}"/>
              </a:ext>
            </a:extLst>
          </p:cNvPr>
          <p:cNvSpPr>
            <a:spLocks noChangeAspect="1"/>
          </p:cNvSpPr>
          <p:nvPr/>
        </p:nvSpPr>
        <p:spPr>
          <a:xfrm>
            <a:off x="1964883" y="410546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₆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447E3E-3CAF-0256-083B-1226F4C81F8D}"/>
              </a:ext>
            </a:extLst>
          </p:cNvPr>
          <p:cNvSpPr txBox="1"/>
          <p:nvPr/>
        </p:nvSpPr>
        <p:spPr>
          <a:xfrm>
            <a:off x="2520357" y="409380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79981" y="2049703"/>
            <a:ext cx="227411" cy="27677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6E5255D-48F6-5ABF-9963-C63F9E39BE16}"/>
              </a:ext>
            </a:extLst>
          </p:cNvPr>
          <p:cNvCxnSpPr>
            <a:cxnSpLocks/>
            <a:endCxn id="167" idx="7"/>
          </p:cNvCxnSpPr>
          <p:nvPr/>
        </p:nvCxnSpPr>
        <p:spPr>
          <a:xfrm flipH="1">
            <a:off x="1531889" y="457078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C5022FC-5139-19AB-C8AC-7C1A8B49A8C3}"/>
              </a:ext>
            </a:extLst>
          </p:cNvPr>
          <p:cNvSpPr txBox="1"/>
          <p:nvPr/>
        </p:nvSpPr>
        <p:spPr>
          <a:xfrm rot="18806060">
            <a:off x="1216721" y="454452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923817D-5088-0691-2D68-2EA1D70A02E7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421071" y="457078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93A43A4-7F5A-CE30-30C9-933DE94A5BA5}"/>
              </a:ext>
            </a:extLst>
          </p:cNvPr>
          <p:cNvSpPr txBox="1"/>
          <p:nvPr/>
        </p:nvSpPr>
        <p:spPr>
          <a:xfrm rot="2657338">
            <a:off x="1978136" y="473456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A7F1B61-B092-490E-99B2-CB4DA45C3EAA}"/>
              </a:ext>
            </a:extLst>
          </p:cNvPr>
          <p:cNvSpPr>
            <a:spLocks noChangeAspect="1"/>
          </p:cNvSpPr>
          <p:nvPr/>
        </p:nvSpPr>
        <p:spPr>
          <a:xfrm>
            <a:off x="2879863" y="502117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E9911A95-9B4F-955D-34C9-5C676B091836}"/>
              </a:ext>
            </a:extLst>
          </p:cNvPr>
          <p:cNvSpPr>
            <a:spLocks/>
          </p:cNvSpPr>
          <p:nvPr/>
        </p:nvSpPr>
        <p:spPr>
          <a:xfrm rot="16200000" flipH="1" flipV="1">
            <a:off x="3405910" y="4759252"/>
            <a:ext cx="540000" cy="1080000"/>
          </a:xfrm>
          <a:prstGeom prst="arc">
            <a:avLst>
              <a:gd name="adj1" fmla="val 7341091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38F746D-622E-E766-BC0C-4D305BD28128}"/>
              </a:ext>
            </a:extLst>
          </p:cNvPr>
          <p:cNvSpPr txBox="1"/>
          <p:nvPr/>
        </p:nvSpPr>
        <p:spPr>
          <a:xfrm>
            <a:off x="3252853" y="516075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670AF2-31BE-5AE4-BD6A-F886FE54C585}"/>
              </a:ext>
            </a:extLst>
          </p:cNvPr>
          <p:cNvCxnSpPr>
            <a:cxnSpLocks/>
            <a:stCxn id="167" idx="5"/>
            <a:endCxn id="174" idx="1"/>
          </p:cNvCxnSpPr>
          <p:nvPr/>
        </p:nvCxnSpPr>
        <p:spPr>
          <a:xfrm>
            <a:off x="1531889" y="5490171"/>
            <a:ext cx="513644" cy="56146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E2D6D11-0958-8E0D-8E29-96EEB3A0B095}"/>
              </a:ext>
            </a:extLst>
          </p:cNvPr>
          <p:cNvCxnSpPr>
            <a:cxnSpLocks/>
            <a:stCxn id="162" idx="3"/>
            <a:endCxn id="174" idx="7"/>
          </p:cNvCxnSpPr>
          <p:nvPr/>
        </p:nvCxnSpPr>
        <p:spPr>
          <a:xfrm flipH="1">
            <a:off x="2427371" y="5482096"/>
            <a:ext cx="531573" cy="56954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AA8C4D48-13B9-8A7A-6240-F3C04D39922F}"/>
              </a:ext>
            </a:extLst>
          </p:cNvPr>
          <p:cNvSpPr>
            <a:spLocks noChangeAspect="1"/>
          </p:cNvSpPr>
          <p:nvPr/>
        </p:nvSpPr>
        <p:spPr>
          <a:xfrm>
            <a:off x="1070970" y="502925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91F091EA-DDD0-D3E7-7699-CA194F810235}"/>
              </a:ext>
            </a:extLst>
          </p:cNvPr>
          <p:cNvSpPr>
            <a:spLocks noChangeAspect="1"/>
          </p:cNvSpPr>
          <p:nvPr/>
        </p:nvSpPr>
        <p:spPr>
          <a:xfrm>
            <a:off x="1966452" y="597255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₈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DBEB2D5-F225-1354-20E9-F77029F88FC8}"/>
              </a:ext>
            </a:extLst>
          </p:cNvPr>
          <p:cNvSpPr>
            <a:spLocks noChangeAspect="1"/>
          </p:cNvSpPr>
          <p:nvPr/>
        </p:nvSpPr>
        <p:spPr>
          <a:xfrm>
            <a:off x="3487287" y="597637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₉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DDA0C7A-E2E6-D51F-B0B5-E9C890547BBC}"/>
              </a:ext>
            </a:extLst>
          </p:cNvPr>
          <p:cNvCxnSpPr>
            <a:cxnSpLocks/>
            <a:stCxn id="174" idx="6"/>
            <a:endCxn id="178" idx="2"/>
          </p:cNvCxnSpPr>
          <p:nvPr/>
        </p:nvCxnSpPr>
        <p:spPr>
          <a:xfrm>
            <a:off x="2506452" y="6242555"/>
            <a:ext cx="980835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65DA7C4C-80DB-B350-9671-002FD66EC280}"/>
              </a:ext>
            </a:extLst>
          </p:cNvPr>
          <p:cNvSpPr txBox="1"/>
          <p:nvPr/>
        </p:nvSpPr>
        <p:spPr>
          <a:xfrm>
            <a:off x="2404947" y="625761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3ECF36-AFD3-25BC-6FC8-79012D34A489}"/>
              </a:ext>
            </a:extLst>
          </p:cNvPr>
          <p:cNvCxnSpPr>
            <a:cxnSpLocks/>
            <a:stCxn id="178" idx="6"/>
            <a:endCxn id="199" idx="2"/>
          </p:cNvCxnSpPr>
          <p:nvPr/>
        </p:nvCxnSpPr>
        <p:spPr>
          <a:xfrm flipV="1">
            <a:off x="4027287" y="6246373"/>
            <a:ext cx="904424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E9E119C-F67C-2FE4-185D-CE5BD1F5C8E5}"/>
              </a:ext>
            </a:extLst>
          </p:cNvPr>
          <p:cNvCxnSpPr>
            <a:cxnSpLocks/>
            <a:stCxn id="178" idx="7"/>
            <a:endCxn id="197" idx="3"/>
          </p:cNvCxnSpPr>
          <p:nvPr/>
        </p:nvCxnSpPr>
        <p:spPr>
          <a:xfrm flipV="1">
            <a:off x="3948206" y="5143942"/>
            <a:ext cx="1065573" cy="91151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74C896B6-5445-E16F-6E90-DB0E8C568C8E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B518296-E728-5FD2-4A30-404B8376255E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9AD0C8D-EE3C-951B-A46A-B02B0F90E126}"/>
              </a:ext>
            </a:extLst>
          </p:cNvPr>
          <p:cNvSpPr txBox="1"/>
          <p:nvPr/>
        </p:nvSpPr>
        <p:spPr>
          <a:xfrm rot="2766598">
            <a:off x="1441727" y="549209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D3D6FB0-DB13-888D-3861-57374EF550F5}"/>
              </a:ext>
            </a:extLst>
          </p:cNvPr>
          <p:cNvGrpSpPr/>
          <p:nvPr/>
        </p:nvGrpSpPr>
        <p:grpSpPr>
          <a:xfrm>
            <a:off x="4661711" y="4257389"/>
            <a:ext cx="1080000" cy="540000"/>
            <a:chOff x="6207712" y="4257391"/>
            <a:chExt cx="1080000" cy="540000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1C34435E-3EF7-E561-F52D-FC5B95A0DA71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BE2083C-0C99-234C-FE18-05B498D7987D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B68323D8-7FD7-C565-2C6A-8E3B68843D94}"/>
              </a:ext>
            </a:extLst>
          </p:cNvPr>
          <p:cNvSpPr txBox="1"/>
          <p:nvPr/>
        </p:nvSpPr>
        <p:spPr>
          <a:xfrm>
            <a:off x="3880086" y="625526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C95F2A-5314-D93E-00D8-8058FB340F2C}"/>
              </a:ext>
            </a:extLst>
          </p:cNvPr>
          <p:cNvSpPr txBox="1"/>
          <p:nvPr/>
        </p:nvSpPr>
        <p:spPr>
          <a:xfrm rot="19200869">
            <a:off x="3770095" y="543453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AD80CC-FDB2-F7A8-90DD-7B15DEBF5E09}"/>
              </a:ext>
            </a:extLst>
          </p:cNvPr>
          <p:cNvGrpSpPr/>
          <p:nvPr/>
        </p:nvGrpSpPr>
        <p:grpSpPr>
          <a:xfrm>
            <a:off x="4662155" y="5559828"/>
            <a:ext cx="1080000" cy="540000"/>
            <a:chOff x="6207712" y="4257391"/>
            <a:chExt cx="1080000" cy="540000"/>
          </a:xfrm>
        </p:grpSpPr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E5292260-6E6B-58AD-2AD5-576830773622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5667A8B-7243-8412-C9BC-499CDBBF7B4C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23" name="TextBox 222">
            <a:extLst>
              <a:ext uri="{FF2B5EF4-FFF2-40B4-BE49-F238E27FC236}">
                <a16:creationId xmlns:a16="http://schemas.microsoft.com/office/drawing/2014/main" id="{91E1212E-5EFD-D8FD-C35D-83930EF929F3}"/>
              </a:ext>
            </a:extLst>
          </p:cNvPr>
          <p:cNvSpPr txBox="1"/>
          <p:nvPr/>
        </p:nvSpPr>
        <p:spPr>
          <a:xfrm rot="20532152">
            <a:off x="5594377" y="604012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25" name="Arc 224">
            <a:extLst>
              <a:ext uri="{FF2B5EF4-FFF2-40B4-BE49-F238E27FC236}">
                <a16:creationId xmlns:a16="http://schemas.microsoft.com/office/drawing/2014/main" id="{85604071-A11D-BCF6-C18B-18E8EC20AF22}"/>
              </a:ext>
            </a:extLst>
          </p:cNvPr>
          <p:cNvSpPr>
            <a:spLocks/>
          </p:cNvSpPr>
          <p:nvPr/>
        </p:nvSpPr>
        <p:spPr>
          <a:xfrm rot="5400000" flipV="1">
            <a:off x="532304" y="4751395"/>
            <a:ext cx="540000" cy="1080000"/>
          </a:xfrm>
          <a:prstGeom prst="arc">
            <a:avLst>
              <a:gd name="adj1" fmla="val 7101909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503D32A-C95B-1D6F-1A61-A35D5C49CAAE}"/>
              </a:ext>
            </a:extLst>
          </p:cNvPr>
          <p:cNvSpPr txBox="1"/>
          <p:nvPr/>
        </p:nvSpPr>
        <p:spPr>
          <a:xfrm>
            <a:off x="171297" y="514394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58F0FDB-49C6-1D3E-C8AE-43B4FBB677FB}"/>
              </a:ext>
            </a:extLst>
          </p:cNvPr>
          <p:cNvSpPr txBox="1"/>
          <p:nvPr/>
        </p:nvSpPr>
        <p:spPr>
          <a:xfrm rot="18812380">
            <a:off x="2266111" y="574162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496B781-1429-974A-C40B-6BF3B28B7EE4}"/>
              </a:ext>
            </a:extLst>
          </p:cNvPr>
          <p:cNvSpPr txBox="1"/>
          <p:nvPr/>
        </p:nvSpPr>
        <p:spPr>
          <a:xfrm rot="829980">
            <a:off x="5664453" y="475587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6C2EF2-0FFF-9268-500D-170741F9FD39}"/>
              </a:ext>
            </a:extLst>
          </p:cNvPr>
          <p:cNvSpPr>
            <a:spLocks noChangeAspect="1"/>
          </p:cNvSpPr>
          <p:nvPr/>
        </p:nvSpPr>
        <p:spPr>
          <a:xfrm>
            <a:off x="7076416" y="5223023"/>
            <a:ext cx="540000" cy="540000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dirty="0">
                <a:solidFill>
                  <a:srgbClr val="0070C0"/>
                </a:solidFill>
              </a:rPr>
              <a:t>₁₁</a:t>
            </a:r>
            <a:endParaRPr lang="lv-LV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9B43D-6A4B-D095-C7AA-0938B24B8062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7616416" y="2779544"/>
            <a:ext cx="1684368" cy="2713479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D7F4A0-338D-1E6D-7311-0636ACEE649F}"/>
              </a:ext>
            </a:extLst>
          </p:cNvPr>
          <p:cNvCxnSpPr>
            <a:cxnSpLocks/>
            <a:stCxn id="197" idx="6"/>
            <a:endCxn id="10" idx="1"/>
          </p:cNvCxnSpPr>
          <p:nvPr/>
        </p:nvCxnSpPr>
        <p:spPr>
          <a:xfrm>
            <a:off x="5474698" y="4953023"/>
            <a:ext cx="1680799" cy="34908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D49061-5CFC-F5C3-A459-026692098D0E}"/>
              </a:ext>
            </a:extLst>
          </p:cNvPr>
          <p:cNvSpPr txBox="1"/>
          <p:nvPr/>
        </p:nvSpPr>
        <p:spPr>
          <a:xfrm rot="18051988">
            <a:off x="8150304" y="396026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1,0→L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F91DA9B-B061-3050-412A-1200BE7801FE}"/>
              </a:ext>
            </a:extLst>
          </p:cNvPr>
          <p:cNvCxnSpPr>
            <a:cxnSpLocks/>
            <a:stCxn id="199" idx="6"/>
            <a:endCxn id="10" idx="3"/>
          </p:cNvCxnSpPr>
          <p:nvPr/>
        </p:nvCxnSpPr>
        <p:spPr>
          <a:xfrm flipV="1">
            <a:off x="5471711" y="5683942"/>
            <a:ext cx="1683786" cy="56243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Oval 198">
            <a:extLst>
              <a:ext uri="{FF2B5EF4-FFF2-40B4-BE49-F238E27FC236}">
                <a16:creationId xmlns:a16="http://schemas.microsoft.com/office/drawing/2014/main" id="{B9027C87-5E1F-D2F5-26CA-82EFD5AC2545}"/>
              </a:ext>
            </a:extLst>
          </p:cNvPr>
          <p:cNvSpPr>
            <a:spLocks noChangeAspect="1"/>
          </p:cNvSpPr>
          <p:nvPr/>
        </p:nvSpPr>
        <p:spPr>
          <a:xfrm>
            <a:off x="4931711" y="597637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6F4E643E-CC0A-9866-D6BC-FA67E335BDD5}"/>
              </a:ext>
            </a:extLst>
          </p:cNvPr>
          <p:cNvSpPr>
            <a:spLocks noChangeAspect="1"/>
          </p:cNvSpPr>
          <p:nvPr/>
        </p:nvSpPr>
        <p:spPr>
          <a:xfrm>
            <a:off x="4934698" y="468302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31024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</a:t>
            </a:r>
            <a:r>
              <a:rPr lang="en-US" dirty="0">
                <a:solidFill>
                  <a:srgbClr val="FF0000"/>
                </a:solidFill>
              </a:rPr>
              <a:t>doubly-infinite</a:t>
            </a:r>
            <a:r>
              <a:rPr lang="en-US" dirty="0"/>
              <a:t>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EE00321-E61C-4676-AA92-44ABA70495F1}"/>
              </a:ext>
            </a:extLst>
          </p:cNvPr>
          <p:cNvCxnSpPr>
            <a:cxnSpLocks/>
            <a:endCxn id="145" idx="6"/>
          </p:cNvCxnSpPr>
          <p:nvPr/>
        </p:nvCxnSpPr>
        <p:spPr>
          <a:xfrm flipH="1" flipV="1">
            <a:off x="2504883" y="4375467"/>
            <a:ext cx="980485" cy="59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FDE3105-7CA5-E013-250E-E4742D0444F7}"/>
              </a:ext>
            </a:extLst>
          </p:cNvPr>
          <p:cNvSpPr>
            <a:spLocks noChangeAspect="1"/>
          </p:cNvSpPr>
          <p:nvPr/>
        </p:nvSpPr>
        <p:spPr>
          <a:xfrm>
            <a:off x="1964883" y="410546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₆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447E3E-3CAF-0256-083B-1226F4C81F8D}"/>
              </a:ext>
            </a:extLst>
          </p:cNvPr>
          <p:cNvSpPr txBox="1"/>
          <p:nvPr/>
        </p:nvSpPr>
        <p:spPr>
          <a:xfrm>
            <a:off x="2520357" y="409380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79981" y="2049703"/>
            <a:ext cx="227411" cy="27677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6E5255D-48F6-5ABF-9963-C63F9E39BE16}"/>
              </a:ext>
            </a:extLst>
          </p:cNvPr>
          <p:cNvCxnSpPr>
            <a:cxnSpLocks/>
            <a:endCxn id="167" idx="7"/>
          </p:cNvCxnSpPr>
          <p:nvPr/>
        </p:nvCxnSpPr>
        <p:spPr>
          <a:xfrm flipH="1">
            <a:off x="1531889" y="457078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C5022FC-5139-19AB-C8AC-7C1A8B49A8C3}"/>
              </a:ext>
            </a:extLst>
          </p:cNvPr>
          <p:cNvSpPr txBox="1"/>
          <p:nvPr/>
        </p:nvSpPr>
        <p:spPr>
          <a:xfrm rot="18806060">
            <a:off x="1216721" y="454452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923817D-5088-0691-2D68-2EA1D70A02E7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421071" y="457078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93A43A4-7F5A-CE30-30C9-933DE94A5BA5}"/>
              </a:ext>
            </a:extLst>
          </p:cNvPr>
          <p:cNvSpPr txBox="1"/>
          <p:nvPr/>
        </p:nvSpPr>
        <p:spPr>
          <a:xfrm rot="2657338">
            <a:off x="1978136" y="473456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A7F1B61-B092-490E-99B2-CB4DA45C3EAA}"/>
              </a:ext>
            </a:extLst>
          </p:cNvPr>
          <p:cNvSpPr>
            <a:spLocks noChangeAspect="1"/>
          </p:cNvSpPr>
          <p:nvPr/>
        </p:nvSpPr>
        <p:spPr>
          <a:xfrm>
            <a:off x="2879863" y="502117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E9911A95-9B4F-955D-34C9-5C676B091836}"/>
              </a:ext>
            </a:extLst>
          </p:cNvPr>
          <p:cNvSpPr>
            <a:spLocks/>
          </p:cNvSpPr>
          <p:nvPr/>
        </p:nvSpPr>
        <p:spPr>
          <a:xfrm rot="16200000" flipH="1" flipV="1">
            <a:off x="3405910" y="4759252"/>
            <a:ext cx="540000" cy="1080000"/>
          </a:xfrm>
          <a:prstGeom prst="arc">
            <a:avLst>
              <a:gd name="adj1" fmla="val 7341091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38F746D-622E-E766-BC0C-4D305BD28128}"/>
              </a:ext>
            </a:extLst>
          </p:cNvPr>
          <p:cNvSpPr txBox="1"/>
          <p:nvPr/>
        </p:nvSpPr>
        <p:spPr>
          <a:xfrm>
            <a:off x="3252853" y="516075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670AF2-31BE-5AE4-BD6A-F886FE54C585}"/>
              </a:ext>
            </a:extLst>
          </p:cNvPr>
          <p:cNvCxnSpPr>
            <a:cxnSpLocks/>
            <a:stCxn id="167" idx="5"/>
            <a:endCxn id="174" idx="1"/>
          </p:cNvCxnSpPr>
          <p:nvPr/>
        </p:nvCxnSpPr>
        <p:spPr>
          <a:xfrm>
            <a:off x="1531889" y="5490171"/>
            <a:ext cx="513644" cy="56146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E2D6D11-0958-8E0D-8E29-96EEB3A0B095}"/>
              </a:ext>
            </a:extLst>
          </p:cNvPr>
          <p:cNvCxnSpPr>
            <a:cxnSpLocks/>
            <a:stCxn id="162" idx="3"/>
            <a:endCxn id="174" idx="7"/>
          </p:cNvCxnSpPr>
          <p:nvPr/>
        </p:nvCxnSpPr>
        <p:spPr>
          <a:xfrm flipH="1">
            <a:off x="2427371" y="5482096"/>
            <a:ext cx="531573" cy="56954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AA8C4D48-13B9-8A7A-6240-F3C04D39922F}"/>
              </a:ext>
            </a:extLst>
          </p:cNvPr>
          <p:cNvSpPr>
            <a:spLocks noChangeAspect="1"/>
          </p:cNvSpPr>
          <p:nvPr/>
        </p:nvSpPr>
        <p:spPr>
          <a:xfrm>
            <a:off x="1070970" y="502925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91F091EA-DDD0-D3E7-7699-CA194F810235}"/>
              </a:ext>
            </a:extLst>
          </p:cNvPr>
          <p:cNvSpPr>
            <a:spLocks noChangeAspect="1"/>
          </p:cNvSpPr>
          <p:nvPr/>
        </p:nvSpPr>
        <p:spPr>
          <a:xfrm>
            <a:off x="1966452" y="597255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₈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DBEB2D5-F225-1354-20E9-F77029F88FC8}"/>
              </a:ext>
            </a:extLst>
          </p:cNvPr>
          <p:cNvSpPr>
            <a:spLocks noChangeAspect="1"/>
          </p:cNvSpPr>
          <p:nvPr/>
        </p:nvSpPr>
        <p:spPr>
          <a:xfrm>
            <a:off x="3487287" y="597637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₉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DDA0C7A-E2E6-D51F-B0B5-E9C890547BBC}"/>
              </a:ext>
            </a:extLst>
          </p:cNvPr>
          <p:cNvCxnSpPr>
            <a:cxnSpLocks/>
            <a:stCxn id="174" idx="6"/>
            <a:endCxn id="178" idx="2"/>
          </p:cNvCxnSpPr>
          <p:nvPr/>
        </p:nvCxnSpPr>
        <p:spPr>
          <a:xfrm>
            <a:off x="2506452" y="6242555"/>
            <a:ext cx="980835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65DA7C4C-80DB-B350-9671-002FD66EC280}"/>
              </a:ext>
            </a:extLst>
          </p:cNvPr>
          <p:cNvSpPr txBox="1"/>
          <p:nvPr/>
        </p:nvSpPr>
        <p:spPr>
          <a:xfrm>
            <a:off x="2404947" y="625761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3ECF36-AFD3-25BC-6FC8-79012D34A489}"/>
              </a:ext>
            </a:extLst>
          </p:cNvPr>
          <p:cNvCxnSpPr>
            <a:cxnSpLocks/>
            <a:stCxn id="178" idx="6"/>
            <a:endCxn id="199" idx="2"/>
          </p:cNvCxnSpPr>
          <p:nvPr/>
        </p:nvCxnSpPr>
        <p:spPr>
          <a:xfrm flipV="1">
            <a:off x="4027287" y="6246373"/>
            <a:ext cx="904424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E9E119C-F67C-2FE4-185D-CE5BD1F5C8E5}"/>
              </a:ext>
            </a:extLst>
          </p:cNvPr>
          <p:cNvCxnSpPr>
            <a:cxnSpLocks/>
            <a:stCxn id="178" idx="7"/>
            <a:endCxn id="197" idx="3"/>
          </p:cNvCxnSpPr>
          <p:nvPr/>
        </p:nvCxnSpPr>
        <p:spPr>
          <a:xfrm flipV="1">
            <a:off x="3948206" y="5143942"/>
            <a:ext cx="1065573" cy="91151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74C896B6-5445-E16F-6E90-DB0E8C568C8E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B518296-E728-5FD2-4A30-404B8376255E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9AD0C8D-EE3C-951B-A46A-B02B0F90E126}"/>
              </a:ext>
            </a:extLst>
          </p:cNvPr>
          <p:cNvSpPr txBox="1"/>
          <p:nvPr/>
        </p:nvSpPr>
        <p:spPr>
          <a:xfrm rot="2766598">
            <a:off x="1441727" y="549209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D3D6FB0-DB13-888D-3861-57374EF550F5}"/>
              </a:ext>
            </a:extLst>
          </p:cNvPr>
          <p:cNvGrpSpPr/>
          <p:nvPr/>
        </p:nvGrpSpPr>
        <p:grpSpPr>
          <a:xfrm>
            <a:off x="4661711" y="4257389"/>
            <a:ext cx="1080000" cy="540000"/>
            <a:chOff x="6207712" y="4257391"/>
            <a:chExt cx="1080000" cy="540000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1C34435E-3EF7-E561-F52D-FC5B95A0DA71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BE2083C-0C99-234C-FE18-05B498D7987D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B68323D8-7FD7-C565-2C6A-8E3B68843D94}"/>
              </a:ext>
            </a:extLst>
          </p:cNvPr>
          <p:cNvSpPr txBox="1"/>
          <p:nvPr/>
        </p:nvSpPr>
        <p:spPr>
          <a:xfrm>
            <a:off x="3880086" y="625526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C95F2A-5314-D93E-00D8-8058FB340F2C}"/>
              </a:ext>
            </a:extLst>
          </p:cNvPr>
          <p:cNvSpPr txBox="1"/>
          <p:nvPr/>
        </p:nvSpPr>
        <p:spPr>
          <a:xfrm rot="19200869">
            <a:off x="3770095" y="543453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AD80CC-FDB2-F7A8-90DD-7B15DEBF5E09}"/>
              </a:ext>
            </a:extLst>
          </p:cNvPr>
          <p:cNvGrpSpPr/>
          <p:nvPr/>
        </p:nvGrpSpPr>
        <p:grpSpPr>
          <a:xfrm>
            <a:off x="4662155" y="5559828"/>
            <a:ext cx="1080000" cy="540000"/>
            <a:chOff x="6207712" y="4257391"/>
            <a:chExt cx="1080000" cy="540000"/>
          </a:xfrm>
        </p:grpSpPr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E5292260-6E6B-58AD-2AD5-576830773622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5667A8B-7243-8412-C9BC-499CDBBF7B4C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23" name="TextBox 222">
            <a:extLst>
              <a:ext uri="{FF2B5EF4-FFF2-40B4-BE49-F238E27FC236}">
                <a16:creationId xmlns:a16="http://schemas.microsoft.com/office/drawing/2014/main" id="{91E1212E-5EFD-D8FD-C35D-83930EF929F3}"/>
              </a:ext>
            </a:extLst>
          </p:cNvPr>
          <p:cNvSpPr txBox="1"/>
          <p:nvPr/>
        </p:nvSpPr>
        <p:spPr>
          <a:xfrm rot="20532152">
            <a:off x="5594377" y="604012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25" name="Arc 224">
            <a:extLst>
              <a:ext uri="{FF2B5EF4-FFF2-40B4-BE49-F238E27FC236}">
                <a16:creationId xmlns:a16="http://schemas.microsoft.com/office/drawing/2014/main" id="{85604071-A11D-BCF6-C18B-18E8EC20AF22}"/>
              </a:ext>
            </a:extLst>
          </p:cNvPr>
          <p:cNvSpPr>
            <a:spLocks/>
          </p:cNvSpPr>
          <p:nvPr/>
        </p:nvSpPr>
        <p:spPr>
          <a:xfrm rot="5400000" flipV="1">
            <a:off x="532304" y="4751395"/>
            <a:ext cx="540000" cy="1080000"/>
          </a:xfrm>
          <a:prstGeom prst="arc">
            <a:avLst>
              <a:gd name="adj1" fmla="val 7101909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503D32A-C95B-1D6F-1A61-A35D5C49CAAE}"/>
              </a:ext>
            </a:extLst>
          </p:cNvPr>
          <p:cNvSpPr txBox="1"/>
          <p:nvPr/>
        </p:nvSpPr>
        <p:spPr>
          <a:xfrm>
            <a:off x="171297" y="514394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58F0FDB-49C6-1D3E-C8AE-43B4FBB677FB}"/>
              </a:ext>
            </a:extLst>
          </p:cNvPr>
          <p:cNvSpPr txBox="1"/>
          <p:nvPr/>
        </p:nvSpPr>
        <p:spPr>
          <a:xfrm rot="18812380">
            <a:off x="2266111" y="574162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496B781-1429-974A-C40B-6BF3B28B7EE4}"/>
              </a:ext>
            </a:extLst>
          </p:cNvPr>
          <p:cNvSpPr txBox="1"/>
          <p:nvPr/>
        </p:nvSpPr>
        <p:spPr>
          <a:xfrm rot="829980">
            <a:off x="5664453" y="475587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6C2EF2-0FFF-9268-500D-170741F9FD39}"/>
              </a:ext>
            </a:extLst>
          </p:cNvPr>
          <p:cNvSpPr>
            <a:spLocks noChangeAspect="1"/>
          </p:cNvSpPr>
          <p:nvPr/>
        </p:nvSpPr>
        <p:spPr>
          <a:xfrm>
            <a:off x="7076416" y="5223023"/>
            <a:ext cx="540000" cy="540000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dirty="0">
                <a:solidFill>
                  <a:srgbClr val="0070C0"/>
                </a:solidFill>
              </a:rPr>
              <a:t>₁₁</a:t>
            </a:r>
            <a:endParaRPr lang="lv-LV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9B43D-6A4B-D095-C7AA-0938B24B8062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7616416" y="2779544"/>
            <a:ext cx="1684368" cy="2713479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D7F4A0-338D-1E6D-7311-0636ACEE649F}"/>
              </a:ext>
            </a:extLst>
          </p:cNvPr>
          <p:cNvCxnSpPr>
            <a:cxnSpLocks/>
            <a:stCxn id="197" idx="6"/>
            <a:endCxn id="10" idx="1"/>
          </p:cNvCxnSpPr>
          <p:nvPr/>
        </p:nvCxnSpPr>
        <p:spPr>
          <a:xfrm>
            <a:off x="5474698" y="4953023"/>
            <a:ext cx="1680799" cy="34908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288F85-9279-6068-7B77-FB86F7D10DA0}"/>
              </a:ext>
            </a:extLst>
          </p:cNvPr>
          <p:cNvCxnSpPr>
            <a:cxnSpLocks/>
            <a:stCxn id="199" idx="6"/>
            <a:endCxn id="10" idx="3"/>
          </p:cNvCxnSpPr>
          <p:nvPr/>
        </p:nvCxnSpPr>
        <p:spPr>
          <a:xfrm flipV="1">
            <a:off x="5471711" y="5683942"/>
            <a:ext cx="1683786" cy="56243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D49061-5CFC-F5C3-A459-026692098D0E}"/>
              </a:ext>
            </a:extLst>
          </p:cNvPr>
          <p:cNvSpPr txBox="1"/>
          <p:nvPr/>
        </p:nvSpPr>
        <p:spPr>
          <a:xfrm rot="18051988">
            <a:off x="8150304" y="396026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1,0→L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6F4E643E-CC0A-9866-D6BC-FA67E335BDD5}"/>
              </a:ext>
            </a:extLst>
          </p:cNvPr>
          <p:cNvSpPr>
            <a:spLocks noChangeAspect="1"/>
          </p:cNvSpPr>
          <p:nvPr/>
        </p:nvSpPr>
        <p:spPr>
          <a:xfrm>
            <a:off x="4934698" y="468302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B9027C87-5E1F-D2F5-26CA-82EFD5AC2545}"/>
              </a:ext>
            </a:extLst>
          </p:cNvPr>
          <p:cNvSpPr>
            <a:spLocks noChangeAspect="1"/>
          </p:cNvSpPr>
          <p:nvPr/>
        </p:nvSpPr>
        <p:spPr>
          <a:xfrm>
            <a:off x="4931711" y="597637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83135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</a:t>
            </a:r>
            <a:r>
              <a:rPr lang="en-US" dirty="0">
                <a:solidFill>
                  <a:srgbClr val="00B050"/>
                </a:solidFill>
              </a:rPr>
              <a:t>singly-infinite</a:t>
            </a:r>
            <a:r>
              <a:rPr lang="en-US" dirty="0"/>
              <a:t>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111923484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</a:t>
            </a:r>
            <a:r>
              <a:rPr lang="en-US" dirty="0">
                <a:solidFill>
                  <a:srgbClr val="00B050"/>
                </a:solidFill>
              </a:rPr>
              <a:t>singly-infinite</a:t>
            </a:r>
            <a:r>
              <a:rPr lang="en-US" dirty="0"/>
              <a:t>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6D47BC1-BE6A-1EFF-0F10-B776D6D0B643}"/>
              </a:ext>
            </a:extLst>
          </p:cNvPr>
          <p:cNvSpPr>
            <a:spLocks noChangeAspect="1"/>
          </p:cNvSpPr>
          <p:nvPr/>
        </p:nvSpPr>
        <p:spPr>
          <a:xfrm>
            <a:off x="4268540" y="2231251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endParaRPr lang="lv-LV" sz="2800" i="1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4C2209-3866-843A-0DA5-AD2E0BE5DC84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1348033" y="2591251"/>
            <a:ext cx="2920507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52E01BD1-4B50-910D-0CDC-CB11C1833711}"/>
              </a:ext>
            </a:extLst>
          </p:cNvPr>
          <p:cNvSpPr>
            <a:spLocks noChangeAspect="1"/>
          </p:cNvSpPr>
          <p:nvPr/>
        </p:nvSpPr>
        <p:spPr>
          <a:xfrm>
            <a:off x="5593115" y="3801177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₀</a:t>
            </a:r>
            <a:endParaRPr lang="lv-LV" sz="280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CDB5A7-7006-4089-73CB-88F15949F4D1}"/>
              </a:ext>
            </a:extLst>
          </p:cNvPr>
          <p:cNvCxnSpPr>
            <a:cxnSpLocks/>
            <a:stCxn id="7" idx="5"/>
            <a:endCxn id="12" idx="0"/>
          </p:cNvCxnSpPr>
          <p:nvPr/>
        </p:nvCxnSpPr>
        <p:spPr>
          <a:xfrm>
            <a:off x="4883098" y="2845809"/>
            <a:ext cx="1070017" cy="955368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5F23D74-50E0-E5A0-1B8F-7A5AC1A24557}"/>
              </a:ext>
            </a:extLst>
          </p:cNvPr>
          <p:cNvSpPr txBox="1"/>
          <p:nvPr/>
        </p:nvSpPr>
        <p:spPr>
          <a:xfrm>
            <a:off x="5455440" y="3173555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0→⎵,R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8F41F3-5ECA-0065-BE7D-2C529600F7BB}"/>
              </a:ext>
            </a:extLst>
          </p:cNvPr>
          <p:cNvCxnSpPr>
            <a:cxnSpLocks/>
            <a:stCxn id="7" idx="6"/>
            <a:endCxn id="20" idx="1"/>
          </p:cNvCxnSpPr>
          <p:nvPr/>
        </p:nvCxnSpPr>
        <p:spPr>
          <a:xfrm>
            <a:off x="4988540" y="2591251"/>
            <a:ext cx="3274232" cy="1233682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3E72C93-B87C-DD7A-4275-8A61EB148BA2}"/>
              </a:ext>
            </a:extLst>
          </p:cNvPr>
          <p:cNvSpPr>
            <a:spLocks noChangeAspect="1"/>
          </p:cNvSpPr>
          <p:nvPr/>
        </p:nvSpPr>
        <p:spPr>
          <a:xfrm>
            <a:off x="8157330" y="3719491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₁</a:t>
            </a:r>
            <a:endParaRPr lang="lv-LV" sz="280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D6A40B-B133-905C-628B-315EA8FE0E17}"/>
              </a:ext>
            </a:extLst>
          </p:cNvPr>
          <p:cNvSpPr txBox="1"/>
          <p:nvPr/>
        </p:nvSpPr>
        <p:spPr>
          <a:xfrm>
            <a:off x="7311088" y="3115954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1→⎵,R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0240B9-0301-7029-E7E2-53CF6DE48E42}"/>
              </a:ext>
            </a:extLst>
          </p:cNvPr>
          <p:cNvCxnSpPr>
            <a:cxnSpLocks/>
            <a:stCxn id="12" idx="6"/>
            <a:endCxn id="20" idx="2"/>
          </p:cNvCxnSpPr>
          <p:nvPr/>
        </p:nvCxnSpPr>
        <p:spPr>
          <a:xfrm flipV="1">
            <a:off x="6313115" y="4079491"/>
            <a:ext cx="1844215" cy="8168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2ED8B93-3A19-9864-ECD3-F0DEA10C83BF}"/>
              </a:ext>
            </a:extLst>
          </p:cNvPr>
          <p:cNvSpPr txBox="1"/>
          <p:nvPr/>
        </p:nvSpPr>
        <p:spPr>
          <a:xfrm>
            <a:off x="6581196" y="3700288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1→0,R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0E2D0A-BF4A-4C1E-A3E6-2AC042D46A93}"/>
              </a:ext>
            </a:extLst>
          </p:cNvPr>
          <p:cNvCxnSpPr>
            <a:cxnSpLocks/>
            <a:stCxn id="20" idx="3"/>
            <a:endCxn id="12" idx="5"/>
          </p:cNvCxnSpPr>
          <p:nvPr/>
        </p:nvCxnSpPr>
        <p:spPr>
          <a:xfrm flipH="1">
            <a:off x="6207673" y="4334049"/>
            <a:ext cx="2055099" cy="8168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79B4DD7-290C-B381-E164-5BABE09C4E83}"/>
              </a:ext>
            </a:extLst>
          </p:cNvPr>
          <p:cNvSpPr txBox="1"/>
          <p:nvPr/>
        </p:nvSpPr>
        <p:spPr>
          <a:xfrm>
            <a:off x="6545420" y="4375625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0→1,R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60867E0B-8FB1-427C-2ABE-E3D683C85017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5061982" y="3709281"/>
            <a:ext cx="720186" cy="870408"/>
          </a:xfrm>
          <a:prstGeom prst="arc">
            <a:avLst>
              <a:gd name="adj1" fmla="val 7973364"/>
              <a:gd name="adj2" fmla="val 2706049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1EF5B6-37A6-4712-BC17-BA0B505F0219}"/>
              </a:ext>
            </a:extLst>
          </p:cNvPr>
          <p:cNvSpPr txBox="1"/>
          <p:nvPr/>
        </p:nvSpPr>
        <p:spPr>
          <a:xfrm>
            <a:off x="4772589" y="3915303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0→R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3A86436A-43CD-3588-09EF-BA546788FCDA}"/>
              </a:ext>
            </a:extLst>
          </p:cNvPr>
          <p:cNvSpPr>
            <a:spLocks noChangeAspect="1"/>
          </p:cNvSpPr>
          <p:nvPr/>
        </p:nvSpPr>
        <p:spPr>
          <a:xfrm rot="16200000" flipH="1" flipV="1">
            <a:off x="8718757" y="3641724"/>
            <a:ext cx="720186" cy="875347"/>
          </a:xfrm>
          <a:prstGeom prst="arc">
            <a:avLst>
              <a:gd name="adj1" fmla="val 7702795"/>
              <a:gd name="adj2" fmla="val 3215158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D3A538-9F5D-BF6D-66C6-F145F4499724}"/>
              </a:ext>
            </a:extLst>
          </p:cNvPr>
          <p:cNvSpPr txBox="1"/>
          <p:nvPr/>
        </p:nvSpPr>
        <p:spPr>
          <a:xfrm rot="21443863">
            <a:off x="8821387" y="3851407"/>
            <a:ext cx="686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1→R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EA5DF94-6835-4282-9DD3-3B5A296B51BB}"/>
              </a:ext>
            </a:extLst>
          </p:cNvPr>
          <p:cNvSpPr>
            <a:spLocks noChangeAspect="1"/>
          </p:cNvSpPr>
          <p:nvPr/>
        </p:nvSpPr>
        <p:spPr>
          <a:xfrm>
            <a:off x="4276478" y="5475024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₋</a:t>
            </a:r>
            <a:endParaRPr lang="lv-LV" sz="2800" baseline="-25000" dirty="0">
              <a:solidFill>
                <a:schemeClr val="tx1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84A9855-B025-A1E9-E4FB-AD573AC7647F}"/>
              </a:ext>
            </a:extLst>
          </p:cNvPr>
          <p:cNvCxnSpPr>
            <a:cxnSpLocks/>
            <a:stCxn id="7" idx="4"/>
            <a:endCxn id="49" idx="0"/>
          </p:cNvCxnSpPr>
          <p:nvPr/>
        </p:nvCxnSpPr>
        <p:spPr>
          <a:xfrm>
            <a:off x="4628540" y="2951251"/>
            <a:ext cx="7938" cy="2523773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6AAF6A3-4E1D-645D-3DEA-7F08903FF01D}"/>
              </a:ext>
            </a:extLst>
          </p:cNvPr>
          <p:cNvSpPr txBox="1"/>
          <p:nvPr/>
        </p:nvSpPr>
        <p:spPr>
          <a:xfrm>
            <a:off x="3693643" y="3522263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⎵→N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BD27507-12F4-13C1-0B2E-95334A18DFAA}"/>
              </a:ext>
            </a:extLst>
          </p:cNvPr>
          <p:cNvCxnSpPr>
            <a:cxnSpLocks/>
            <a:stCxn id="12" idx="4"/>
            <a:endCxn id="49" idx="7"/>
          </p:cNvCxnSpPr>
          <p:nvPr/>
        </p:nvCxnSpPr>
        <p:spPr>
          <a:xfrm flipH="1">
            <a:off x="4891036" y="4521177"/>
            <a:ext cx="1062079" cy="1059289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F11AE03-C77B-D27A-88E4-69255D3E1577}"/>
              </a:ext>
            </a:extLst>
          </p:cNvPr>
          <p:cNvSpPr txBox="1"/>
          <p:nvPr/>
        </p:nvSpPr>
        <p:spPr>
          <a:xfrm>
            <a:off x="5165478" y="4918102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⎵→0,L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5A35BA8-723F-52C1-0565-FDB4CDF8E596}"/>
              </a:ext>
            </a:extLst>
          </p:cNvPr>
          <p:cNvCxnSpPr>
            <a:cxnSpLocks/>
            <a:stCxn id="20" idx="4"/>
            <a:endCxn id="49" idx="6"/>
          </p:cNvCxnSpPr>
          <p:nvPr/>
        </p:nvCxnSpPr>
        <p:spPr>
          <a:xfrm flipH="1">
            <a:off x="4996478" y="4439491"/>
            <a:ext cx="3520852" cy="1395533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53543D1-31FE-98C0-9F44-054E82EF2F91}"/>
              </a:ext>
            </a:extLst>
          </p:cNvPr>
          <p:cNvSpPr txBox="1"/>
          <p:nvPr/>
        </p:nvSpPr>
        <p:spPr>
          <a:xfrm>
            <a:off x="6411471" y="5069829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⎵→1,L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74E625-8524-0717-7C15-89EA52977C32}"/>
              </a:ext>
            </a:extLst>
          </p:cNvPr>
          <p:cNvSpPr txBox="1"/>
          <p:nvPr/>
        </p:nvSpPr>
        <p:spPr>
          <a:xfrm>
            <a:off x="3334816" y="5622964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71" name="Arc 70">
            <a:extLst>
              <a:ext uri="{FF2B5EF4-FFF2-40B4-BE49-F238E27FC236}">
                <a16:creationId xmlns:a16="http://schemas.microsoft.com/office/drawing/2014/main" id="{7951B210-CE3D-EFBA-1AE7-874037758F04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3625554" y="5274253"/>
            <a:ext cx="720186" cy="1104651"/>
          </a:xfrm>
          <a:prstGeom prst="arc">
            <a:avLst>
              <a:gd name="adj1" fmla="val 7216538"/>
              <a:gd name="adj2" fmla="val 3462955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1CB3352-9E61-E3DA-2F02-66DB6523FE7B}"/>
              </a:ext>
            </a:extLst>
          </p:cNvPr>
          <p:cNvCxnSpPr>
            <a:cxnSpLocks/>
            <a:stCxn id="49" idx="5"/>
          </p:cNvCxnSpPr>
          <p:nvPr/>
        </p:nvCxnSpPr>
        <p:spPr>
          <a:xfrm>
            <a:off x="4891036" y="6089582"/>
            <a:ext cx="375014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58941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</a:t>
            </a:r>
            <a:r>
              <a:rPr lang="en-US" dirty="0">
                <a:solidFill>
                  <a:srgbClr val="00B050"/>
                </a:solidFill>
              </a:rPr>
              <a:t>singly-infinite</a:t>
            </a:r>
            <a:r>
              <a:rPr lang="en-US" dirty="0"/>
              <a:t>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6D47BC1-BE6A-1EFF-0F10-B776D6D0B643}"/>
              </a:ext>
            </a:extLst>
          </p:cNvPr>
          <p:cNvSpPr>
            <a:spLocks noChangeAspect="1"/>
          </p:cNvSpPr>
          <p:nvPr/>
        </p:nvSpPr>
        <p:spPr>
          <a:xfrm>
            <a:off x="4268540" y="2231251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endParaRPr lang="lv-LV" sz="2800" i="1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4C2209-3866-843A-0DA5-AD2E0BE5DC84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1348033" y="2591251"/>
            <a:ext cx="2920507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52E01BD1-4B50-910D-0CDC-CB11C1833711}"/>
              </a:ext>
            </a:extLst>
          </p:cNvPr>
          <p:cNvSpPr>
            <a:spLocks noChangeAspect="1"/>
          </p:cNvSpPr>
          <p:nvPr/>
        </p:nvSpPr>
        <p:spPr>
          <a:xfrm>
            <a:off x="5593115" y="3801177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₀</a:t>
            </a:r>
            <a:endParaRPr lang="lv-LV" sz="280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CDB5A7-7006-4089-73CB-88F15949F4D1}"/>
              </a:ext>
            </a:extLst>
          </p:cNvPr>
          <p:cNvCxnSpPr>
            <a:cxnSpLocks/>
            <a:stCxn id="7" idx="5"/>
            <a:endCxn id="12" idx="0"/>
          </p:cNvCxnSpPr>
          <p:nvPr/>
        </p:nvCxnSpPr>
        <p:spPr>
          <a:xfrm>
            <a:off x="4883098" y="2845809"/>
            <a:ext cx="1070017" cy="955368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5F23D74-50E0-E5A0-1B8F-7A5AC1A24557}"/>
              </a:ext>
            </a:extLst>
          </p:cNvPr>
          <p:cNvSpPr txBox="1"/>
          <p:nvPr/>
        </p:nvSpPr>
        <p:spPr>
          <a:xfrm>
            <a:off x="5455440" y="3173555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0→⎵,R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8F41F3-5ECA-0065-BE7D-2C529600F7BB}"/>
              </a:ext>
            </a:extLst>
          </p:cNvPr>
          <p:cNvCxnSpPr>
            <a:cxnSpLocks/>
            <a:stCxn id="7" idx="6"/>
            <a:endCxn id="20" idx="1"/>
          </p:cNvCxnSpPr>
          <p:nvPr/>
        </p:nvCxnSpPr>
        <p:spPr>
          <a:xfrm>
            <a:off x="4988540" y="2591251"/>
            <a:ext cx="3274232" cy="1233682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3E72C93-B87C-DD7A-4275-8A61EB148BA2}"/>
              </a:ext>
            </a:extLst>
          </p:cNvPr>
          <p:cNvSpPr>
            <a:spLocks noChangeAspect="1"/>
          </p:cNvSpPr>
          <p:nvPr/>
        </p:nvSpPr>
        <p:spPr>
          <a:xfrm>
            <a:off x="8157330" y="3719491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₁</a:t>
            </a:r>
            <a:endParaRPr lang="lv-LV" sz="280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D6A40B-B133-905C-628B-315EA8FE0E17}"/>
              </a:ext>
            </a:extLst>
          </p:cNvPr>
          <p:cNvSpPr txBox="1"/>
          <p:nvPr/>
        </p:nvSpPr>
        <p:spPr>
          <a:xfrm>
            <a:off x="7311088" y="3115954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1→⎵,R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0240B9-0301-7029-E7E2-53CF6DE48E42}"/>
              </a:ext>
            </a:extLst>
          </p:cNvPr>
          <p:cNvCxnSpPr>
            <a:cxnSpLocks/>
            <a:stCxn id="12" idx="6"/>
            <a:endCxn id="20" idx="2"/>
          </p:cNvCxnSpPr>
          <p:nvPr/>
        </p:nvCxnSpPr>
        <p:spPr>
          <a:xfrm flipV="1">
            <a:off x="6313115" y="4079491"/>
            <a:ext cx="1844215" cy="8168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2ED8B93-3A19-9864-ECD3-F0DEA10C83BF}"/>
              </a:ext>
            </a:extLst>
          </p:cNvPr>
          <p:cNvSpPr txBox="1"/>
          <p:nvPr/>
        </p:nvSpPr>
        <p:spPr>
          <a:xfrm>
            <a:off x="6581196" y="3700288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1→0,R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0E2D0A-BF4A-4C1E-A3E6-2AC042D46A93}"/>
              </a:ext>
            </a:extLst>
          </p:cNvPr>
          <p:cNvCxnSpPr>
            <a:cxnSpLocks/>
            <a:stCxn id="20" idx="3"/>
            <a:endCxn id="12" idx="5"/>
          </p:cNvCxnSpPr>
          <p:nvPr/>
        </p:nvCxnSpPr>
        <p:spPr>
          <a:xfrm flipH="1">
            <a:off x="6207673" y="4334049"/>
            <a:ext cx="2055099" cy="8168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79B4DD7-290C-B381-E164-5BABE09C4E83}"/>
              </a:ext>
            </a:extLst>
          </p:cNvPr>
          <p:cNvSpPr txBox="1"/>
          <p:nvPr/>
        </p:nvSpPr>
        <p:spPr>
          <a:xfrm>
            <a:off x="6545420" y="4375625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0→1,R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60867E0B-8FB1-427C-2ABE-E3D683C85017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5061982" y="3709281"/>
            <a:ext cx="720186" cy="870408"/>
          </a:xfrm>
          <a:prstGeom prst="arc">
            <a:avLst>
              <a:gd name="adj1" fmla="val 7973364"/>
              <a:gd name="adj2" fmla="val 2706049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1EF5B6-37A6-4712-BC17-BA0B505F0219}"/>
              </a:ext>
            </a:extLst>
          </p:cNvPr>
          <p:cNvSpPr txBox="1"/>
          <p:nvPr/>
        </p:nvSpPr>
        <p:spPr>
          <a:xfrm>
            <a:off x="4772589" y="3915303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0→R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3A86436A-43CD-3588-09EF-BA546788FCDA}"/>
              </a:ext>
            </a:extLst>
          </p:cNvPr>
          <p:cNvSpPr>
            <a:spLocks noChangeAspect="1"/>
          </p:cNvSpPr>
          <p:nvPr/>
        </p:nvSpPr>
        <p:spPr>
          <a:xfrm rot="16200000" flipH="1" flipV="1">
            <a:off x="8718757" y="3641724"/>
            <a:ext cx="720186" cy="875347"/>
          </a:xfrm>
          <a:prstGeom prst="arc">
            <a:avLst>
              <a:gd name="adj1" fmla="val 7702795"/>
              <a:gd name="adj2" fmla="val 3215158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D3A538-9F5D-BF6D-66C6-F145F4499724}"/>
              </a:ext>
            </a:extLst>
          </p:cNvPr>
          <p:cNvSpPr txBox="1"/>
          <p:nvPr/>
        </p:nvSpPr>
        <p:spPr>
          <a:xfrm rot="21443863">
            <a:off x="8821387" y="3851407"/>
            <a:ext cx="686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1→R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EA5DF94-6835-4282-9DD3-3B5A296B51BB}"/>
              </a:ext>
            </a:extLst>
          </p:cNvPr>
          <p:cNvSpPr>
            <a:spLocks noChangeAspect="1"/>
          </p:cNvSpPr>
          <p:nvPr/>
        </p:nvSpPr>
        <p:spPr>
          <a:xfrm>
            <a:off x="4276478" y="5475024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₋</a:t>
            </a:r>
            <a:endParaRPr lang="lv-LV" sz="2800" baseline="-25000" dirty="0">
              <a:solidFill>
                <a:schemeClr val="tx1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84A9855-B025-A1E9-E4FB-AD573AC7647F}"/>
              </a:ext>
            </a:extLst>
          </p:cNvPr>
          <p:cNvCxnSpPr>
            <a:cxnSpLocks/>
            <a:stCxn id="7" idx="3"/>
            <a:endCxn id="6" idx="0"/>
          </p:cNvCxnSpPr>
          <p:nvPr/>
        </p:nvCxnSpPr>
        <p:spPr>
          <a:xfrm flipH="1">
            <a:off x="4117508" y="2845809"/>
            <a:ext cx="256474" cy="962949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6AAF6A3-4E1D-645D-3DEA-7F08903FF01D}"/>
              </a:ext>
            </a:extLst>
          </p:cNvPr>
          <p:cNvSpPr txBox="1"/>
          <p:nvPr/>
        </p:nvSpPr>
        <p:spPr>
          <a:xfrm>
            <a:off x="4043130" y="3127164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⎵→R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BD27507-12F4-13C1-0B2E-95334A18DFAA}"/>
              </a:ext>
            </a:extLst>
          </p:cNvPr>
          <p:cNvCxnSpPr>
            <a:cxnSpLocks/>
            <a:stCxn id="12" idx="4"/>
            <a:endCxn id="49" idx="7"/>
          </p:cNvCxnSpPr>
          <p:nvPr/>
        </p:nvCxnSpPr>
        <p:spPr>
          <a:xfrm flipH="1">
            <a:off x="4891036" y="4521177"/>
            <a:ext cx="1062079" cy="1059289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F11AE03-C77B-D27A-88E4-69255D3E1577}"/>
              </a:ext>
            </a:extLst>
          </p:cNvPr>
          <p:cNvSpPr txBox="1"/>
          <p:nvPr/>
        </p:nvSpPr>
        <p:spPr>
          <a:xfrm>
            <a:off x="5165478" y="4918102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⎵→0,L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5A35BA8-723F-52C1-0565-FDB4CDF8E596}"/>
              </a:ext>
            </a:extLst>
          </p:cNvPr>
          <p:cNvCxnSpPr>
            <a:cxnSpLocks/>
            <a:stCxn id="20" idx="4"/>
            <a:endCxn id="49" idx="6"/>
          </p:cNvCxnSpPr>
          <p:nvPr/>
        </p:nvCxnSpPr>
        <p:spPr>
          <a:xfrm flipH="1">
            <a:off x="4996478" y="4439491"/>
            <a:ext cx="3520852" cy="1395533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53543D1-31FE-98C0-9F44-054E82EF2F91}"/>
              </a:ext>
            </a:extLst>
          </p:cNvPr>
          <p:cNvSpPr txBox="1"/>
          <p:nvPr/>
        </p:nvSpPr>
        <p:spPr>
          <a:xfrm>
            <a:off x="6411471" y="5069829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⎵→1,L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74E625-8524-0717-7C15-89EA52977C32}"/>
              </a:ext>
            </a:extLst>
          </p:cNvPr>
          <p:cNvSpPr txBox="1"/>
          <p:nvPr/>
        </p:nvSpPr>
        <p:spPr>
          <a:xfrm>
            <a:off x="3334816" y="5622964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71" name="Arc 70">
            <a:extLst>
              <a:ext uri="{FF2B5EF4-FFF2-40B4-BE49-F238E27FC236}">
                <a16:creationId xmlns:a16="http://schemas.microsoft.com/office/drawing/2014/main" id="{7951B210-CE3D-EFBA-1AE7-874037758F04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3625554" y="5274253"/>
            <a:ext cx="720186" cy="1104651"/>
          </a:xfrm>
          <a:prstGeom prst="arc">
            <a:avLst>
              <a:gd name="adj1" fmla="val 7216538"/>
              <a:gd name="adj2" fmla="val 3462955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1CB3352-9E61-E3DA-2F02-66DB6523FE7B}"/>
              </a:ext>
            </a:extLst>
          </p:cNvPr>
          <p:cNvCxnSpPr>
            <a:cxnSpLocks/>
            <a:stCxn id="49" idx="5"/>
          </p:cNvCxnSpPr>
          <p:nvPr/>
        </p:nvCxnSpPr>
        <p:spPr>
          <a:xfrm>
            <a:off x="4891036" y="6089582"/>
            <a:ext cx="375014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71A2C9B9-C953-71CB-905C-FBAFA5601B53}"/>
              </a:ext>
            </a:extLst>
          </p:cNvPr>
          <p:cNvSpPr>
            <a:spLocks noChangeAspect="1"/>
          </p:cNvSpPr>
          <p:nvPr/>
        </p:nvSpPr>
        <p:spPr>
          <a:xfrm>
            <a:off x="3757508" y="3808758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'</a:t>
            </a:r>
            <a:endParaRPr lang="lv-LV" sz="28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3B8362-F23B-8AF2-84B8-66B2EC6DE99A}"/>
              </a:ext>
            </a:extLst>
          </p:cNvPr>
          <p:cNvCxnSpPr>
            <a:cxnSpLocks/>
            <a:stCxn id="6" idx="4"/>
            <a:endCxn id="49" idx="0"/>
          </p:cNvCxnSpPr>
          <p:nvPr/>
        </p:nvCxnSpPr>
        <p:spPr>
          <a:xfrm>
            <a:off x="4117508" y="4528758"/>
            <a:ext cx="518970" cy="94626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C967340-6394-2D6D-571C-261AE1726C64}"/>
              </a:ext>
            </a:extLst>
          </p:cNvPr>
          <p:cNvSpPr txBox="1"/>
          <p:nvPr/>
        </p:nvSpPr>
        <p:spPr>
          <a:xfrm>
            <a:off x="4030409" y="4591196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→L</a:t>
            </a:r>
          </a:p>
        </p:txBody>
      </p:sp>
    </p:spTree>
    <p:extLst>
      <p:ext uri="{BB962C8B-B14F-4D97-AF65-F5344CB8AC3E}">
        <p14:creationId xmlns:p14="http://schemas.microsoft.com/office/powerpoint/2010/main" val="173299357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</a:t>
            </a:r>
            <a:r>
              <a:rPr lang="en-US" dirty="0">
                <a:solidFill>
                  <a:srgbClr val="00B050"/>
                </a:solidFill>
              </a:rPr>
              <a:t>singly-infinite</a:t>
            </a:r>
            <a:r>
              <a:rPr lang="en-US" dirty="0"/>
              <a:t>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6D47BC1-BE6A-1EFF-0F10-B776D6D0B643}"/>
              </a:ext>
            </a:extLst>
          </p:cNvPr>
          <p:cNvSpPr>
            <a:spLocks noChangeAspect="1"/>
          </p:cNvSpPr>
          <p:nvPr/>
        </p:nvSpPr>
        <p:spPr>
          <a:xfrm>
            <a:off x="4268540" y="2231251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endParaRPr lang="lv-LV" sz="2800" i="1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4C2209-3866-843A-0DA5-AD2E0BE5DC84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1348033" y="2591251"/>
            <a:ext cx="2920507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52E01BD1-4B50-910D-0CDC-CB11C1833711}"/>
              </a:ext>
            </a:extLst>
          </p:cNvPr>
          <p:cNvSpPr>
            <a:spLocks noChangeAspect="1"/>
          </p:cNvSpPr>
          <p:nvPr/>
        </p:nvSpPr>
        <p:spPr>
          <a:xfrm>
            <a:off x="5593115" y="3801177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₀</a:t>
            </a:r>
            <a:endParaRPr lang="lv-LV" sz="280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CDB5A7-7006-4089-73CB-88F15949F4D1}"/>
              </a:ext>
            </a:extLst>
          </p:cNvPr>
          <p:cNvCxnSpPr>
            <a:cxnSpLocks/>
            <a:stCxn id="7" idx="5"/>
            <a:endCxn id="12" idx="0"/>
          </p:cNvCxnSpPr>
          <p:nvPr/>
        </p:nvCxnSpPr>
        <p:spPr>
          <a:xfrm>
            <a:off x="4883098" y="2845809"/>
            <a:ext cx="1070017" cy="955368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5F23D74-50E0-E5A0-1B8F-7A5AC1A24557}"/>
              </a:ext>
            </a:extLst>
          </p:cNvPr>
          <p:cNvSpPr txBox="1"/>
          <p:nvPr/>
        </p:nvSpPr>
        <p:spPr>
          <a:xfrm>
            <a:off x="5455440" y="3173555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0→⎵,R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8F41F3-5ECA-0065-BE7D-2C529600F7BB}"/>
              </a:ext>
            </a:extLst>
          </p:cNvPr>
          <p:cNvCxnSpPr>
            <a:cxnSpLocks/>
            <a:stCxn id="7" idx="6"/>
            <a:endCxn id="20" idx="1"/>
          </p:cNvCxnSpPr>
          <p:nvPr/>
        </p:nvCxnSpPr>
        <p:spPr>
          <a:xfrm>
            <a:off x="4988540" y="2591251"/>
            <a:ext cx="3274232" cy="1233682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3E72C93-B87C-DD7A-4275-8A61EB148BA2}"/>
              </a:ext>
            </a:extLst>
          </p:cNvPr>
          <p:cNvSpPr>
            <a:spLocks noChangeAspect="1"/>
          </p:cNvSpPr>
          <p:nvPr/>
        </p:nvSpPr>
        <p:spPr>
          <a:xfrm>
            <a:off x="8157330" y="3719491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₁</a:t>
            </a:r>
            <a:endParaRPr lang="lv-LV" sz="280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D6A40B-B133-905C-628B-315EA8FE0E17}"/>
              </a:ext>
            </a:extLst>
          </p:cNvPr>
          <p:cNvSpPr txBox="1"/>
          <p:nvPr/>
        </p:nvSpPr>
        <p:spPr>
          <a:xfrm>
            <a:off x="7311088" y="3115954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1→⎵,R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0240B9-0301-7029-E7E2-53CF6DE48E42}"/>
              </a:ext>
            </a:extLst>
          </p:cNvPr>
          <p:cNvCxnSpPr>
            <a:cxnSpLocks/>
            <a:stCxn id="12" idx="6"/>
            <a:endCxn id="20" idx="2"/>
          </p:cNvCxnSpPr>
          <p:nvPr/>
        </p:nvCxnSpPr>
        <p:spPr>
          <a:xfrm flipV="1">
            <a:off x="6313115" y="4079491"/>
            <a:ext cx="1844215" cy="8168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2ED8B93-3A19-9864-ECD3-F0DEA10C83BF}"/>
              </a:ext>
            </a:extLst>
          </p:cNvPr>
          <p:cNvSpPr txBox="1"/>
          <p:nvPr/>
        </p:nvSpPr>
        <p:spPr>
          <a:xfrm>
            <a:off x="6581196" y="3700288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1→0,R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0E2D0A-BF4A-4C1E-A3E6-2AC042D46A93}"/>
              </a:ext>
            </a:extLst>
          </p:cNvPr>
          <p:cNvCxnSpPr>
            <a:cxnSpLocks/>
            <a:stCxn id="20" idx="3"/>
            <a:endCxn id="12" idx="5"/>
          </p:cNvCxnSpPr>
          <p:nvPr/>
        </p:nvCxnSpPr>
        <p:spPr>
          <a:xfrm flipH="1">
            <a:off x="6207673" y="4334049"/>
            <a:ext cx="2055099" cy="8168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79B4DD7-290C-B381-E164-5BABE09C4E83}"/>
              </a:ext>
            </a:extLst>
          </p:cNvPr>
          <p:cNvSpPr txBox="1"/>
          <p:nvPr/>
        </p:nvSpPr>
        <p:spPr>
          <a:xfrm>
            <a:off x="6545420" y="4375625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0→1,R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60867E0B-8FB1-427C-2ABE-E3D683C85017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5061982" y="3709281"/>
            <a:ext cx="720186" cy="870408"/>
          </a:xfrm>
          <a:prstGeom prst="arc">
            <a:avLst>
              <a:gd name="adj1" fmla="val 7973364"/>
              <a:gd name="adj2" fmla="val 2706049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1EF5B6-37A6-4712-BC17-BA0B505F0219}"/>
              </a:ext>
            </a:extLst>
          </p:cNvPr>
          <p:cNvSpPr txBox="1"/>
          <p:nvPr/>
        </p:nvSpPr>
        <p:spPr>
          <a:xfrm>
            <a:off x="4772589" y="3915303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0→R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3A86436A-43CD-3588-09EF-BA546788FCDA}"/>
              </a:ext>
            </a:extLst>
          </p:cNvPr>
          <p:cNvSpPr>
            <a:spLocks noChangeAspect="1"/>
          </p:cNvSpPr>
          <p:nvPr/>
        </p:nvSpPr>
        <p:spPr>
          <a:xfrm rot="16200000" flipH="1" flipV="1">
            <a:off x="8718757" y="3641724"/>
            <a:ext cx="720186" cy="875347"/>
          </a:xfrm>
          <a:prstGeom prst="arc">
            <a:avLst>
              <a:gd name="adj1" fmla="val 7702795"/>
              <a:gd name="adj2" fmla="val 3215158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D3A538-9F5D-BF6D-66C6-F145F4499724}"/>
              </a:ext>
            </a:extLst>
          </p:cNvPr>
          <p:cNvSpPr txBox="1"/>
          <p:nvPr/>
        </p:nvSpPr>
        <p:spPr>
          <a:xfrm rot="21443863">
            <a:off x="8821387" y="3851407"/>
            <a:ext cx="686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1→R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EA5DF94-6835-4282-9DD3-3B5A296B51BB}"/>
              </a:ext>
            </a:extLst>
          </p:cNvPr>
          <p:cNvSpPr>
            <a:spLocks noChangeAspect="1"/>
          </p:cNvSpPr>
          <p:nvPr/>
        </p:nvSpPr>
        <p:spPr>
          <a:xfrm>
            <a:off x="4276478" y="5475024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₋</a:t>
            </a:r>
            <a:endParaRPr lang="lv-LV" sz="2800" baseline="-25000" dirty="0">
              <a:solidFill>
                <a:schemeClr val="tx1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84A9855-B025-A1E9-E4FB-AD573AC7647F}"/>
              </a:ext>
            </a:extLst>
          </p:cNvPr>
          <p:cNvCxnSpPr>
            <a:cxnSpLocks/>
            <a:stCxn id="7" idx="3"/>
            <a:endCxn id="6" idx="0"/>
          </p:cNvCxnSpPr>
          <p:nvPr/>
        </p:nvCxnSpPr>
        <p:spPr>
          <a:xfrm flipH="1">
            <a:off x="4117508" y="2845809"/>
            <a:ext cx="256474" cy="962949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6AAF6A3-4E1D-645D-3DEA-7F08903FF01D}"/>
              </a:ext>
            </a:extLst>
          </p:cNvPr>
          <p:cNvSpPr txBox="1"/>
          <p:nvPr/>
        </p:nvSpPr>
        <p:spPr>
          <a:xfrm>
            <a:off x="4043130" y="3127164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⎵→R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BD27507-12F4-13C1-0B2E-95334A18DFAA}"/>
              </a:ext>
            </a:extLst>
          </p:cNvPr>
          <p:cNvCxnSpPr>
            <a:cxnSpLocks/>
            <a:stCxn id="12" idx="4"/>
            <a:endCxn id="49" idx="7"/>
          </p:cNvCxnSpPr>
          <p:nvPr/>
        </p:nvCxnSpPr>
        <p:spPr>
          <a:xfrm flipH="1">
            <a:off x="4891036" y="4521177"/>
            <a:ext cx="1062079" cy="1059289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F11AE03-C77B-D27A-88E4-69255D3E1577}"/>
              </a:ext>
            </a:extLst>
          </p:cNvPr>
          <p:cNvSpPr txBox="1"/>
          <p:nvPr/>
        </p:nvSpPr>
        <p:spPr>
          <a:xfrm>
            <a:off x="5165478" y="4918102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⎵→0,L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5A35BA8-723F-52C1-0565-FDB4CDF8E596}"/>
              </a:ext>
            </a:extLst>
          </p:cNvPr>
          <p:cNvCxnSpPr>
            <a:cxnSpLocks/>
            <a:stCxn id="20" idx="4"/>
            <a:endCxn id="49" idx="6"/>
          </p:cNvCxnSpPr>
          <p:nvPr/>
        </p:nvCxnSpPr>
        <p:spPr>
          <a:xfrm flipH="1">
            <a:off x="4996478" y="4439491"/>
            <a:ext cx="3520852" cy="1395533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53543D1-31FE-98C0-9F44-054E82EF2F91}"/>
              </a:ext>
            </a:extLst>
          </p:cNvPr>
          <p:cNvSpPr txBox="1"/>
          <p:nvPr/>
        </p:nvSpPr>
        <p:spPr>
          <a:xfrm>
            <a:off x="6411471" y="5069829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⎵→1,L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74E625-8524-0717-7C15-89EA52977C32}"/>
              </a:ext>
            </a:extLst>
          </p:cNvPr>
          <p:cNvSpPr txBox="1"/>
          <p:nvPr/>
        </p:nvSpPr>
        <p:spPr>
          <a:xfrm>
            <a:off x="3334816" y="5622964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71" name="Arc 70">
            <a:extLst>
              <a:ext uri="{FF2B5EF4-FFF2-40B4-BE49-F238E27FC236}">
                <a16:creationId xmlns:a16="http://schemas.microsoft.com/office/drawing/2014/main" id="{7951B210-CE3D-EFBA-1AE7-874037758F04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3625554" y="5274253"/>
            <a:ext cx="720186" cy="1104651"/>
          </a:xfrm>
          <a:prstGeom prst="arc">
            <a:avLst>
              <a:gd name="adj1" fmla="val 7216538"/>
              <a:gd name="adj2" fmla="val 3462955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1CB3352-9E61-E3DA-2F02-66DB6523FE7B}"/>
              </a:ext>
            </a:extLst>
          </p:cNvPr>
          <p:cNvCxnSpPr>
            <a:cxnSpLocks/>
            <a:stCxn id="49" idx="5"/>
          </p:cNvCxnSpPr>
          <p:nvPr/>
        </p:nvCxnSpPr>
        <p:spPr>
          <a:xfrm>
            <a:off x="4891036" y="6089582"/>
            <a:ext cx="375014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71A2C9B9-C953-71CB-905C-FBAFA5601B53}"/>
              </a:ext>
            </a:extLst>
          </p:cNvPr>
          <p:cNvSpPr>
            <a:spLocks noChangeAspect="1"/>
          </p:cNvSpPr>
          <p:nvPr/>
        </p:nvSpPr>
        <p:spPr>
          <a:xfrm>
            <a:off x="3757508" y="3808758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'</a:t>
            </a:r>
            <a:endParaRPr lang="lv-LV" sz="28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3B8362-F23B-8AF2-84B8-66B2EC6DE99A}"/>
              </a:ext>
            </a:extLst>
          </p:cNvPr>
          <p:cNvCxnSpPr>
            <a:cxnSpLocks/>
            <a:stCxn id="6" idx="4"/>
            <a:endCxn id="49" idx="0"/>
          </p:cNvCxnSpPr>
          <p:nvPr/>
        </p:nvCxnSpPr>
        <p:spPr>
          <a:xfrm>
            <a:off x="4117508" y="4528758"/>
            <a:ext cx="518970" cy="94626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C967340-6394-2D6D-571C-261AE1726C64}"/>
              </a:ext>
            </a:extLst>
          </p:cNvPr>
          <p:cNvSpPr txBox="1"/>
          <p:nvPr/>
        </p:nvSpPr>
        <p:spPr>
          <a:xfrm>
            <a:off x="4030409" y="4591196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→L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66D1F9-ADE0-0316-0C85-3E717671A492}"/>
              </a:ext>
            </a:extLst>
          </p:cNvPr>
          <p:cNvSpPr txBox="1"/>
          <p:nvPr/>
        </p:nvSpPr>
        <p:spPr>
          <a:xfrm>
            <a:off x="6867750" y="2231251"/>
            <a:ext cx="496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What does this this TM do ???</a:t>
            </a:r>
            <a:endParaRPr lang="lv-LV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86646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</a:t>
            </a:r>
            <a:r>
              <a:rPr lang="en-US" dirty="0">
                <a:solidFill>
                  <a:srgbClr val="00B050"/>
                </a:solidFill>
              </a:rPr>
              <a:t>singly-infinite</a:t>
            </a:r>
            <a:r>
              <a:rPr lang="en-US" dirty="0"/>
              <a:t>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6D47BC1-BE6A-1EFF-0F10-B776D6D0B643}"/>
              </a:ext>
            </a:extLst>
          </p:cNvPr>
          <p:cNvSpPr>
            <a:spLocks noChangeAspect="1"/>
          </p:cNvSpPr>
          <p:nvPr/>
        </p:nvSpPr>
        <p:spPr>
          <a:xfrm>
            <a:off x="4268540" y="2231251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endParaRPr lang="lv-LV" sz="2800" i="1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4C2209-3866-843A-0DA5-AD2E0BE5DC84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1348033" y="2591251"/>
            <a:ext cx="2920507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52E01BD1-4B50-910D-0CDC-CB11C1833711}"/>
              </a:ext>
            </a:extLst>
          </p:cNvPr>
          <p:cNvSpPr>
            <a:spLocks noChangeAspect="1"/>
          </p:cNvSpPr>
          <p:nvPr/>
        </p:nvSpPr>
        <p:spPr>
          <a:xfrm>
            <a:off x="5593115" y="3801177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₀</a:t>
            </a:r>
            <a:endParaRPr lang="lv-LV" sz="280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CDB5A7-7006-4089-73CB-88F15949F4D1}"/>
              </a:ext>
            </a:extLst>
          </p:cNvPr>
          <p:cNvCxnSpPr>
            <a:cxnSpLocks/>
            <a:stCxn id="7" idx="5"/>
            <a:endCxn id="12" idx="0"/>
          </p:cNvCxnSpPr>
          <p:nvPr/>
        </p:nvCxnSpPr>
        <p:spPr>
          <a:xfrm>
            <a:off x="4883098" y="2845809"/>
            <a:ext cx="1070017" cy="955368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5F23D74-50E0-E5A0-1B8F-7A5AC1A24557}"/>
              </a:ext>
            </a:extLst>
          </p:cNvPr>
          <p:cNvSpPr txBox="1"/>
          <p:nvPr/>
        </p:nvSpPr>
        <p:spPr>
          <a:xfrm>
            <a:off x="5455440" y="3173555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0→⎵,R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8F41F3-5ECA-0065-BE7D-2C529600F7BB}"/>
              </a:ext>
            </a:extLst>
          </p:cNvPr>
          <p:cNvCxnSpPr>
            <a:cxnSpLocks/>
            <a:stCxn id="7" idx="6"/>
            <a:endCxn id="20" idx="1"/>
          </p:cNvCxnSpPr>
          <p:nvPr/>
        </p:nvCxnSpPr>
        <p:spPr>
          <a:xfrm>
            <a:off x="4988540" y="2591251"/>
            <a:ext cx="3274232" cy="1233682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3E72C93-B87C-DD7A-4275-8A61EB148BA2}"/>
              </a:ext>
            </a:extLst>
          </p:cNvPr>
          <p:cNvSpPr>
            <a:spLocks noChangeAspect="1"/>
          </p:cNvSpPr>
          <p:nvPr/>
        </p:nvSpPr>
        <p:spPr>
          <a:xfrm>
            <a:off x="8157330" y="3719491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₁</a:t>
            </a:r>
            <a:endParaRPr lang="lv-LV" sz="280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D6A40B-B133-905C-628B-315EA8FE0E17}"/>
              </a:ext>
            </a:extLst>
          </p:cNvPr>
          <p:cNvSpPr txBox="1"/>
          <p:nvPr/>
        </p:nvSpPr>
        <p:spPr>
          <a:xfrm>
            <a:off x="7311088" y="3115954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1→⎵,R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0240B9-0301-7029-E7E2-53CF6DE48E42}"/>
              </a:ext>
            </a:extLst>
          </p:cNvPr>
          <p:cNvCxnSpPr>
            <a:cxnSpLocks/>
            <a:stCxn id="12" idx="6"/>
            <a:endCxn id="20" idx="2"/>
          </p:cNvCxnSpPr>
          <p:nvPr/>
        </p:nvCxnSpPr>
        <p:spPr>
          <a:xfrm flipV="1">
            <a:off x="6313115" y="4079491"/>
            <a:ext cx="1844215" cy="8168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2ED8B93-3A19-9864-ECD3-F0DEA10C83BF}"/>
              </a:ext>
            </a:extLst>
          </p:cNvPr>
          <p:cNvSpPr txBox="1"/>
          <p:nvPr/>
        </p:nvSpPr>
        <p:spPr>
          <a:xfrm>
            <a:off x="6581196" y="3700288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1→0,R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0E2D0A-BF4A-4C1E-A3E6-2AC042D46A93}"/>
              </a:ext>
            </a:extLst>
          </p:cNvPr>
          <p:cNvCxnSpPr>
            <a:cxnSpLocks/>
            <a:stCxn id="20" idx="3"/>
            <a:endCxn id="12" idx="5"/>
          </p:cNvCxnSpPr>
          <p:nvPr/>
        </p:nvCxnSpPr>
        <p:spPr>
          <a:xfrm flipH="1">
            <a:off x="6207673" y="4334049"/>
            <a:ext cx="2055099" cy="8168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79B4DD7-290C-B381-E164-5BABE09C4E83}"/>
              </a:ext>
            </a:extLst>
          </p:cNvPr>
          <p:cNvSpPr txBox="1"/>
          <p:nvPr/>
        </p:nvSpPr>
        <p:spPr>
          <a:xfrm>
            <a:off x="6545420" y="4375625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0→1,R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60867E0B-8FB1-427C-2ABE-E3D683C85017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5061982" y="3709281"/>
            <a:ext cx="720186" cy="870408"/>
          </a:xfrm>
          <a:prstGeom prst="arc">
            <a:avLst>
              <a:gd name="adj1" fmla="val 7973364"/>
              <a:gd name="adj2" fmla="val 2706049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1EF5B6-37A6-4712-BC17-BA0B505F0219}"/>
              </a:ext>
            </a:extLst>
          </p:cNvPr>
          <p:cNvSpPr txBox="1"/>
          <p:nvPr/>
        </p:nvSpPr>
        <p:spPr>
          <a:xfrm>
            <a:off x="4772589" y="3915303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0→R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3A86436A-43CD-3588-09EF-BA546788FCDA}"/>
              </a:ext>
            </a:extLst>
          </p:cNvPr>
          <p:cNvSpPr>
            <a:spLocks noChangeAspect="1"/>
          </p:cNvSpPr>
          <p:nvPr/>
        </p:nvSpPr>
        <p:spPr>
          <a:xfrm rot="16200000" flipH="1" flipV="1">
            <a:off x="8718757" y="3641724"/>
            <a:ext cx="720186" cy="875347"/>
          </a:xfrm>
          <a:prstGeom prst="arc">
            <a:avLst>
              <a:gd name="adj1" fmla="val 7702795"/>
              <a:gd name="adj2" fmla="val 3215158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D3A538-9F5D-BF6D-66C6-F145F4499724}"/>
              </a:ext>
            </a:extLst>
          </p:cNvPr>
          <p:cNvSpPr txBox="1"/>
          <p:nvPr/>
        </p:nvSpPr>
        <p:spPr>
          <a:xfrm rot="21443863">
            <a:off x="8821387" y="3851407"/>
            <a:ext cx="686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1→R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EA5DF94-6835-4282-9DD3-3B5A296B51BB}"/>
              </a:ext>
            </a:extLst>
          </p:cNvPr>
          <p:cNvSpPr>
            <a:spLocks noChangeAspect="1"/>
          </p:cNvSpPr>
          <p:nvPr/>
        </p:nvSpPr>
        <p:spPr>
          <a:xfrm>
            <a:off x="4276478" y="5475024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₋</a:t>
            </a:r>
            <a:endParaRPr lang="lv-LV" sz="2800" baseline="-25000" dirty="0">
              <a:solidFill>
                <a:schemeClr val="tx1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84A9855-B025-A1E9-E4FB-AD573AC7647F}"/>
              </a:ext>
            </a:extLst>
          </p:cNvPr>
          <p:cNvCxnSpPr>
            <a:cxnSpLocks/>
            <a:stCxn id="7" idx="3"/>
            <a:endCxn id="6" idx="0"/>
          </p:cNvCxnSpPr>
          <p:nvPr/>
        </p:nvCxnSpPr>
        <p:spPr>
          <a:xfrm flipH="1">
            <a:off x="4117508" y="2845809"/>
            <a:ext cx="256474" cy="962949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6AAF6A3-4E1D-645D-3DEA-7F08903FF01D}"/>
              </a:ext>
            </a:extLst>
          </p:cNvPr>
          <p:cNvSpPr txBox="1"/>
          <p:nvPr/>
        </p:nvSpPr>
        <p:spPr>
          <a:xfrm>
            <a:off x="4043130" y="3127164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⎵→R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BD27507-12F4-13C1-0B2E-95334A18DFAA}"/>
              </a:ext>
            </a:extLst>
          </p:cNvPr>
          <p:cNvCxnSpPr>
            <a:cxnSpLocks/>
            <a:stCxn id="12" idx="4"/>
            <a:endCxn id="49" idx="7"/>
          </p:cNvCxnSpPr>
          <p:nvPr/>
        </p:nvCxnSpPr>
        <p:spPr>
          <a:xfrm flipH="1">
            <a:off x="4891036" y="4521177"/>
            <a:ext cx="1062079" cy="1059289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F11AE03-C77B-D27A-88E4-69255D3E1577}"/>
              </a:ext>
            </a:extLst>
          </p:cNvPr>
          <p:cNvSpPr txBox="1"/>
          <p:nvPr/>
        </p:nvSpPr>
        <p:spPr>
          <a:xfrm>
            <a:off x="5165478" y="4918102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⎵→0,L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5A35BA8-723F-52C1-0565-FDB4CDF8E596}"/>
              </a:ext>
            </a:extLst>
          </p:cNvPr>
          <p:cNvCxnSpPr>
            <a:cxnSpLocks/>
            <a:stCxn id="20" idx="4"/>
            <a:endCxn id="49" idx="6"/>
          </p:cNvCxnSpPr>
          <p:nvPr/>
        </p:nvCxnSpPr>
        <p:spPr>
          <a:xfrm flipH="1">
            <a:off x="4996478" y="4439491"/>
            <a:ext cx="3520852" cy="1395533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53543D1-31FE-98C0-9F44-054E82EF2F91}"/>
              </a:ext>
            </a:extLst>
          </p:cNvPr>
          <p:cNvSpPr txBox="1"/>
          <p:nvPr/>
        </p:nvSpPr>
        <p:spPr>
          <a:xfrm>
            <a:off x="6411471" y="5069829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⎵→1,L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74E625-8524-0717-7C15-89EA52977C32}"/>
              </a:ext>
            </a:extLst>
          </p:cNvPr>
          <p:cNvSpPr txBox="1"/>
          <p:nvPr/>
        </p:nvSpPr>
        <p:spPr>
          <a:xfrm>
            <a:off x="3334816" y="5622964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71" name="Arc 70">
            <a:extLst>
              <a:ext uri="{FF2B5EF4-FFF2-40B4-BE49-F238E27FC236}">
                <a16:creationId xmlns:a16="http://schemas.microsoft.com/office/drawing/2014/main" id="{7951B210-CE3D-EFBA-1AE7-874037758F04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3625554" y="5274253"/>
            <a:ext cx="720186" cy="1104651"/>
          </a:xfrm>
          <a:prstGeom prst="arc">
            <a:avLst>
              <a:gd name="adj1" fmla="val 7216538"/>
              <a:gd name="adj2" fmla="val 3462955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1CB3352-9E61-E3DA-2F02-66DB6523FE7B}"/>
              </a:ext>
            </a:extLst>
          </p:cNvPr>
          <p:cNvCxnSpPr>
            <a:cxnSpLocks/>
            <a:stCxn id="49" idx="5"/>
          </p:cNvCxnSpPr>
          <p:nvPr/>
        </p:nvCxnSpPr>
        <p:spPr>
          <a:xfrm>
            <a:off x="4891036" y="6089582"/>
            <a:ext cx="375014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71A2C9B9-C953-71CB-905C-FBAFA5601B53}"/>
              </a:ext>
            </a:extLst>
          </p:cNvPr>
          <p:cNvSpPr>
            <a:spLocks noChangeAspect="1"/>
          </p:cNvSpPr>
          <p:nvPr/>
        </p:nvSpPr>
        <p:spPr>
          <a:xfrm>
            <a:off x="3757508" y="3808758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'</a:t>
            </a:r>
            <a:endParaRPr lang="lv-LV" sz="28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3B8362-F23B-8AF2-84B8-66B2EC6DE99A}"/>
              </a:ext>
            </a:extLst>
          </p:cNvPr>
          <p:cNvCxnSpPr>
            <a:cxnSpLocks/>
            <a:stCxn id="6" idx="4"/>
            <a:endCxn id="49" idx="0"/>
          </p:cNvCxnSpPr>
          <p:nvPr/>
        </p:nvCxnSpPr>
        <p:spPr>
          <a:xfrm>
            <a:off x="4117508" y="4528758"/>
            <a:ext cx="518970" cy="94626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C967340-6394-2D6D-571C-261AE1726C64}"/>
              </a:ext>
            </a:extLst>
          </p:cNvPr>
          <p:cNvSpPr txBox="1"/>
          <p:nvPr/>
        </p:nvSpPr>
        <p:spPr>
          <a:xfrm>
            <a:off x="4030409" y="4591196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→L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CB2718-8019-69B3-7BEA-53B816C0955E}"/>
              </a:ext>
            </a:extLst>
          </p:cNvPr>
          <p:cNvSpPr txBox="1"/>
          <p:nvPr/>
        </p:nvSpPr>
        <p:spPr>
          <a:xfrm>
            <a:off x="136146" y="2608436"/>
            <a:ext cx="40511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𝑥₁ 𝑥₂ …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₋₁  </a:t>
            </a:r>
            <a:r>
              <a:rPr lang="en-US" sz="2800" i="1" dirty="0">
                <a:solidFill>
                  <a:srgbClr val="0070C0"/>
                </a:solidFill>
              </a:rPr>
              <a:t>r  </a:t>
            </a:r>
            <a:r>
              <a:rPr lang="en-US" sz="2800" dirty="0">
                <a:solidFill>
                  <a:srgbClr val="0070C0"/>
                </a:solidFill>
              </a:rPr>
              <a:t>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₊₁ … 𝑥ₙ ⎵</a:t>
            </a:r>
            <a:endParaRPr lang="lv-LV" sz="2800" i="1" dirty="0">
              <a:solidFill>
                <a:srgbClr val="0070C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26B6D5-97CE-4457-AAF3-AB04053C5990}"/>
              </a:ext>
            </a:extLst>
          </p:cNvPr>
          <p:cNvSpPr txBox="1"/>
          <p:nvPr/>
        </p:nvSpPr>
        <p:spPr>
          <a:xfrm>
            <a:off x="5165478" y="6236047"/>
            <a:ext cx="69553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What configuration should we expect here ???</a:t>
            </a:r>
            <a:endParaRPr lang="lv-LV" sz="28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69165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</a:t>
            </a:r>
            <a:r>
              <a:rPr lang="en-US" dirty="0">
                <a:solidFill>
                  <a:srgbClr val="00B050"/>
                </a:solidFill>
              </a:rPr>
              <a:t>singly-infinite</a:t>
            </a:r>
            <a:r>
              <a:rPr lang="en-US" dirty="0"/>
              <a:t>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6D47BC1-BE6A-1EFF-0F10-B776D6D0B643}"/>
              </a:ext>
            </a:extLst>
          </p:cNvPr>
          <p:cNvSpPr>
            <a:spLocks noChangeAspect="1"/>
          </p:cNvSpPr>
          <p:nvPr/>
        </p:nvSpPr>
        <p:spPr>
          <a:xfrm>
            <a:off x="4268540" y="2231251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endParaRPr lang="lv-LV" sz="2800" i="1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4C2209-3866-843A-0DA5-AD2E0BE5DC84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1348033" y="2591251"/>
            <a:ext cx="2920507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52E01BD1-4B50-910D-0CDC-CB11C1833711}"/>
              </a:ext>
            </a:extLst>
          </p:cNvPr>
          <p:cNvSpPr>
            <a:spLocks noChangeAspect="1"/>
          </p:cNvSpPr>
          <p:nvPr/>
        </p:nvSpPr>
        <p:spPr>
          <a:xfrm>
            <a:off x="5593115" y="3801177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₀</a:t>
            </a:r>
            <a:endParaRPr lang="lv-LV" sz="280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CDB5A7-7006-4089-73CB-88F15949F4D1}"/>
              </a:ext>
            </a:extLst>
          </p:cNvPr>
          <p:cNvCxnSpPr>
            <a:cxnSpLocks/>
            <a:stCxn id="7" idx="5"/>
            <a:endCxn id="12" idx="0"/>
          </p:cNvCxnSpPr>
          <p:nvPr/>
        </p:nvCxnSpPr>
        <p:spPr>
          <a:xfrm>
            <a:off x="4883098" y="2845809"/>
            <a:ext cx="1070017" cy="955368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5F23D74-50E0-E5A0-1B8F-7A5AC1A24557}"/>
              </a:ext>
            </a:extLst>
          </p:cNvPr>
          <p:cNvSpPr txBox="1"/>
          <p:nvPr/>
        </p:nvSpPr>
        <p:spPr>
          <a:xfrm>
            <a:off x="5455440" y="3173555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0→⎵,R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8F41F3-5ECA-0065-BE7D-2C529600F7BB}"/>
              </a:ext>
            </a:extLst>
          </p:cNvPr>
          <p:cNvCxnSpPr>
            <a:cxnSpLocks/>
            <a:stCxn id="7" idx="6"/>
            <a:endCxn id="20" idx="1"/>
          </p:cNvCxnSpPr>
          <p:nvPr/>
        </p:nvCxnSpPr>
        <p:spPr>
          <a:xfrm>
            <a:off x="4988540" y="2591251"/>
            <a:ext cx="3274232" cy="1233682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3E72C93-B87C-DD7A-4275-8A61EB148BA2}"/>
              </a:ext>
            </a:extLst>
          </p:cNvPr>
          <p:cNvSpPr>
            <a:spLocks noChangeAspect="1"/>
          </p:cNvSpPr>
          <p:nvPr/>
        </p:nvSpPr>
        <p:spPr>
          <a:xfrm>
            <a:off x="8157330" y="3719491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₁</a:t>
            </a:r>
            <a:endParaRPr lang="lv-LV" sz="280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D6A40B-B133-905C-628B-315EA8FE0E17}"/>
              </a:ext>
            </a:extLst>
          </p:cNvPr>
          <p:cNvSpPr txBox="1"/>
          <p:nvPr/>
        </p:nvSpPr>
        <p:spPr>
          <a:xfrm>
            <a:off x="7311088" y="3115954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1→⎵,R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0240B9-0301-7029-E7E2-53CF6DE48E42}"/>
              </a:ext>
            </a:extLst>
          </p:cNvPr>
          <p:cNvCxnSpPr>
            <a:cxnSpLocks/>
            <a:stCxn id="12" idx="6"/>
            <a:endCxn id="20" idx="2"/>
          </p:cNvCxnSpPr>
          <p:nvPr/>
        </p:nvCxnSpPr>
        <p:spPr>
          <a:xfrm flipV="1">
            <a:off x="6313115" y="4079491"/>
            <a:ext cx="1844215" cy="8168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2ED8B93-3A19-9864-ECD3-F0DEA10C83BF}"/>
              </a:ext>
            </a:extLst>
          </p:cNvPr>
          <p:cNvSpPr txBox="1"/>
          <p:nvPr/>
        </p:nvSpPr>
        <p:spPr>
          <a:xfrm>
            <a:off x="6581196" y="3700288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1→0,R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0E2D0A-BF4A-4C1E-A3E6-2AC042D46A93}"/>
              </a:ext>
            </a:extLst>
          </p:cNvPr>
          <p:cNvCxnSpPr>
            <a:cxnSpLocks/>
            <a:stCxn id="20" idx="3"/>
            <a:endCxn id="12" idx="5"/>
          </p:cNvCxnSpPr>
          <p:nvPr/>
        </p:nvCxnSpPr>
        <p:spPr>
          <a:xfrm flipH="1">
            <a:off x="6207673" y="4334049"/>
            <a:ext cx="2055099" cy="8168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79B4DD7-290C-B381-E164-5BABE09C4E83}"/>
              </a:ext>
            </a:extLst>
          </p:cNvPr>
          <p:cNvSpPr txBox="1"/>
          <p:nvPr/>
        </p:nvSpPr>
        <p:spPr>
          <a:xfrm>
            <a:off x="6545420" y="4375625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0→1,R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60867E0B-8FB1-427C-2ABE-E3D683C85017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5061982" y="3709281"/>
            <a:ext cx="720186" cy="870408"/>
          </a:xfrm>
          <a:prstGeom prst="arc">
            <a:avLst>
              <a:gd name="adj1" fmla="val 7973364"/>
              <a:gd name="adj2" fmla="val 2706049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1EF5B6-37A6-4712-BC17-BA0B505F0219}"/>
              </a:ext>
            </a:extLst>
          </p:cNvPr>
          <p:cNvSpPr txBox="1"/>
          <p:nvPr/>
        </p:nvSpPr>
        <p:spPr>
          <a:xfrm>
            <a:off x="4772589" y="3915303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0→R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3A86436A-43CD-3588-09EF-BA546788FCDA}"/>
              </a:ext>
            </a:extLst>
          </p:cNvPr>
          <p:cNvSpPr>
            <a:spLocks noChangeAspect="1"/>
          </p:cNvSpPr>
          <p:nvPr/>
        </p:nvSpPr>
        <p:spPr>
          <a:xfrm rot="16200000" flipH="1" flipV="1">
            <a:off x="8718757" y="3641724"/>
            <a:ext cx="720186" cy="875347"/>
          </a:xfrm>
          <a:prstGeom prst="arc">
            <a:avLst>
              <a:gd name="adj1" fmla="val 7702795"/>
              <a:gd name="adj2" fmla="val 3215158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D3A538-9F5D-BF6D-66C6-F145F4499724}"/>
              </a:ext>
            </a:extLst>
          </p:cNvPr>
          <p:cNvSpPr txBox="1"/>
          <p:nvPr/>
        </p:nvSpPr>
        <p:spPr>
          <a:xfrm rot="21443863">
            <a:off x="8821387" y="3851407"/>
            <a:ext cx="686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1→R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EA5DF94-6835-4282-9DD3-3B5A296B51BB}"/>
              </a:ext>
            </a:extLst>
          </p:cNvPr>
          <p:cNvSpPr>
            <a:spLocks noChangeAspect="1"/>
          </p:cNvSpPr>
          <p:nvPr/>
        </p:nvSpPr>
        <p:spPr>
          <a:xfrm>
            <a:off x="4276478" y="5475024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₋</a:t>
            </a:r>
            <a:endParaRPr lang="lv-LV" sz="2800" baseline="-25000" dirty="0">
              <a:solidFill>
                <a:schemeClr val="tx1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84A9855-B025-A1E9-E4FB-AD573AC7647F}"/>
              </a:ext>
            </a:extLst>
          </p:cNvPr>
          <p:cNvCxnSpPr>
            <a:cxnSpLocks/>
            <a:stCxn id="7" idx="3"/>
            <a:endCxn id="6" idx="0"/>
          </p:cNvCxnSpPr>
          <p:nvPr/>
        </p:nvCxnSpPr>
        <p:spPr>
          <a:xfrm flipH="1">
            <a:off x="4117508" y="2845809"/>
            <a:ext cx="256474" cy="962949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6AAF6A3-4E1D-645D-3DEA-7F08903FF01D}"/>
              </a:ext>
            </a:extLst>
          </p:cNvPr>
          <p:cNvSpPr txBox="1"/>
          <p:nvPr/>
        </p:nvSpPr>
        <p:spPr>
          <a:xfrm>
            <a:off x="4043130" y="3127164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⎵→R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BD27507-12F4-13C1-0B2E-95334A18DFAA}"/>
              </a:ext>
            </a:extLst>
          </p:cNvPr>
          <p:cNvCxnSpPr>
            <a:cxnSpLocks/>
            <a:stCxn id="12" idx="4"/>
            <a:endCxn id="49" idx="7"/>
          </p:cNvCxnSpPr>
          <p:nvPr/>
        </p:nvCxnSpPr>
        <p:spPr>
          <a:xfrm flipH="1">
            <a:off x="4891036" y="4521177"/>
            <a:ext cx="1062079" cy="1059289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F11AE03-C77B-D27A-88E4-69255D3E1577}"/>
              </a:ext>
            </a:extLst>
          </p:cNvPr>
          <p:cNvSpPr txBox="1"/>
          <p:nvPr/>
        </p:nvSpPr>
        <p:spPr>
          <a:xfrm>
            <a:off x="5165478" y="4918102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⎵→0,L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5A35BA8-723F-52C1-0565-FDB4CDF8E596}"/>
              </a:ext>
            </a:extLst>
          </p:cNvPr>
          <p:cNvCxnSpPr>
            <a:cxnSpLocks/>
            <a:stCxn id="20" idx="4"/>
            <a:endCxn id="49" idx="6"/>
          </p:cNvCxnSpPr>
          <p:nvPr/>
        </p:nvCxnSpPr>
        <p:spPr>
          <a:xfrm flipH="1">
            <a:off x="4996478" y="4439491"/>
            <a:ext cx="3520852" cy="1395533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53543D1-31FE-98C0-9F44-054E82EF2F91}"/>
              </a:ext>
            </a:extLst>
          </p:cNvPr>
          <p:cNvSpPr txBox="1"/>
          <p:nvPr/>
        </p:nvSpPr>
        <p:spPr>
          <a:xfrm>
            <a:off x="6411471" y="5069829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⎵→1,L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74E625-8524-0717-7C15-89EA52977C32}"/>
              </a:ext>
            </a:extLst>
          </p:cNvPr>
          <p:cNvSpPr txBox="1"/>
          <p:nvPr/>
        </p:nvSpPr>
        <p:spPr>
          <a:xfrm>
            <a:off x="3334816" y="5622964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71" name="Arc 70">
            <a:extLst>
              <a:ext uri="{FF2B5EF4-FFF2-40B4-BE49-F238E27FC236}">
                <a16:creationId xmlns:a16="http://schemas.microsoft.com/office/drawing/2014/main" id="{7951B210-CE3D-EFBA-1AE7-874037758F04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3625554" y="5274253"/>
            <a:ext cx="720186" cy="1104651"/>
          </a:xfrm>
          <a:prstGeom prst="arc">
            <a:avLst>
              <a:gd name="adj1" fmla="val 7216538"/>
              <a:gd name="adj2" fmla="val 3462955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1CB3352-9E61-E3DA-2F02-66DB6523FE7B}"/>
              </a:ext>
            </a:extLst>
          </p:cNvPr>
          <p:cNvCxnSpPr>
            <a:cxnSpLocks/>
            <a:stCxn id="49" idx="5"/>
          </p:cNvCxnSpPr>
          <p:nvPr/>
        </p:nvCxnSpPr>
        <p:spPr>
          <a:xfrm>
            <a:off x="4891036" y="6089582"/>
            <a:ext cx="375014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71A2C9B9-C953-71CB-905C-FBAFA5601B53}"/>
              </a:ext>
            </a:extLst>
          </p:cNvPr>
          <p:cNvSpPr>
            <a:spLocks noChangeAspect="1"/>
          </p:cNvSpPr>
          <p:nvPr/>
        </p:nvSpPr>
        <p:spPr>
          <a:xfrm>
            <a:off x="3757508" y="3808758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'</a:t>
            </a:r>
            <a:endParaRPr lang="lv-LV" sz="28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3B8362-F23B-8AF2-84B8-66B2EC6DE99A}"/>
              </a:ext>
            </a:extLst>
          </p:cNvPr>
          <p:cNvCxnSpPr>
            <a:cxnSpLocks/>
            <a:stCxn id="6" idx="4"/>
            <a:endCxn id="49" idx="0"/>
          </p:cNvCxnSpPr>
          <p:nvPr/>
        </p:nvCxnSpPr>
        <p:spPr>
          <a:xfrm>
            <a:off x="4117508" y="4528758"/>
            <a:ext cx="518970" cy="94626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C967340-6394-2D6D-571C-261AE1726C64}"/>
              </a:ext>
            </a:extLst>
          </p:cNvPr>
          <p:cNvSpPr txBox="1"/>
          <p:nvPr/>
        </p:nvSpPr>
        <p:spPr>
          <a:xfrm>
            <a:off x="4030409" y="4591196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→L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E2B1BB-CD6F-A12A-8E4F-583A05A46229}"/>
              </a:ext>
            </a:extLst>
          </p:cNvPr>
          <p:cNvSpPr txBox="1"/>
          <p:nvPr/>
        </p:nvSpPr>
        <p:spPr>
          <a:xfrm>
            <a:off x="136146" y="2608436"/>
            <a:ext cx="40511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𝑥₁ 𝑥₂ …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₋₁  </a:t>
            </a:r>
            <a:r>
              <a:rPr lang="en-US" sz="2800" i="1" dirty="0">
                <a:solidFill>
                  <a:srgbClr val="0070C0"/>
                </a:solidFill>
              </a:rPr>
              <a:t>r  </a:t>
            </a:r>
            <a:r>
              <a:rPr lang="en-US" sz="2800" dirty="0">
                <a:solidFill>
                  <a:srgbClr val="0070C0"/>
                </a:solidFill>
              </a:rPr>
              <a:t>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₊₁ … 𝑥ₙ ⎵</a:t>
            </a:r>
            <a:endParaRPr lang="lv-LV" sz="2800" i="1" dirty="0">
              <a:solidFill>
                <a:srgbClr val="0070C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B90D7B-A448-2BEE-0D10-E6914E29CA7C}"/>
              </a:ext>
            </a:extLst>
          </p:cNvPr>
          <p:cNvSpPr txBox="1"/>
          <p:nvPr/>
        </p:nvSpPr>
        <p:spPr>
          <a:xfrm>
            <a:off x="5180517" y="6142865"/>
            <a:ext cx="4482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𝑥₁ 𝑥₂ …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₋₁  </a:t>
            </a:r>
            <a:r>
              <a:rPr lang="en-US" sz="2800" i="1" dirty="0">
                <a:solidFill>
                  <a:srgbClr val="0070C0"/>
                </a:solidFill>
              </a:rPr>
              <a:t>r</a:t>
            </a:r>
            <a:r>
              <a:rPr lang="en-US" sz="2800" dirty="0">
                <a:solidFill>
                  <a:srgbClr val="0070C0"/>
                </a:solidFill>
              </a:rPr>
              <a:t>₋  ⎵</a:t>
            </a:r>
            <a:r>
              <a:rPr lang="en-US" sz="2800" i="1" dirty="0">
                <a:solidFill>
                  <a:srgbClr val="0070C0"/>
                </a:solidFill>
              </a:rPr>
              <a:t> </a:t>
            </a:r>
            <a:r>
              <a:rPr lang="en-US" sz="2800" dirty="0">
                <a:solidFill>
                  <a:srgbClr val="0070C0"/>
                </a:solidFill>
              </a:rPr>
              <a:t>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₊₁ … 𝑥ₙ ⎵</a:t>
            </a:r>
            <a:endParaRPr lang="lv-LV" sz="28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67106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</a:t>
            </a:r>
            <a:r>
              <a:rPr lang="en-US" dirty="0">
                <a:solidFill>
                  <a:srgbClr val="00B050"/>
                </a:solidFill>
              </a:rPr>
              <a:t>singly-infinite</a:t>
            </a:r>
            <a:r>
              <a:rPr lang="en-US" dirty="0"/>
              <a:t>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6D47BC1-BE6A-1EFF-0F10-B776D6D0B643}"/>
              </a:ext>
            </a:extLst>
          </p:cNvPr>
          <p:cNvSpPr>
            <a:spLocks noChangeAspect="1"/>
          </p:cNvSpPr>
          <p:nvPr/>
        </p:nvSpPr>
        <p:spPr>
          <a:xfrm>
            <a:off x="4268540" y="2231251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endParaRPr lang="lv-LV" sz="2800" i="1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4C2209-3866-843A-0DA5-AD2E0BE5DC84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1348033" y="2591251"/>
            <a:ext cx="2920507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52E01BD1-4B50-910D-0CDC-CB11C1833711}"/>
              </a:ext>
            </a:extLst>
          </p:cNvPr>
          <p:cNvSpPr>
            <a:spLocks noChangeAspect="1"/>
          </p:cNvSpPr>
          <p:nvPr/>
        </p:nvSpPr>
        <p:spPr>
          <a:xfrm>
            <a:off x="5593115" y="3801177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₀</a:t>
            </a:r>
            <a:endParaRPr lang="lv-LV" sz="280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CDB5A7-7006-4089-73CB-88F15949F4D1}"/>
              </a:ext>
            </a:extLst>
          </p:cNvPr>
          <p:cNvCxnSpPr>
            <a:cxnSpLocks/>
            <a:stCxn id="7" idx="5"/>
            <a:endCxn id="12" idx="0"/>
          </p:cNvCxnSpPr>
          <p:nvPr/>
        </p:nvCxnSpPr>
        <p:spPr>
          <a:xfrm>
            <a:off x="4883098" y="2845809"/>
            <a:ext cx="1070017" cy="955368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5F23D74-50E0-E5A0-1B8F-7A5AC1A24557}"/>
              </a:ext>
            </a:extLst>
          </p:cNvPr>
          <p:cNvSpPr txBox="1"/>
          <p:nvPr/>
        </p:nvSpPr>
        <p:spPr>
          <a:xfrm>
            <a:off x="5455440" y="3173555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0→⎵,R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8F41F3-5ECA-0065-BE7D-2C529600F7BB}"/>
              </a:ext>
            </a:extLst>
          </p:cNvPr>
          <p:cNvCxnSpPr>
            <a:cxnSpLocks/>
            <a:stCxn id="7" idx="6"/>
            <a:endCxn id="20" idx="1"/>
          </p:cNvCxnSpPr>
          <p:nvPr/>
        </p:nvCxnSpPr>
        <p:spPr>
          <a:xfrm>
            <a:off x="4988540" y="2591251"/>
            <a:ext cx="3274232" cy="1233682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3E72C93-B87C-DD7A-4275-8A61EB148BA2}"/>
              </a:ext>
            </a:extLst>
          </p:cNvPr>
          <p:cNvSpPr>
            <a:spLocks noChangeAspect="1"/>
          </p:cNvSpPr>
          <p:nvPr/>
        </p:nvSpPr>
        <p:spPr>
          <a:xfrm>
            <a:off x="8157330" y="3719491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₁</a:t>
            </a:r>
            <a:endParaRPr lang="lv-LV" sz="280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D6A40B-B133-905C-628B-315EA8FE0E17}"/>
              </a:ext>
            </a:extLst>
          </p:cNvPr>
          <p:cNvSpPr txBox="1"/>
          <p:nvPr/>
        </p:nvSpPr>
        <p:spPr>
          <a:xfrm>
            <a:off x="7311088" y="3115954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1→⎵,R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0240B9-0301-7029-E7E2-53CF6DE48E42}"/>
              </a:ext>
            </a:extLst>
          </p:cNvPr>
          <p:cNvCxnSpPr>
            <a:cxnSpLocks/>
            <a:stCxn id="12" idx="6"/>
            <a:endCxn id="20" idx="2"/>
          </p:cNvCxnSpPr>
          <p:nvPr/>
        </p:nvCxnSpPr>
        <p:spPr>
          <a:xfrm flipV="1">
            <a:off x="6313115" y="4079491"/>
            <a:ext cx="1844215" cy="8168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2ED8B93-3A19-9864-ECD3-F0DEA10C83BF}"/>
              </a:ext>
            </a:extLst>
          </p:cNvPr>
          <p:cNvSpPr txBox="1"/>
          <p:nvPr/>
        </p:nvSpPr>
        <p:spPr>
          <a:xfrm>
            <a:off x="6581196" y="3700288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1→0,R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0E2D0A-BF4A-4C1E-A3E6-2AC042D46A93}"/>
              </a:ext>
            </a:extLst>
          </p:cNvPr>
          <p:cNvCxnSpPr>
            <a:cxnSpLocks/>
            <a:stCxn id="20" idx="3"/>
            <a:endCxn id="12" idx="5"/>
          </p:cNvCxnSpPr>
          <p:nvPr/>
        </p:nvCxnSpPr>
        <p:spPr>
          <a:xfrm flipH="1">
            <a:off x="6207673" y="4334049"/>
            <a:ext cx="2055099" cy="8168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79B4DD7-290C-B381-E164-5BABE09C4E83}"/>
              </a:ext>
            </a:extLst>
          </p:cNvPr>
          <p:cNvSpPr txBox="1"/>
          <p:nvPr/>
        </p:nvSpPr>
        <p:spPr>
          <a:xfrm>
            <a:off x="6545420" y="4375625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0→1,R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60867E0B-8FB1-427C-2ABE-E3D683C85017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5061982" y="3709281"/>
            <a:ext cx="720186" cy="870408"/>
          </a:xfrm>
          <a:prstGeom prst="arc">
            <a:avLst>
              <a:gd name="adj1" fmla="val 7973364"/>
              <a:gd name="adj2" fmla="val 2706049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1EF5B6-37A6-4712-BC17-BA0B505F0219}"/>
              </a:ext>
            </a:extLst>
          </p:cNvPr>
          <p:cNvSpPr txBox="1"/>
          <p:nvPr/>
        </p:nvSpPr>
        <p:spPr>
          <a:xfrm>
            <a:off x="4772589" y="3915303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0→R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3A86436A-43CD-3588-09EF-BA546788FCDA}"/>
              </a:ext>
            </a:extLst>
          </p:cNvPr>
          <p:cNvSpPr>
            <a:spLocks noChangeAspect="1"/>
          </p:cNvSpPr>
          <p:nvPr/>
        </p:nvSpPr>
        <p:spPr>
          <a:xfrm rot="16200000" flipH="1" flipV="1">
            <a:off x="8718757" y="3641724"/>
            <a:ext cx="720186" cy="875347"/>
          </a:xfrm>
          <a:prstGeom prst="arc">
            <a:avLst>
              <a:gd name="adj1" fmla="val 7702795"/>
              <a:gd name="adj2" fmla="val 3215158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D3A538-9F5D-BF6D-66C6-F145F4499724}"/>
              </a:ext>
            </a:extLst>
          </p:cNvPr>
          <p:cNvSpPr txBox="1"/>
          <p:nvPr/>
        </p:nvSpPr>
        <p:spPr>
          <a:xfrm rot="21443863">
            <a:off x="8821387" y="3851407"/>
            <a:ext cx="686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1→R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EA5DF94-6835-4282-9DD3-3B5A296B51BB}"/>
              </a:ext>
            </a:extLst>
          </p:cNvPr>
          <p:cNvSpPr>
            <a:spLocks noChangeAspect="1"/>
          </p:cNvSpPr>
          <p:nvPr/>
        </p:nvSpPr>
        <p:spPr>
          <a:xfrm>
            <a:off x="4276478" y="5475024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₋</a:t>
            </a:r>
            <a:endParaRPr lang="lv-LV" sz="2800" baseline="-25000" dirty="0">
              <a:solidFill>
                <a:schemeClr val="tx1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84A9855-B025-A1E9-E4FB-AD573AC7647F}"/>
              </a:ext>
            </a:extLst>
          </p:cNvPr>
          <p:cNvCxnSpPr>
            <a:cxnSpLocks/>
            <a:stCxn id="7" idx="3"/>
            <a:endCxn id="6" idx="0"/>
          </p:cNvCxnSpPr>
          <p:nvPr/>
        </p:nvCxnSpPr>
        <p:spPr>
          <a:xfrm flipH="1">
            <a:off x="4117508" y="2845809"/>
            <a:ext cx="256474" cy="962949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6AAF6A3-4E1D-645D-3DEA-7F08903FF01D}"/>
              </a:ext>
            </a:extLst>
          </p:cNvPr>
          <p:cNvSpPr txBox="1"/>
          <p:nvPr/>
        </p:nvSpPr>
        <p:spPr>
          <a:xfrm>
            <a:off x="4043130" y="3127164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⎵→R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BD27507-12F4-13C1-0B2E-95334A18DFAA}"/>
              </a:ext>
            </a:extLst>
          </p:cNvPr>
          <p:cNvCxnSpPr>
            <a:cxnSpLocks/>
            <a:stCxn id="12" idx="4"/>
            <a:endCxn id="49" idx="7"/>
          </p:cNvCxnSpPr>
          <p:nvPr/>
        </p:nvCxnSpPr>
        <p:spPr>
          <a:xfrm flipH="1">
            <a:off x="4891036" y="4521177"/>
            <a:ext cx="1062079" cy="1059289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F11AE03-C77B-D27A-88E4-69255D3E1577}"/>
              </a:ext>
            </a:extLst>
          </p:cNvPr>
          <p:cNvSpPr txBox="1"/>
          <p:nvPr/>
        </p:nvSpPr>
        <p:spPr>
          <a:xfrm>
            <a:off x="5165478" y="4918102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⎵→0,L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5A35BA8-723F-52C1-0565-FDB4CDF8E596}"/>
              </a:ext>
            </a:extLst>
          </p:cNvPr>
          <p:cNvCxnSpPr>
            <a:cxnSpLocks/>
            <a:stCxn id="20" idx="4"/>
            <a:endCxn id="49" idx="6"/>
          </p:cNvCxnSpPr>
          <p:nvPr/>
        </p:nvCxnSpPr>
        <p:spPr>
          <a:xfrm flipH="1">
            <a:off x="4996478" y="4439491"/>
            <a:ext cx="3520852" cy="1395533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53543D1-31FE-98C0-9F44-054E82EF2F91}"/>
              </a:ext>
            </a:extLst>
          </p:cNvPr>
          <p:cNvSpPr txBox="1"/>
          <p:nvPr/>
        </p:nvSpPr>
        <p:spPr>
          <a:xfrm>
            <a:off x="6411471" y="5069829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⎵→1,L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74E625-8524-0717-7C15-89EA52977C32}"/>
              </a:ext>
            </a:extLst>
          </p:cNvPr>
          <p:cNvSpPr txBox="1"/>
          <p:nvPr/>
        </p:nvSpPr>
        <p:spPr>
          <a:xfrm>
            <a:off x="3334816" y="5622964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71" name="Arc 70">
            <a:extLst>
              <a:ext uri="{FF2B5EF4-FFF2-40B4-BE49-F238E27FC236}">
                <a16:creationId xmlns:a16="http://schemas.microsoft.com/office/drawing/2014/main" id="{7951B210-CE3D-EFBA-1AE7-874037758F04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3625554" y="5274253"/>
            <a:ext cx="720186" cy="1104651"/>
          </a:xfrm>
          <a:prstGeom prst="arc">
            <a:avLst>
              <a:gd name="adj1" fmla="val 7216538"/>
              <a:gd name="adj2" fmla="val 3462955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1CB3352-9E61-E3DA-2F02-66DB6523FE7B}"/>
              </a:ext>
            </a:extLst>
          </p:cNvPr>
          <p:cNvCxnSpPr>
            <a:cxnSpLocks/>
            <a:stCxn id="49" idx="5"/>
          </p:cNvCxnSpPr>
          <p:nvPr/>
        </p:nvCxnSpPr>
        <p:spPr>
          <a:xfrm>
            <a:off x="4891036" y="6089582"/>
            <a:ext cx="375014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71A2C9B9-C953-71CB-905C-FBAFA5601B53}"/>
              </a:ext>
            </a:extLst>
          </p:cNvPr>
          <p:cNvSpPr>
            <a:spLocks noChangeAspect="1"/>
          </p:cNvSpPr>
          <p:nvPr/>
        </p:nvSpPr>
        <p:spPr>
          <a:xfrm>
            <a:off x="3757508" y="3808758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'</a:t>
            </a:r>
            <a:endParaRPr lang="lv-LV" sz="28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3B8362-F23B-8AF2-84B8-66B2EC6DE99A}"/>
              </a:ext>
            </a:extLst>
          </p:cNvPr>
          <p:cNvCxnSpPr>
            <a:cxnSpLocks/>
            <a:stCxn id="6" idx="4"/>
            <a:endCxn id="49" idx="0"/>
          </p:cNvCxnSpPr>
          <p:nvPr/>
        </p:nvCxnSpPr>
        <p:spPr>
          <a:xfrm>
            <a:off x="4117508" y="4528758"/>
            <a:ext cx="518970" cy="94626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C967340-6394-2D6D-571C-261AE1726C64}"/>
              </a:ext>
            </a:extLst>
          </p:cNvPr>
          <p:cNvSpPr txBox="1"/>
          <p:nvPr/>
        </p:nvSpPr>
        <p:spPr>
          <a:xfrm>
            <a:off x="4030409" y="4591196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→L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E2B1BB-CD6F-A12A-8E4F-583A05A46229}"/>
              </a:ext>
            </a:extLst>
          </p:cNvPr>
          <p:cNvSpPr txBox="1"/>
          <p:nvPr/>
        </p:nvSpPr>
        <p:spPr>
          <a:xfrm>
            <a:off x="136146" y="2608436"/>
            <a:ext cx="40511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𝑥₁ 𝑥₂ …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₋₁  </a:t>
            </a:r>
            <a:r>
              <a:rPr lang="en-US" sz="2800" i="1" dirty="0">
                <a:solidFill>
                  <a:srgbClr val="0070C0"/>
                </a:solidFill>
              </a:rPr>
              <a:t>r  </a:t>
            </a:r>
            <a:r>
              <a:rPr lang="en-US" sz="2800" dirty="0">
                <a:solidFill>
                  <a:srgbClr val="0070C0"/>
                </a:solidFill>
              </a:rPr>
              <a:t>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₊₁ … 𝑥ₙ ⎵</a:t>
            </a:r>
            <a:endParaRPr lang="lv-LV" sz="2800" i="1" dirty="0">
              <a:solidFill>
                <a:srgbClr val="0070C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B90D7B-A448-2BEE-0D10-E6914E29CA7C}"/>
              </a:ext>
            </a:extLst>
          </p:cNvPr>
          <p:cNvSpPr txBox="1"/>
          <p:nvPr/>
        </p:nvSpPr>
        <p:spPr>
          <a:xfrm>
            <a:off x="5180517" y="6142865"/>
            <a:ext cx="4482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𝑥₁ 𝑥₂ …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₋₁  </a:t>
            </a:r>
            <a:r>
              <a:rPr lang="en-US" sz="2800" i="1" dirty="0">
                <a:solidFill>
                  <a:srgbClr val="0070C0"/>
                </a:solidFill>
              </a:rPr>
              <a:t>r</a:t>
            </a:r>
            <a:r>
              <a:rPr lang="en-US" sz="2800" dirty="0">
                <a:solidFill>
                  <a:srgbClr val="0070C0"/>
                </a:solidFill>
              </a:rPr>
              <a:t>₋  ⎵</a:t>
            </a:r>
            <a:r>
              <a:rPr lang="en-US" sz="2800" i="1" dirty="0">
                <a:solidFill>
                  <a:srgbClr val="0070C0"/>
                </a:solidFill>
              </a:rPr>
              <a:t> </a:t>
            </a:r>
            <a:r>
              <a:rPr lang="en-US" sz="2800" dirty="0">
                <a:solidFill>
                  <a:srgbClr val="0070C0"/>
                </a:solidFill>
              </a:rPr>
              <a:t>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₊₁ … 𝑥ₙ ⎵</a:t>
            </a:r>
            <a:endParaRPr lang="lv-LV" sz="2800" i="1" dirty="0">
              <a:solidFill>
                <a:srgbClr val="0070C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82C0C0-B28D-4288-BD5F-4CBDCFE68467}"/>
              </a:ext>
            </a:extLst>
          </p:cNvPr>
          <p:cNvSpPr txBox="1"/>
          <p:nvPr/>
        </p:nvSpPr>
        <p:spPr>
          <a:xfrm>
            <a:off x="5603098" y="2093708"/>
            <a:ext cx="3572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What did we forget ???</a:t>
            </a:r>
            <a:endParaRPr lang="lv-LV" sz="28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40331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</a:t>
            </a:r>
            <a:r>
              <a:rPr lang="en-US" dirty="0">
                <a:solidFill>
                  <a:srgbClr val="00B050"/>
                </a:solidFill>
              </a:rPr>
              <a:t>singly-infinite</a:t>
            </a:r>
            <a:r>
              <a:rPr lang="en-US" dirty="0"/>
              <a:t>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4C2209-3866-843A-0DA5-AD2E0BE5DC84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1348033" y="2591251"/>
            <a:ext cx="2920507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52E01BD1-4B50-910D-0CDC-CB11C1833711}"/>
              </a:ext>
            </a:extLst>
          </p:cNvPr>
          <p:cNvSpPr>
            <a:spLocks noChangeAspect="1"/>
          </p:cNvSpPr>
          <p:nvPr/>
        </p:nvSpPr>
        <p:spPr>
          <a:xfrm>
            <a:off x="5593115" y="3801177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₀</a:t>
            </a:r>
            <a:endParaRPr lang="lv-LV" sz="280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CDB5A7-7006-4089-73CB-88F15949F4D1}"/>
              </a:ext>
            </a:extLst>
          </p:cNvPr>
          <p:cNvCxnSpPr>
            <a:cxnSpLocks/>
            <a:stCxn id="7" idx="5"/>
            <a:endCxn id="12" idx="0"/>
          </p:cNvCxnSpPr>
          <p:nvPr/>
        </p:nvCxnSpPr>
        <p:spPr>
          <a:xfrm>
            <a:off x="4883098" y="2845809"/>
            <a:ext cx="1070017" cy="955368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5F23D74-50E0-E5A0-1B8F-7A5AC1A24557}"/>
              </a:ext>
            </a:extLst>
          </p:cNvPr>
          <p:cNvSpPr txBox="1"/>
          <p:nvPr/>
        </p:nvSpPr>
        <p:spPr>
          <a:xfrm>
            <a:off x="5455440" y="3173555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0→⎵,R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8F41F3-5ECA-0065-BE7D-2C529600F7BB}"/>
              </a:ext>
            </a:extLst>
          </p:cNvPr>
          <p:cNvCxnSpPr>
            <a:cxnSpLocks/>
            <a:stCxn id="7" idx="6"/>
            <a:endCxn id="20" idx="1"/>
          </p:cNvCxnSpPr>
          <p:nvPr/>
        </p:nvCxnSpPr>
        <p:spPr>
          <a:xfrm>
            <a:off x="4988540" y="2591251"/>
            <a:ext cx="3274232" cy="1233682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3E72C93-B87C-DD7A-4275-8A61EB148BA2}"/>
              </a:ext>
            </a:extLst>
          </p:cNvPr>
          <p:cNvSpPr>
            <a:spLocks noChangeAspect="1"/>
          </p:cNvSpPr>
          <p:nvPr/>
        </p:nvSpPr>
        <p:spPr>
          <a:xfrm>
            <a:off x="8157330" y="3719491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₁</a:t>
            </a:r>
            <a:endParaRPr lang="lv-LV" sz="280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D6A40B-B133-905C-628B-315EA8FE0E17}"/>
              </a:ext>
            </a:extLst>
          </p:cNvPr>
          <p:cNvSpPr txBox="1"/>
          <p:nvPr/>
        </p:nvSpPr>
        <p:spPr>
          <a:xfrm>
            <a:off x="7311088" y="3115954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1→⎵,R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0240B9-0301-7029-E7E2-53CF6DE48E42}"/>
              </a:ext>
            </a:extLst>
          </p:cNvPr>
          <p:cNvCxnSpPr>
            <a:cxnSpLocks/>
            <a:stCxn id="12" idx="6"/>
            <a:endCxn id="20" idx="2"/>
          </p:cNvCxnSpPr>
          <p:nvPr/>
        </p:nvCxnSpPr>
        <p:spPr>
          <a:xfrm flipV="1">
            <a:off x="6313115" y="4079491"/>
            <a:ext cx="1844215" cy="8168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2ED8B93-3A19-9864-ECD3-F0DEA10C83BF}"/>
              </a:ext>
            </a:extLst>
          </p:cNvPr>
          <p:cNvSpPr txBox="1"/>
          <p:nvPr/>
        </p:nvSpPr>
        <p:spPr>
          <a:xfrm>
            <a:off x="6581196" y="3700288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1→0,R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0E2D0A-BF4A-4C1E-A3E6-2AC042D46A93}"/>
              </a:ext>
            </a:extLst>
          </p:cNvPr>
          <p:cNvCxnSpPr>
            <a:cxnSpLocks/>
            <a:stCxn id="20" idx="3"/>
            <a:endCxn id="12" idx="5"/>
          </p:cNvCxnSpPr>
          <p:nvPr/>
        </p:nvCxnSpPr>
        <p:spPr>
          <a:xfrm flipH="1">
            <a:off x="6207673" y="4334049"/>
            <a:ext cx="2055099" cy="8168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79B4DD7-290C-B381-E164-5BABE09C4E83}"/>
              </a:ext>
            </a:extLst>
          </p:cNvPr>
          <p:cNvSpPr txBox="1"/>
          <p:nvPr/>
        </p:nvSpPr>
        <p:spPr>
          <a:xfrm>
            <a:off x="6545420" y="4375625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0→1,R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60867E0B-8FB1-427C-2ABE-E3D683C85017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5061982" y="3709281"/>
            <a:ext cx="720186" cy="870408"/>
          </a:xfrm>
          <a:prstGeom prst="arc">
            <a:avLst>
              <a:gd name="adj1" fmla="val 7973364"/>
              <a:gd name="adj2" fmla="val 2706049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1EF5B6-37A6-4712-BC17-BA0B505F0219}"/>
              </a:ext>
            </a:extLst>
          </p:cNvPr>
          <p:cNvSpPr txBox="1"/>
          <p:nvPr/>
        </p:nvSpPr>
        <p:spPr>
          <a:xfrm>
            <a:off x="4772589" y="3915303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0→R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3A86436A-43CD-3588-09EF-BA546788FCDA}"/>
              </a:ext>
            </a:extLst>
          </p:cNvPr>
          <p:cNvSpPr>
            <a:spLocks noChangeAspect="1"/>
          </p:cNvSpPr>
          <p:nvPr/>
        </p:nvSpPr>
        <p:spPr>
          <a:xfrm rot="16200000" flipH="1" flipV="1">
            <a:off x="8718757" y="3641724"/>
            <a:ext cx="720186" cy="875347"/>
          </a:xfrm>
          <a:prstGeom prst="arc">
            <a:avLst>
              <a:gd name="adj1" fmla="val 7702795"/>
              <a:gd name="adj2" fmla="val 3215158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D3A538-9F5D-BF6D-66C6-F145F4499724}"/>
              </a:ext>
            </a:extLst>
          </p:cNvPr>
          <p:cNvSpPr txBox="1"/>
          <p:nvPr/>
        </p:nvSpPr>
        <p:spPr>
          <a:xfrm rot="21443863">
            <a:off x="8821387" y="3851407"/>
            <a:ext cx="686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1→R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EA5DF94-6835-4282-9DD3-3B5A296B51BB}"/>
              </a:ext>
            </a:extLst>
          </p:cNvPr>
          <p:cNvSpPr>
            <a:spLocks noChangeAspect="1"/>
          </p:cNvSpPr>
          <p:nvPr/>
        </p:nvSpPr>
        <p:spPr>
          <a:xfrm>
            <a:off x="4276478" y="5475024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₋</a:t>
            </a:r>
            <a:endParaRPr lang="lv-LV" sz="2800" baseline="-25000" dirty="0">
              <a:solidFill>
                <a:schemeClr val="tx1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84A9855-B025-A1E9-E4FB-AD573AC7647F}"/>
              </a:ext>
            </a:extLst>
          </p:cNvPr>
          <p:cNvCxnSpPr>
            <a:cxnSpLocks/>
            <a:stCxn id="7" idx="3"/>
            <a:endCxn id="6" idx="0"/>
          </p:cNvCxnSpPr>
          <p:nvPr/>
        </p:nvCxnSpPr>
        <p:spPr>
          <a:xfrm flipH="1">
            <a:off x="4117508" y="2845809"/>
            <a:ext cx="256474" cy="962949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6AAF6A3-4E1D-645D-3DEA-7F08903FF01D}"/>
              </a:ext>
            </a:extLst>
          </p:cNvPr>
          <p:cNvSpPr txBox="1"/>
          <p:nvPr/>
        </p:nvSpPr>
        <p:spPr>
          <a:xfrm>
            <a:off x="4043130" y="3127164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⎵→R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BD27507-12F4-13C1-0B2E-95334A18DFAA}"/>
              </a:ext>
            </a:extLst>
          </p:cNvPr>
          <p:cNvCxnSpPr>
            <a:cxnSpLocks/>
            <a:stCxn id="12" idx="4"/>
            <a:endCxn id="49" idx="7"/>
          </p:cNvCxnSpPr>
          <p:nvPr/>
        </p:nvCxnSpPr>
        <p:spPr>
          <a:xfrm flipH="1">
            <a:off x="4891036" y="4521177"/>
            <a:ext cx="1062079" cy="1059289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F11AE03-C77B-D27A-88E4-69255D3E1577}"/>
              </a:ext>
            </a:extLst>
          </p:cNvPr>
          <p:cNvSpPr txBox="1"/>
          <p:nvPr/>
        </p:nvSpPr>
        <p:spPr>
          <a:xfrm>
            <a:off x="5165478" y="4918102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⎵→0,L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5A35BA8-723F-52C1-0565-FDB4CDF8E596}"/>
              </a:ext>
            </a:extLst>
          </p:cNvPr>
          <p:cNvCxnSpPr>
            <a:cxnSpLocks/>
            <a:stCxn id="20" idx="4"/>
            <a:endCxn id="49" idx="6"/>
          </p:cNvCxnSpPr>
          <p:nvPr/>
        </p:nvCxnSpPr>
        <p:spPr>
          <a:xfrm flipH="1">
            <a:off x="4996478" y="4439491"/>
            <a:ext cx="3520852" cy="1395533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53543D1-31FE-98C0-9F44-054E82EF2F91}"/>
              </a:ext>
            </a:extLst>
          </p:cNvPr>
          <p:cNvSpPr txBox="1"/>
          <p:nvPr/>
        </p:nvSpPr>
        <p:spPr>
          <a:xfrm>
            <a:off x="6411471" y="5069829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⎵→1,L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74E625-8524-0717-7C15-89EA52977C32}"/>
              </a:ext>
            </a:extLst>
          </p:cNvPr>
          <p:cNvSpPr txBox="1"/>
          <p:nvPr/>
        </p:nvSpPr>
        <p:spPr>
          <a:xfrm>
            <a:off x="3334816" y="5622964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71" name="Arc 70">
            <a:extLst>
              <a:ext uri="{FF2B5EF4-FFF2-40B4-BE49-F238E27FC236}">
                <a16:creationId xmlns:a16="http://schemas.microsoft.com/office/drawing/2014/main" id="{7951B210-CE3D-EFBA-1AE7-874037758F04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3625554" y="5274253"/>
            <a:ext cx="720186" cy="1104651"/>
          </a:xfrm>
          <a:prstGeom prst="arc">
            <a:avLst>
              <a:gd name="adj1" fmla="val 7216538"/>
              <a:gd name="adj2" fmla="val 3462955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1CB3352-9E61-E3DA-2F02-66DB6523FE7B}"/>
              </a:ext>
            </a:extLst>
          </p:cNvPr>
          <p:cNvCxnSpPr>
            <a:cxnSpLocks/>
            <a:stCxn id="49" idx="5"/>
          </p:cNvCxnSpPr>
          <p:nvPr/>
        </p:nvCxnSpPr>
        <p:spPr>
          <a:xfrm>
            <a:off x="4891036" y="6089582"/>
            <a:ext cx="375014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71A2C9B9-C953-71CB-905C-FBAFA5601B53}"/>
              </a:ext>
            </a:extLst>
          </p:cNvPr>
          <p:cNvSpPr>
            <a:spLocks noChangeAspect="1"/>
          </p:cNvSpPr>
          <p:nvPr/>
        </p:nvSpPr>
        <p:spPr>
          <a:xfrm>
            <a:off x="3757508" y="3808758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'</a:t>
            </a:r>
            <a:endParaRPr lang="lv-LV" sz="28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3B8362-F23B-8AF2-84B8-66B2EC6DE99A}"/>
              </a:ext>
            </a:extLst>
          </p:cNvPr>
          <p:cNvCxnSpPr>
            <a:cxnSpLocks/>
            <a:stCxn id="6" idx="4"/>
            <a:endCxn id="49" idx="0"/>
          </p:cNvCxnSpPr>
          <p:nvPr/>
        </p:nvCxnSpPr>
        <p:spPr>
          <a:xfrm>
            <a:off x="4117508" y="4528758"/>
            <a:ext cx="518970" cy="94626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C967340-6394-2D6D-571C-261AE1726C64}"/>
              </a:ext>
            </a:extLst>
          </p:cNvPr>
          <p:cNvSpPr txBox="1"/>
          <p:nvPr/>
        </p:nvSpPr>
        <p:spPr>
          <a:xfrm>
            <a:off x="4030409" y="4591196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→L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4FE55AD-A4D5-2A17-5F10-684C9545771B}"/>
              </a:ext>
            </a:extLst>
          </p:cNvPr>
          <p:cNvSpPr>
            <a:spLocks noChangeAspect="1"/>
          </p:cNvSpPr>
          <p:nvPr/>
        </p:nvSpPr>
        <p:spPr>
          <a:xfrm>
            <a:off x="7492262" y="2133603"/>
            <a:ext cx="720000" cy="720000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rgbClr val="0070C0"/>
                </a:solidFill>
              </a:rPr>
              <a:t>r</a:t>
            </a:r>
            <a:r>
              <a:rPr lang="en-US" sz="2800" baseline="-25000" dirty="0">
                <a:solidFill>
                  <a:srgbClr val="0070C0"/>
                </a:solidFill>
              </a:rPr>
              <a:t>2</a:t>
            </a:r>
            <a:endParaRPr lang="lv-LV" sz="2800" baseline="-25000" dirty="0">
              <a:solidFill>
                <a:srgbClr val="0070C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5A11BA-175D-32FA-E90A-4229A47E6B92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4883098" y="2336693"/>
            <a:ext cx="2609164" cy="156910"/>
          </a:xfrm>
          <a:prstGeom prst="straightConnector1">
            <a:avLst/>
          </a:prstGeom>
          <a:ln w="381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E65C0EC-B85B-6A93-AD7A-05D74723D478}"/>
              </a:ext>
            </a:extLst>
          </p:cNvPr>
          <p:cNvSpPr txBox="1"/>
          <p:nvPr/>
        </p:nvSpPr>
        <p:spPr>
          <a:xfrm>
            <a:off x="5870297" y="1978092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  <a:cs typeface="Courier New" panose="02070309020205020404" pitchFamily="49" charset="0"/>
              </a:rPr>
              <a:t>2→⎵,R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6D47BC1-BE6A-1EFF-0F10-B776D6D0B643}"/>
              </a:ext>
            </a:extLst>
          </p:cNvPr>
          <p:cNvSpPr>
            <a:spLocks noChangeAspect="1"/>
          </p:cNvSpPr>
          <p:nvPr/>
        </p:nvSpPr>
        <p:spPr>
          <a:xfrm>
            <a:off x="4268540" y="2231251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endParaRPr lang="lv-LV" sz="2800" i="1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B1393D-DEA6-FF72-2E97-B60B632BB8B2}"/>
              </a:ext>
            </a:extLst>
          </p:cNvPr>
          <p:cNvSpPr txBox="1"/>
          <p:nvPr/>
        </p:nvSpPr>
        <p:spPr>
          <a:xfrm>
            <a:off x="136146" y="2608436"/>
            <a:ext cx="40511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𝑥₁ 𝑥₂ …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₋₁  </a:t>
            </a:r>
            <a:r>
              <a:rPr lang="en-US" sz="2800" i="1" dirty="0">
                <a:solidFill>
                  <a:srgbClr val="0070C0"/>
                </a:solidFill>
              </a:rPr>
              <a:t>r  </a:t>
            </a:r>
            <a:r>
              <a:rPr lang="en-US" sz="2800" dirty="0">
                <a:solidFill>
                  <a:srgbClr val="0070C0"/>
                </a:solidFill>
              </a:rPr>
              <a:t>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₊₁ … 𝑥ₙ ⎵</a:t>
            </a:r>
            <a:endParaRPr lang="lv-LV" sz="2800" i="1" dirty="0">
              <a:solidFill>
                <a:srgbClr val="0070C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F14107-4AAA-344D-AAC0-D7231DA2C7B4}"/>
              </a:ext>
            </a:extLst>
          </p:cNvPr>
          <p:cNvSpPr txBox="1"/>
          <p:nvPr/>
        </p:nvSpPr>
        <p:spPr>
          <a:xfrm>
            <a:off x="5180517" y="6142865"/>
            <a:ext cx="4482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𝑥₁ 𝑥₂ …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₋₁  </a:t>
            </a:r>
            <a:r>
              <a:rPr lang="en-US" sz="2800" i="1" dirty="0">
                <a:solidFill>
                  <a:srgbClr val="0070C0"/>
                </a:solidFill>
              </a:rPr>
              <a:t>r</a:t>
            </a:r>
            <a:r>
              <a:rPr lang="en-US" sz="2800" dirty="0">
                <a:solidFill>
                  <a:srgbClr val="0070C0"/>
                </a:solidFill>
              </a:rPr>
              <a:t>₋  ⎵</a:t>
            </a:r>
            <a:r>
              <a:rPr lang="en-US" sz="2800" i="1" dirty="0">
                <a:solidFill>
                  <a:srgbClr val="0070C0"/>
                </a:solidFill>
              </a:rPr>
              <a:t> </a:t>
            </a:r>
            <a:r>
              <a:rPr lang="en-US" sz="2800" dirty="0">
                <a:solidFill>
                  <a:srgbClr val="0070C0"/>
                </a:solidFill>
              </a:rPr>
              <a:t>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₊₁ … 𝑥ₙ ⎵</a:t>
            </a:r>
            <a:endParaRPr lang="lv-LV" sz="28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12044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</a:t>
            </a:r>
            <a:r>
              <a:rPr lang="en-US" dirty="0">
                <a:solidFill>
                  <a:srgbClr val="00B050"/>
                </a:solidFill>
              </a:rPr>
              <a:t>singly-infinite</a:t>
            </a:r>
            <a:r>
              <a:rPr lang="en-US" dirty="0"/>
              <a:t>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4C2209-3866-843A-0DA5-AD2E0BE5DC84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1348033" y="2591251"/>
            <a:ext cx="2920507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52E01BD1-4B50-910D-0CDC-CB11C1833711}"/>
              </a:ext>
            </a:extLst>
          </p:cNvPr>
          <p:cNvSpPr>
            <a:spLocks noChangeAspect="1"/>
          </p:cNvSpPr>
          <p:nvPr/>
        </p:nvSpPr>
        <p:spPr>
          <a:xfrm>
            <a:off x="5593115" y="3801177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₀</a:t>
            </a:r>
            <a:endParaRPr lang="lv-LV" sz="280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CDB5A7-7006-4089-73CB-88F15949F4D1}"/>
              </a:ext>
            </a:extLst>
          </p:cNvPr>
          <p:cNvCxnSpPr>
            <a:cxnSpLocks/>
            <a:stCxn id="7" idx="5"/>
            <a:endCxn id="12" idx="0"/>
          </p:cNvCxnSpPr>
          <p:nvPr/>
        </p:nvCxnSpPr>
        <p:spPr>
          <a:xfrm>
            <a:off x="4883098" y="2845809"/>
            <a:ext cx="1070017" cy="955368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5F23D74-50E0-E5A0-1B8F-7A5AC1A24557}"/>
              </a:ext>
            </a:extLst>
          </p:cNvPr>
          <p:cNvSpPr txBox="1"/>
          <p:nvPr/>
        </p:nvSpPr>
        <p:spPr>
          <a:xfrm>
            <a:off x="5455440" y="3173555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0→⎵,R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8F41F3-5ECA-0065-BE7D-2C529600F7BB}"/>
              </a:ext>
            </a:extLst>
          </p:cNvPr>
          <p:cNvCxnSpPr>
            <a:cxnSpLocks/>
            <a:stCxn id="7" idx="6"/>
            <a:endCxn id="20" idx="1"/>
          </p:cNvCxnSpPr>
          <p:nvPr/>
        </p:nvCxnSpPr>
        <p:spPr>
          <a:xfrm>
            <a:off x="4988540" y="2591251"/>
            <a:ext cx="3274232" cy="1233682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3E72C93-B87C-DD7A-4275-8A61EB148BA2}"/>
              </a:ext>
            </a:extLst>
          </p:cNvPr>
          <p:cNvSpPr>
            <a:spLocks noChangeAspect="1"/>
          </p:cNvSpPr>
          <p:nvPr/>
        </p:nvSpPr>
        <p:spPr>
          <a:xfrm>
            <a:off x="8157330" y="3719491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₁</a:t>
            </a:r>
            <a:endParaRPr lang="lv-LV" sz="280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D6A40B-B133-905C-628B-315EA8FE0E17}"/>
              </a:ext>
            </a:extLst>
          </p:cNvPr>
          <p:cNvSpPr txBox="1"/>
          <p:nvPr/>
        </p:nvSpPr>
        <p:spPr>
          <a:xfrm>
            <a:off x="7311088" y="3115954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1→⎵,R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0240B9-0301-7029-E7E2-53CF6DE48E42}"/>
              </a:ext>
            </a:extLst>
          </p:cNvPr>
          <p:cNvCxnSpPr>
            <a:cxnSpLocks/>
            <a:stCxn id="12" idx="6"/>
            <a:endCxn id="20" idx="2"/>
          </p:cNvCxnSpPr>
          <p:nvPr/>
        </p:nvCxnSpPr>
        <p:spPr>
          <a:xfrm flipV="1">
            <a:off x="6313115" y="4079491"/>
            <a:ext cx="1844215" cy="8168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2ED8B93-3A19-9864-ECD3-F0DEA10C83BF}"/>
              </a:ext>
            </a:extLst>
          </p:cNvPr>
          <p:cNvSpPr txBox="1"/>
          <p:nvPr/>
        </p:nvSpPr>
        <p:spPr>
          <a:xfrm>
            <a:off x="6581196" y="3700288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1→0,R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0E2D0A-BF4A-4C1E-A3E6-2AC042D46A93}"/>
              </a:ext>
            </a:extLst>
          </p:cNvPr>
          <p:cNvCxnSpPr>
            <a:cxnSpLocks/>
            <a:stCxn id="20" idx="3"/>
            <a:endCxn id="12" idx="5"/>
          </p:cNvCxnSpPr>
          <p:nvPr/>
        </p:nvCxnSpPr>
        <p:spPr>
          <a:xfrm flipH="1">
            <a:off x="6207673" y="4334049"/>
            <a:ext cx="2055099" cy="8168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79B4DD7-290C-B381-E164-5BABE09C4E83}"/>
              </a:ext>
            </a:extLst>
          </p:cNvPr>
          <p:cNvSpPr txBox="1"/>
          <p:nvPr/>
        </p:nvSpPr>
        <p:spPr>
          <a:xfrm>
            <a:off x="6545420" y="4375625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0→1,R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60867E0B-8FB1-427C-2ABE-E3D683C85017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5061982" y="3709281"/>
            <a:ext cx="720186" cy="870408"/>
          </a:xfrm>
          <a:prstGeom prst="arc">
            <a:avLst>
              <a:gd name="adj1" fmla="val 7973364"/>
              <a:gd name="adj2" fmla="val 2706049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1EF5B6-37A6-4712-BC17-BA0B505F0219}"/>
              </a:ext>
            </a:extLst>
          </p:cNvPr>
          <p:cNvSpPr txBox="1"/>
          <p:nvPr/>
        </p:nvSpPr>
        <p:spPr>
          <a:xfrm>
            <a:off x="4772589" y="3915303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0→R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3A86436A-43CD-3588-09EF-BA546788FCDA}"/>
              </a:ext>
            </a:extLst>
          </p:cNvPr>
          <p:cNvSpPr>
            <a:spLocks noChangeAspect="1"/>
          </p:cNvSpPr>
          <p:nvPr/>
        </p:nvSpPr>
        <p:spPr>
          <a:xfrm rot="16200000" flipH="1" flipV="1">
            <a:off x="8718757" y="3641724"/>
            <a:ext cx="720186" cy="875347"/>
          </a:xfrm>
          <a:prstGeom prst="arc">
            <a:avLst>
              <a:gd name="adj1" fmla="val 7702795"/>
              <a:gd name="adj2" fmla="val 3215158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D3A538-9F5D-BF6D-66C6-F145F4499724}"/>
              </a:ext>
            </a:extLst>
          </p:cNvPr>
          <p:cNvSpPr txBox="1"/>
          <p:nvPr/>
        </p:nvSpPr>
        <p:spPr>
          <a:xfrm rot="21443863">
            <a:off x="8821387" y="3851407"/>
            <a:ext cx="686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1→R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EA5DF94-6835-4282-9DD3-3B5A296B51BB}"/>
              </a:ext>
            </a:extLst>
          </p:cNvPr>
          <p:cNvSpPr>
            <a:spLocks noChangeAspect="1"/>
          </p:cNvSpPr>
          <p:nvPr/>
        </p:nvSpPr>
        <p:spPr>
          <a:xfrm>
            <a:off x="4276478" y="5475024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₋</a:t>
            </a:r>
            <a:endParaRPr lang="lv-LV" sz="2800" baseline="-25000" dirty="0">
              <a:solidFill>
                <a:schemeClr val="tx1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84A9855-B025-A1E9-E4FB-AD573AC7647F}"/>
              </a:ext>
            </a:extLst>
          </p:cNvPr>
          <p:cNvCxnSpPr>
            <a:cxnSpLocks/>
            <a:stCxn id="7" idx="3"/>
            <a:endCxn id="6" idx="0"/>
          </p:cNvCxnSpPr>
          <p:nvPr/>
        </p:nvCxnSpPr>
        <p:spPr>
          <a:xfrm flipH="1">
            <a:off x="4117508" y="2845809"/>
            <a:ext cx="256474" cy="962949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6AAF6A3-4E1D-645D-3DEA-7F08903FF01D}"/>
              </a:ext>
            </a:extLst>
          </p:cNvPr>
          <p:cNvSpPr txBox="1"/>
          <p:nvPr/>
        </p:nvSpPr>
        <p:spPr>
          <a:xfrm>
            <a:off x="4043130" y="3127164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⎵→R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BD27507-12F4-13C1-0B2E-95334A18DFAA}"/>
              </a:ext>
            </a:extLst>
          </p:cNvPr>
          <p:cNvCxnSpPr>
            <a:cxnSpLocks/>
            <a:stCxn id="12" idx="4"/>
            <a:endCxn id="49" idx="7"/>
          </p:cNvCxnSpPr>
          <p:nvPr/>
        </p:nvCxnSpPr>
        <p:spPr>
          <a:xfrm flipH="1">
            <a:off x="4891036" y="4521177"/>
            <a:ext cx="1062079" cy="1059289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F11AE03-C77B-D27A-88E4-69255D3E1577}"/>
              </a:ext>
            </a:extLst>
          </p:cNvPr>
          <p:cNvSpPr txBox="1"/>
          <p:nvPr/>
        </p:nvSpPr>
        <p:spPr>
          <a:xfrm>
            <a:off x="5165478" y="4918102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⎵→0,L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5A35BA8-723F-52C1-0565-FDB4CDF8E596}"/>
              </a:ext>
            </a:extLst>
          </p:cNvPr>
          <p:cNvCxnSpPr>
            <a:cxnSpLocks/>
            <a:stCxn id="20" idx="4"/>
            <a:endCxn id="49" idx="6"/>
          </p:cNvCxnSpPr>
          <p:nvPr/>
        </p:nvCxnSpPr>
        <p:spPr>
          <a:xfrm flipH="1">
            <a:off x="4996478" y="4439491"/>
            <a:ext cx="3520852" cy="1395533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53543D1-31FE-98C0-9F44-054E82EF2F91}"/>
              </a:ext>
            </a:extLst>
          </p:cNvPr>
          <p:cNvSpPr txBox="1"/>
          <p:nvPr/>
        </p:nvSpPr>
        <p:spPr>
          <a:xfrm>
            <a:off x="6411471" y="5069829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⎵→1,L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74E625-8524-0717-7C15-89EA52977C32}"/>
              </a:ext>
            </a:extLst>
          </p:cNvPr>
          <p:cNvSpPr txBox="1"/>
          <p:nvPr/>
        </p:nvSpPr>
        <p:spPr>
          <a:xfrm>
            <a:off x="3334816" y="5622964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71" name="Arc 70">
            <a:extLst>
              <a:ext uri="{FF2B5EF4-FFF2-40B4-BE49-F238E27FC236}">
                <a16:creationId xmlns:a16="http://schemas.microsoft.com/office/drawing/2014/main" id="{7951B210-CE3D-EFBA-1AE7-874037758F04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3625554" y="5274253"/>
            <a:ext cx="720186" cy="1104651"/>
          </a:xfrm>
          <a:prstGeom prst="arc">
            <a:avLst>
              <a:gd name="adj1" fmla="val 7216538"/>
              <a:gd name="adj2" fmla="val 3462955"/>
            </a:avLst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1CB3352-9E61-E3DA-2F02-66DB6523FE7B}"/>
              </a:ext>
            </a:extLst>
          </p:cNvPr>
          <p:cNvCxnSpPr>
            <a:cxnSpLocks/>
            <a:stCxn id="49" idx="5"/>
          </p:cNvCxnSpPr>
          <p:nvPr/>
        </p:nvCxnSpPr>
        <p:spPr>
          <a:xfrm>
            <a:off x="4891036" y="6089582"/>
            <a:ext cx="375014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71A2C9B9-C953-71CB-905C-FBAFA5601B53}"/>
              </a:ext>
            </a:extLst>
          </p:cNvPr>
          <p:cNvSpPr>
            <a:spLocks noChangeAspect="1"/>
          </p:cNvSpPr>
          <p:nvPr/>
        </p:nvSpPr>
        <p:spPr>
          <a:xfrm>
            <a:off x="3757508" y="3808758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r>
              <a:rPr lang="en-US" sz="2800" dirty="0">
                <a:solidFill>
                  <a:schemeClr val="tx1"/>
                </a:solidFill>
              </a:rPr>
              <a:t>'</a:t>
            </a:r>
            <a:endParaRPr lang="lv-LV" sz="28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3B8362-F23B-8AF2-84B8-66B2EC6DE99A}"/>
              </a:ext>
            </a:extLst>
          </p:cNvPr>
          <p:cNvCxnSpPr>
            <a:cxnSpLocks/>
            <a:stCxn id="6" idx="4"/>
            <a:endCxn id="49" idx="0"/>
          </p:cNvCxnSpPr>
          <p:nvPr/>
        </p:nvCxnSpPr>
        <p:spPr>
          <a:xfrm>
            <a:off x="4117508" y="4528758"/>
            <a:ext cx="518970" cy="94626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C967340-6394-2D6D-571C-261AE1726C64}"/>
              </a:ext>
            </a:extLst>
          </p:cNvPr>
          <p:cNvSpPr txBox="1"/>
          <p:nvPr/>
        </p:nvSpPr>
        <p:spPr>
          <a:xfrm>
            <a:off x="4030409" y="4591196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Courier New" panose="02070309020205020404" pitchFamily="49" charset="0"/>
              </a:rPr>
              <a:t>→L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CED63C8-6AEB-C7B9-8520-4E8E60EF2445}"/>
              </a:ext>
            </a:extLst>
          </p:cNvPr>
          <p:cNvSpPr>
            <a:spLocks noChangeAspect="1"/>
          </p:cNvSpPr>
          <p:nvPr/>
        </p:nvSpPr>
        <p:spPr>
          <a:xfrm>
            <a:off x="7492262" y="2133603"/>
            <a:ext cx="720000" cy="720000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rgbClr val="0070C0"/>
                </a:solidFill>
              </a:rPr>
              <a:t>r</a:t>
            </a:r>
            <a:r>
              <a:rPr lang="en-US" sz="2800" baseline="-25000" dirty="0">
                <a:solidFill>
                  <a:srgbClr val="0070C0"/>
                </a:solidFill>
              </a:rPr>
              <a:t>2</a:t>
            </a:r>
            <a:endParaRPr lang="lv-LV" sz="2800" baseline="-25000" dirty="0">
              <a:solidFill>
                <a:srgbClr val="0070C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F058A5-62AE-B9A4-9095-5B539B287A35}"/>
              </a:ext>
            </a:extLst>
          </p:cNvPr>
          <p:cNvCxnSpPr>
            <a:cxnSpLocks/>
            <a:stCxn id="7" idx="7"/>
            <a:endCxn id="5" idx="2"/>
          </p:cNvCxnSpPr>
          <p:nvPr/>
        </p:nvCxnSpPr>
        <p:spPr>
          <a:xfrm>
            <a:off x="4883098" y="2336693"/>
            <a:ext cx="2609164" cy="156910"/>
          </a:xfrm>
          <a:prstGeom prst="straightConnector1">
            <a:avLst/>
          </a:prstGeom>
          <a:ln w="381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6D47BC1-BE6A-1EFF-0F10-B776D6D0B643}"/>
              </a:ext>
            </a:extLst>
          </p:cNvPr>
          <p:cNvSpPr>
            <a:spLocks noChangeAspect="1"/>
          </p:cNvSpPr>
          <p:nvPr/>
        </p:nvSpPr>
        <p:spPr>
          <a:xfrm>
            <a:off x="4268540" y="2231251"/>
            <a:ext cx="720000" cy="72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r</a:t>
            </a:r>
            <a:endParaRPr lang="lv-LV" sz="2800" i="1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21E9E9-D412-4534-DFA1-FC9BEA1DBFDC}"/>
              </a:ext>
            </a:extLst>
          </p:cNvPr>
          <p:cNvCxnSpPr>
            <a:cxnSpLocks/>
            <a:stCxn id="12" idx="7"/>
            <a:endCxn id="5" idx="3"/>
          </p:cNvCxnSpPr>
          <p:nvPr/>
        </p:nvCxnSpPr>
        <p:spPr>
          <a:xfrm flipV="1">
            <a:off x="6207673" y="2748161"/>
            <a:ext cx="1390031" cy="1158458"/>
          </a:xfrm>
          <a:prstGeom prst="straightConnector1">
            <a:avLst/>
          </a:prstGeom>
          <a:ln w="38100">
            <a:solidFill>
              <a:srgbClr val="0070C0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47909D-B540-14D5-E063-454FF2B2EBE2}"/>
              </a:ext>
            </a:extLst>
          </p:cNvPr>
          <p:cNvCxnSpPr>
            <a:cxnSpLocks/>
            <a:stCxn id="20" idx="0"/>
            <a:endCxn id="5" idx="5"/>
          </p:cNvCxnSpPr>
          <p:nvPr/>
        </p:nvCxnSpPr>
        <p:spPr>
          <a:xfrm flipH="1" flipV="1">
            <a:off x="8106820" y="2748161"/>
            <a:ext cx="410510" cy="971330"/>
          </a:xfrm>
          <a:prstGeom prst="straightConnector1">
            <a:avLst/>
          </a:prstGeom>
          <a:ln w="38100">
            <a:solidFill>
              <a:srgbClr val="0070C0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865D32B-37FB-E2B3-0054-2597A0526569}"/>
              </a:ext>
            </a:extLst>
          </p:cNvPr>
          <p:cNvGrpSpPr/>
          <p:nvPr/>
        </p:nvGrpSpPr>
        <p:grpSpPr>
          <a:xfrm>
            <a:off x="8079656" y="1824734"/>
            <a:ext cx="875347" cy="720186"/>
            <a:chOff x="8175491" y="2069214"/>
            <a:chExt cx="875347" cy="720186"/>
          </a:xfrm>
        </p:grpSpPr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7027F3F3-7C2D-10B3-7479-9C9A747BF33B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 flipV="1">
              <a:off x="8253072" y="1991633"/>
              <a:ext cx="720186" cy="875347"/>
            </a:xfrm>
            <a:prstGeom prst="arc">
              <a:avLst>
                <a:gd name="adj1" fmla="val 5144505"/>
                <a:gd name="adj2" fmla="val 3052001"/>
              </a:avLst>
            </a:prstGeom>
            <a:ln w="38100">
              <a:solidFill>
                <a:srgbClr val="0070C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v-LV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91BEF6-9E3D-C08D-071F-2217A32F1C11}"/>
                </a:ext>
              </a:extLst>
            </p:cNvPr>
            <p:cNvSpPr txBox="1"/>
            <p:nvPr/>
          </p:nvSpPr>
          <p:spPr>
            <a:xfrm rot="21443863">
              <a:off x="8285818" y="2212201"/>
              <a:ext cx="6864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70C0"/>
                  </a:solidFill>
                  <a:cs typeface="Courier New" panose="02070309020205020404" pitchFamily="49" charset="0"/>
                </a:rPr>
                <a:t>2→R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83B3F39-44A6-A2FE-0474-C2B387A900FA}"/>
              </a:ext>
            </a:extLst>
          </p:cNvPr>
          <p:cNvSpPr txBox="1"/>
          <p:nvPr/>
        </p:nvSpPr>
        <p:spPr>
          <a:xfrm rot="19263877">
            <a:off x="6244814" y="3455085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  <a:cs typeface="Courier New" panose="02070309020205020404" pitchFamily="49" charset="0"/>
              </a:rPr>
              <a:t>2→0,R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41959C-55D0-2B86-6901-4DFD6FD1734C}"/>
              </a:ext>
            </a:extLst>
          </p:cNvPr>
          <p:cNvSpPr txBox="1"/>
          <p:nvPr/>
        </p:nvSpPr>
        <p:spPr>
          <a:xfrm rot="19263877">
            <a:off x="6529225" y="2786875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  <a:cs typeface="Courier New" panose="02070309020205020404" pitchFamily="49" charset="0"/>
              </a:rPr>
              <a:t>0→2,R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5C225-D444-A491-32B7-1633D54DA5E9}"/>
              </a:ext>
            </a:extLst>
          </p:cNvPr>
          <p:cNvSpPr txBox="1"/>
          <p:nvPr/>
        </p:nvSpPr>
        <p:spPr>
          <a:xfrm rot="21430848">
            <a:off x="8157645" y="2676082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  <a:cs typeface="Courier New" panose="02070309020205020404" pitchFamily="49" charset="0"/>
              </a:rPr>
              <a:t>1→2,R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CC3D0A-1B37-10C8-280A-007C29EB1F17}"/>
              </a:ext>
            </a:extLst>
          </p:cNvPr>
          <p:cNvSpPr txBox="1"/>
          <p:nvPr/>
        </p:nvSpPr>
        <p:spPr>
          <a:xfrm rot="21430848">
            <a:off x="8373930" y="3111685"/>
            <a:ext cx="1053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  <a:cs typeface="Courier New" panose="02070309020205020404" pitchFamily="49" charset="0"/>
              </a:rPr>
              <a:t>2→1,R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A8877B5-6DA0-CF8A-47E6-DB74B25B2A45}"/>
              </a:ext>
            </a:extLst>
          </p:cNvPr>
          <p:cNvCxnSpPr>
            <a:cxnSpLocks/>
            <a:stCxn id="5" idx="4"/>
          </p:cNvCxnSpPr>
          <p:nvPr/>
        </p:nvCxnSpPr>
        <p:spPr>
          <a:xfrm flipH="1">
            <a:off x="4978106" y="2853603"/>
            <a:ext cx="2874156" cy="2836321"/>
          </a:xfrm>
          <a:prstGeom prst="straightConnector1">
            <a:avLst/>
          </a:prstGeom>
          <a:ln w="381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7A29E5A-9ACC-9853-CDA1-D3947CB7E5ED}"/>
              </a:ext>
            </a:extLst>
          </p:cNvPr>
          <p:cNvSpPr txBox="1"/>
          <p:nvPr/>
        </p:nvSpPr>
        <p:spPr>
          <a:xfrm>
            <a:off x="5749688" y="4544933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  <a:cs typeface="Courier New" panose="02070309020205020404" pitchFamily="49" charset="0"/>
              </a:rPr>
              <a:t>⎵→2,L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BF8E61-3496-84AF-8406-7E009A5EF45C}"/>
              </a:ext>
            </a:extLst>
          </p:cNvPr>
          <p:cNvSpPr txBox="1"/>
          <p:nvPr/>
        </p:nvSpPr>
        <p:spPr>
          <a:xfrm>
            <a:off x="5870297" y="1978092"/>
            <a:ext cx="1082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  <a:cs typeface="Courier New" panose="02070309020205020404" pitchFamily="49" charset="0"/>
              </a:rPr>
              <a:t>2→⎵,R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22DFFA-A97E-7255-D91D-1A4E9C9BC3D9}"/>
              </a:ext>
            </a:extLst>
          </p:cNvPr>
          <p:cNvSpPr txBox="1"/>
          <p:nvPr/>
        </p:nvSpPr>
        <p:spPr>
          <a:xfrm>
            <a:off x="136146" y="2608436"/>
            <a:ext cx="40511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𝑥₁ 𝑥₂ …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₋₁  </a:t>
            </a:r>
            <a:r>
              <a:rPr lang="en-US" sz="2800" i="1" dirty="0">
                <a:solidFill>
                  <a:srgbClr val="0070C0"/>
                </a:solidFill>
              </a:rPr>
              <a:t>r  </a:t>
            </a:r>
            <a:r>
              <a:rPr lang="en-US" sz="2800" dirty="0">
                <a:solidFill>
                  <a:srgbClr val="0070C0"/>
                </a:solidFill>
              </a:rPr>
              <a:t>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₊₁ … 𝑥ₙ ⎵</a:t>
            </a:r>
            <a:endParaRPr lang="lv-LV" sz="2800" i="1" dirty="0">
              <a:solidFill>
                <a:srgbClr val="0070C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FC45A3-43E2-5C2F-D63F-392D5C737991}"/>
              </a:ext>
            </a:extLst>
          </p:cNvPr>
          <p:cNvSpPr txBox="1"/>
          <p:nvPr/>
        </p:nvSpPr>
        <p:spPr>
          <a:xfrm>
            <a:off x="5180517" y="6142865"/>
            <a:ext cx="4482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𝑥₁ 𝑥₂ …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₋₁  </a:t>
            </a:r>
            <a:r>
              <a:rPr lang="en-US" sz="2800" i="1" dirty="0">
                <a:solidFill>
                  <a:srgbClr val="0070C0"/>
                </a:solidFill>
              </a:rPr>
              <a:t>r</a:t>
            </a:r>
            <a:r>
              <a:rPr lang="en-US" sz="2800" dirty="0">
                <a:solidFill>
                  <a:srgbClr val="0070C0"/>
                </a:solidFill>
              </a:rPr>
              <a:t>₋  ⎵</a:t>
            </a:r>
            <a:r>
              <a:rPr lang="en-US" sz="2800" i="1" dirty="0">
                <a:solidFill>
                  <a:srgbClr val="0070C0"/>
                </a:solidFill>
              </a:rPr>
              <a:t> </a:t>
            </a:r>
            <a:r>
              <a:rPr lang="en-US" sz="2800" dirty="0">
                <a:solidFill>
                  <a:srgbClr val="0070C0"/>
                </a:solidFill>
              </a:rPr>
              <a:t>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₊₁ … 𝑥ₙ ⎵</a:t>
            </a:r>
            <a:endParaRPr lang="lv-LV" sz="28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55024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</a:t>
            </a:r>
            <a:r>
              <a:rPr lang="en-US" dirty="0">
                <a:solidFill>
                  <a:srgbClr val="00B050"/>
                </a:solidFill>
              </a:rPr>
              <a:t>singly-infinite</a:t>
            </a:r>
            <a:r>
              <a:rPr lang="en-US" dirty="0"/>
              <a:t>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4C2209-3866-843A-0DA5-AD2E0BE5DC84}"/>
              </a:ext>
            </a:extLst>
          </p:cNvPr>
          <p:cNvCxnSpPr>
            <a:cxnSpLocks/>
          </p:cNvCxnSpPr>
          <p:nvPr/>
        </p:nvCxnSpPr>
        <p:spPr>
          <a:xfrm>
            <a:off x="1348033" y="2591251"/>
            <a:ext cx="2920507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1CB3352-9E61-E3DA-2F02-66DB6523FE7B}"/>
              </a:ext>
            </a:extLst>
          </p:cNvPr>
          <p:cNvCxnSpPr>
            <a:cxnSpLocks/>
          </p:cNvCxnSpPr>
          <p:nvPr/>
        </p:nvCxnSpPr>
        <p:spPr>
          <a:xfrm>
            <a:off x="4891036" y="6089582"/>
            <a:ext cx="375014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DBCBC65-95D5-7095-1F85-27449C1D7D16}"/>
              </a:ext>
            </a:extLst>
          </p:cNvPr>
          <p:cNvSpPr txBox="1"/>
          <p:nvPr/>
        </p:nvSpPr>
        <p:spPr>
          <a:xfrm rot="5400000">
            <a:off x="2538529" y="3984966"/>
            <a:ext cx="4097827" cy="6489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/>
              <a:t>ShiftR</a:t>
            </a:r>
            <a:endParaRPr lang="lv-LV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7AE978-F544-22FF-9F47-82DF067FCAEE}"/>
              </a:ext>
            </a:extLst>
          </p:cNvPr>
          <p:cNvSpPr txBox="1"/>
          <p:nvPr/>
        </p:nvSpPr>
        <p:spPr>
          <a:xfrm>
            <a:off x="136146" y="2608436"/>
            <a:ext cx="40511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𝑥₁ 𝑥₂ …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₋₁  </a:t>
            </a:r>
            <a:r>
              <a:rPr lang="en-US" sz="2800" i="1" dirty="0">
                <a:solidFill>
                  <a:srgbClr val="0070C0"/>
                </a:solidFill>
              </a:rPr>
              <a:t>r  </a:t>
            </a:r>
            <a:r>
              <a:rPr lang="en-US" sz="2800" dirty="0">
                <a:solidFill>
                  <a:srgbClr val="0070C0"/>
                </a:solidFill>
              </a:rPr>
              <a:t>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₊₁ … 𝑥ₙ ⎵</a:t>
            </a:r>
            <a:endParaRPr lang="lv-LV" sz="2800" i="1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A41A50-91B6-D84F-6D22-36DF14EC5206}"/>
              </a:ext>
            </a:extLst>
          </p:cNvPr>
          <p:cNvSpPr txBox="1"/>
          <p:nvPr/>
        </p:nvSpPr>
        <p:spPr>
          <a:xfrm>
            <a:off x="5180517" y="6142865"/>
            <a:ext cx="4482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𝑥₁ 𝑥₂ …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₋₁  </a:t>
            </a:r>
            <a:r>
              <a:rPr lang="en-US" sz="2800" i="1" dirty="0">
                <a:solidFill>
                  <a:srgbClr val="0070C0"/>
                </a:solidFill>
              </a:rPr>
              <a:t>r</a:t>
            </a:r>
            <a:r>
              <a:rPr lang="en-US" sz="2800" dirty="0">
                <a:solidFill>
                  <a:srgbClr val="0070C0"/>
                </a:solidFill>
              </a:rPr>
              <a:t>₋  ⎵</a:t>
            </a:r>
            <a:r>
              <a:rPr lang="en-US" sz="2800" i="1" dirty="0">
                <a:solidFill>
                  <a:srgbClr val="0070C0"/>
                </a:solidFill>
              </a:rPr>
              <a:t> </a:t>
            </a:r>
            <a:r>
              <a:rPr lang="en-US" sz="2800" dirty="0">
                <a:solidFill>
                  <a:srgbClr val="0070C0"/>
                </a:solidFill>
              </a:rPr>
              <a:t>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 𝑥</a:t>
            </a:r>
            <a:r>
              <a:rPr lang="en-US" sz="2800" i="1" dirty="0">
                <a:solidFill>
                  <a:srgbClr val="0070C0"/>
                </a:solidFill>
              </a:rPr>
              <a:t>ᵢ</a:t>
            </a:r>
            <a:r>
              <a:rPr lang="en-US" sz="2800" dirty="0">
                <a:solidFill>
                  <a:srgbClr val="0070C0"/>
                </a:solidFill>
              </a:rPr>
              <a:t>₊₁ … 𝑥ₙ ⎵</a:t>
            </a:r>
            <a:endParaRPr lang="lv-LV" sz="28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31636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Formal description</a:t>
            </a:r>
            <a:r>
              <a:rPr lang="en-US" dirty="0"/>
              <a:t> (for a TM with </a:t>
            </a:r>
            <a:r>
              <a:rPr lang="en-US" dirty="0">
                <a:solidFill>
                  <a:srgbClr val="00B050"/>
                </a:solidFill>
              </a:rPr>
              <a:t>singly-infinite</a:t>
            </a:r>
            <a:r>
              <a:rPr lang="en-US" dirty="0"/>
              <a:t> tape)</a:t>
            </a:r>
            <a:endParaRPr lang="en-US" u="sng" dirty="0"/>
          </a:p>
          <a:p>
            <a:pPr marL="0" indent="0">
              <a:buNone/>
            </a:pP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128245931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EE00321-E61C-4676-AA92-44ABA70495F1}"/>
              </a:ext>
            </a:extLst>
          </p:cNvPr>
          <p:cNvCxnSpPr>
            <a:cxnSpLocks/>
            <a:endCxn id="145" idx="6"/>
          </p:cNvCxnSpPr>
          <p:nvPr/>
        </p:nvCxnSpPr>
        <p:spPr>
          <a:xfrm flipH="1" flipV="1">
            <a:off x="2504883" y="4375467"/>
            <a:ext cx="980485" cy="59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FDE3105-7CA5-E013-250E-E4742D0444F7}"/>
              </a:ext>
            </a:extLst>
          </p:cNvPr>
          <p:cNvSpPr>
            <a:spLocks noChangeAspect="1"/>
          </p:cNvSpPr>
          <p:nvPr/>
        </p:nvSpPr>
        <p:spPr>
          <a:xfrm>
            <a:off x="1964883" y="410546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₆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447E3E-3CAF-0256-083B-1226F4C81F8D}"/>
              </a:ext>
            </a:extLst>
          </p:cNvPr>
          <p:cNvSpPr txBox="1"/>
          <p:nvPr/>
        </p:nvSpPr>
        <p:spPr>
          <a:xfrm>
            <a:off x="2520357" y="409380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79981" y="2049703"/>
            <a:ext cx="227411" cy="27677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6E5255D-48F6-5ABF-9963-C63F9E39BE16}"/>
              </a:ext>
            </a:extLst>
          </p:cNvPr>
          <p:cNvCxnSpPr>
            <a:cxnSpLocks/>
            <a:endCxn id="167" idx="7"/>
          </p:cNvCxnSpPr>
          <p:nvPr/>
        </p:nvCxnSpPr>
        <p:spPr>
          <a:xfrm flipH="1">
            <a:off x="1531889" y="457078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C5022FC-5139-19AB-C8AC-7C1A8B49A8C3}"/>
              </a:ext>
            </a:extLst>
          </p:cNvPr>
          <p:cNvSpPr txBox="1"/>
          <p:nvPr/>
        </p:nvSpPr>
        <p:spPr>
          <a:xfrm rot="18806060">
            <a:off x="1216721" y="454452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923817D-5088-0691-2D68-2EA1D70A02E7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421071" y="457078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93A43A4-7F5A-CE30-30C9-933DE94A5BA5}"/>
              </a:ext>
            </a:extLst>
          </p:cNvPr>
          <p:cNvSpPr txBox="1"/>
          <p:nvPr/>
        </p:nvSpPr>
        <p:spPr>
          <a:xfrm rot="2657338">
            <a:off x="1978136" y="473456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A7F1B61-B092-490E-99B2-CB4DA45C3EAA}"/>
              </a:ext>
            </a:extLst>
          </p:cNvPr>
          <p:cNvSpPr>
            <a:spLocks noChangeAspect="1"/>
          </p:cNvSpPr>
          <p:nvPr/>
        </p:nvSpPr>
        <p:spPr>
          <a:xfrm>
            <a:off x="2879863" y="502117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E9911A95-9B4F-955D-34C9-5C676B091836}"/>
              </a:ext>
            </a:extLst>
          </p:cNvPr>
          <p:cNvSpPr>
            <a:spLocks/>
          </p:cNvSpPr>
          <p:nvPr/>
        </p:nvSpPr>
        <p:spPr>
          <a:xfrm rot="16200000" flipH="1" flipV="1">
            <a:off x="3405910" y="4759252"/>
            <a:ext cx="540000" cy="1080000"/>
          </a:xfrm>
          <a:prstGeom prst="arc">
            <a:avLst>
              <a:gd name="adj1" fmla="val 7341091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38F746D-622E-E766-BC0C-4D305BD28128}"/>
              </a:ext>
            </a:extLst>
          </p:cNvPr>
          <p:cNvSpPr txBox="1"/>
          <p:nvPr/>
        </p:nvSpPr>
        <p:spPr>
          <a:xfrm>
            <a:off x="3252853" y="516075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670AF2-31BE-5AE4-BD6A-F886FE54C585}"/>
              </a:ext>
            </a:extLst>
          </p:cNvPr>
          <p:cNvCxnSpPr>
            <a:cxnSpLocks/>
            <a:stCxn id="167" idx="5"/>
            <a:endCxn id="174" idx="1"/>
          </p:cNvCxnSpPr>
          <p:nvPr/>
        </p:nvCxnSpPr>
        <p:spPr>
          <a:xfrm>
            <a:off x="1531889" y="5490171"/>
            <a:ext cx="513644" cy="56146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E2D6D11-0958-8E0D-8E29-96EEB3A0B095}"/>
              </a:ext>
            </a:extLst>
          </p:cNvPr>
          <p:cNvCxnSpPr>
            <a:cxnSpLocks/>
            <a:stCxn id="162" idx="3"/>
            <a:endCxn id="174" idx="7"/>
          </p:cNvCxnSpPr>
          <p:nvPr/>
        </p:nvCxnSpPr>
        <p:spPr>
          <a:xfrm flipH="1">
            <a:off x="2427371" y="5482096"/>
            <a:ext cx="531573" cy="56954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AA8C4D48-13B9-8A7A-6240-F3C04D39922F}"/>
              </a:ext>
            </a:extLst>
          </p:cNvPr>
          <p:cNvSpPr>
            <a:spLocks noChangeAspect="1"/>
          </p:cNvSpPr>
          <p:nvPr/>
        </p:nvSpPr>
        <p:spPr>
          <a:xfrm>
            <a:off x="1070970" y="502925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91F091EA-DDD0-D3E7-7699-CA194F810235}"/>
              </a:ext>
            </a:extLst>
          </p:cNvPr>
          <p:cNvSpPr>
            <a:spLocks noChangeAspect="1"/>
          </p:cNvSpPr>
          <p:nvPr/>
        </p:nvSpPr>
        <p:spPr>
          <a:xfrm>
            <a:off x="1966452" y="597255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₈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DBEB2D5-F225-1354-20E9-F77029F88FC8}"/>
              </a:ext>
            </a:extLst>
          </p:cNvPr>
          <p:cNvSpPr>
            <a:spLocks noChangeAspect="1"/>
          </p:cNvSpPr>
          <p:nvPr/>
        </p:nvSpPr>
        <p:spPr>
          <a:xfrm>
            <a:off x="3487287" y="597637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₉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DDA0C7A-E2E6-D51F-B0B5-E9C890547BBC}"/>
              </a:ext>
            </a:extLst>
          </p:cNvPr>
          <p:cNvCxnSpPr>
            <a:cxnSpLocks/>
            <a:stCxn id="174" idx="6"/>
            <a:endCxn id="178" idx="2"/>
          </p:cNvCxnSpPr>
          <p:nvPr/>
        </p:nvCxnSpPr>
        <p:spPr>
          <a:xfrm>
            <a:off x="2506452" y="6242555"/>
            <a:ext cx="980835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65DA7C4C-80DB-B350-9671-002FD66EC280}"/>
              </a:ext>
            </a:extLst>
          </p:cNvPr>
          <p:cNvSpPr txBox="1"/>
          <p:nvPr/>
        </p:nvSpPr>
        <p:spPr>
          <a:xfrm>
            <a:off x="2404947" y="625761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3ECF36-AFD3-25BC-6FC8-79012D34A489}"/>
              </a:ext>
            </a:extLst>
          </p:cNvPr>
          <p:cNvCxnSpPr>
            <a:cxnSpLocks/>
            <a:stCxn id="178" idx="6"/>
            <a:endCxn id="199" idx="2"/>
          </p:cNvCxnSpPr>
          <p:nvPr/>
        </p:nvCxnSpPr>
        <p:spPr>
          <a:xfrm flipV="1">
            <a:off x="4027287" y="6246373"/>
            <a:ext cx="904424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E9E119C-F67C-2FE4-185D-CE5BD1F5C8E5}"/>
              </a:ext>
            </a:extLst>
          </p:cNvPr>
          <p:cNvCxnSpPr>
            <a:cxnSpLocks/>
            <a:stCxn id="178" idx="7"/>
            <a:endCxn id="197" idx="3"/>
          </p:cNvCxnSpPr>
          <p:nvPr/>
        </p:nvCxnSpPr>
        <p:spPr>
          <a:xfrm flipV="1">
            <a:off x="3948206" y="5143942"/>
            <a:ext cx="1065573" cy="91151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74C896B6-5445-E16F-6E90-DB0E8C568C8E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B518296-E728-5FD2-4A30-404B8376255E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9AD0C8D-EE3C-951B-A46A-B02B0F90E126}"/>
              </a:ext>
            </a:extLst>
          </p:cNvPr>
          <p:cNvSpPr txBox="1"/>
          <p:nvPr/>
        </p:nvSpPr>
        <p:spPr>
          <a:xfrm rot="2766598">
            <a:off x="1441727" y="549209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D3D6FB0-DB13-888D-3861-57374EF550F5}"/>
              </a:ext>
            </a:extLst>
          </p:cNvPr>
          <p:cNvGrpSpPr/>
          <p:nvPr/>
        </p:nvGrpSpPr>
        <p:grpSpPr>
          <a:xfrm>
            <a:off x="4661711" y="4257389"/>
            <a:ext cx="1080000" cy="540000"/>
            <a:chOff x="6207712" y="4257391"/>
            <a:chExt cx="1080000" cy="540000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1C34435E-3EF7-E561-F52D-FC5B95A0DA71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BE2083C-0C99-234C-FE18-05B498D7987D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B68323D8-7FD7-C565-2C6A-8E3B68843D94}"/>
              </a:ext>
            </a:extLst>
          </p:cNvPr>
          <p:cNvSpPr txBox="1"/>
          <p:nvPr/>
        </p:nvSpPr>
        <p:spPr>
          <a:xfrm>
            <a:off x="3880086" y="625526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C95F2A-5314-D93E-00D8-8058FB340F2C}"/>
              </a:ext>
            </a:extLst>
          </p:cNvPr>
          <p:cNvSpPr txBox="1"/>
          <p:nvPr/>
        </p:nvSpPr>
        <p:spPr>
          <a:xfrm rot="19200869">
            <a:off x="3770095" y="543453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AD80CC-FDB2-F7A8-90DD-7B15DEBF5E09}"/>
              </a:ext>
            </a:extLst>
          </p:cNvPr>
          <p:cNvGrpSpPr/>
          <p:nvPr/>
        </p:nvGrpSpPr>
        <p:grpSpPr>
          <a:xfrm>
            <a:off x="4662155" y="5559828"/>
            <a:ext cx="1080000" cy="540000"/>
            <a:chOff x="6207712" y="4257391"/>
            <a:chExt cx="1080000" cy="540000"/>
          </a:xfrm>
        </p:grpSpPr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E5292260-6E6B-58AD-2AD5-576830773622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5667A8B-7243-8412-C9BC-499CDBBF7B4C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23" name="TextBox 222">
            <a:extLst>
              <a:ext uri="{FF2B5EF4-FFF2-40B4-BE49-F238E27FC236}">
                <a16:creationId xmlns:a16="http://schemas.microsoft.com/office/drawing/2014/main" id="{91E1212E-5EFD-D8FD-C35D-83930EF929F3}"/>
              </a:ext>
            </a:extLst>
          </p:cNvPr>
          <p:cNvSpPr txBox="1"/>
          <p:nvPr/>
        </p:nvSpPr>
        <p:spPr>
          <a:xfrm rot="20532152">
            <a:off x="5594377" y="604012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25" name="Arc 224">
            <a:extLst>
              <a:ext uri="{FF2B5EF4-FFF2-40B4-BE49-F238E27FC236}">
                <a16:creationId xmlns:a16="http://schemas.microsoft.com/office/drawing/2014/main" id="{85604071-A11D-BCF6-C18B-18E8EC20AF22}"/>
              </a:ext>
            </a:extLst>
          </p:cNvPr>
          <p:cNvSpPr>
            <a:spLocks/>
          </p:cNvSpPr>
          <p:nvPr/>
        </p:nvSpPr>
        <p:spPr>
          <a:xfrm rot="5400000" flipV="1">
            <a:off x="532304" y="4751395"/>
            <a:ext cx="540000" cy="1080000"/>
          </a:xfrm>
          <a:prstGeom prst="arc">
            <a:avLst>
              <a:gd name="adj1" fmla="val 7101909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503D32A-C95B-1D6F-1A61-A35D5C49CAAE}"/>
              </a:ext>
            </a:extLst>
          </p:cNvPr>
          <p:cNvSpPr txBox="1"/>
          <p:nvPr/>
        </p:nvSpPr>
        <p:spPr>
          <a:xfrm>
            <a:off x="171297" y="514394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58F0FDB-49C6-1D3E-C8AE-43B4FBB677FB}"/>
              </a:ext>
            </a:extLst>
          </p:cNvPr>
          <p:cNvSpPr txBox="1"/>
          <p:nvPr/>
        </p:nvSpPr>
        <p:spPr>
          <a:xfrm rot="18812380">
            <a:off x="2266111" y="574162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496B781-1429-974A-C40B-6BF3B28B7EE4}"/>
              </a:ext>
            </a:extLst>
          </p:cNvPr>
          <p:cNvSpPr txBox="1"/>
          <p:nvPr/>
        </p:nvSpPr>
        <p:spPr>
          <a:xfrm rot="829980">
            <a:off x="5664453" y="475587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6C2EF2-0FFF-9268-500D-170741F9FD39}"/>
              </a:ext>
            </a:extLst>
          </p:cNvPr>
          <p:cNvSpPr>
            <a:spLocks noChangeAspect="1"/>
          </p:cNvSpPr>
          <p:nvPr/>
        </p:nvSpPr>
        <p:spPr>
          <a:xfrm>
            <a:off x="7076416" y="5223023"/>
            <a:ext cx="540000" cy="540000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dirty="0">
                <a:solidFill>
                  <a:srgbClr val="0070C0"/>
                </a:solidFill>
              </a:rPr>
              <a:t>₁₁</a:t>
            </a:r>
            <a:endParaRPr lang="lv-LV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9B43D-6A4B-D095-C7AA-0938B24B8062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7616416" y="2779544"/>
            <a:ext cx="1684368" cy="2713479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D7F4A0-338D-1E6D-7311-0636ACEE649F}"/>
              </a:ext>
            </a:extLst>
          </p:cNvPr>
          <p:cNvCxnSpPr>
            <a:cxnSpLocks/>
            <a:stCxn id="197" idx="6"/>
            <a:endCxn id="10" idx="1"/>
          </p:cNvCxnSpPr>
          <p:nvPr/>
        </p:nvCxnSpPr>
        <p:spPr>
          <a:xfrm>
            <a:off x="5474698" y="4953023"/>
            <a:ext cx="1680799" cy="34908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288F85-9279-6068-7B77-FB86F7D10DA0}"/>
              </a:ext>
            </a:extLst>
          </p:cNvPr>
          <p:cNvCxnSpPr>
            <a:cxnSpLocks/>
            <a:stCxn id="199" idx="6"/>
            <a:endCxn id="10" idx="3"/>
          </p:cNvCxnSpPr>
          <p:nvPr/>
        </p:nvCxnSpPr>
        <p:spPr>
          <a:xfrm flipV="1">
            <a:off x="5471711" y="5683942"/>
            <a:ext cx="1683786" cy="56243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D49061-5CFC-F5C3-A459-026692098D0E}"/>
              </a:ext>
            </a:extLst>
          </p:cNvPr>
          <p:cNvSpPr txBox="1"/>
          <p:nvPr/>
        </p:nvSpPr>
        <p:spPr>
          <a:xfrm rot="18051988">
            <a:off x="8150304" y="396026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1,0→L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6F4E643E-CC0A-9866-D6BC-FA67E335BDD5}"/>
              </a:ext>
            </a:extLst>
          </p:cNvPr>
          <p:cNvSpPr>
            <a:spLocks noChangeAspect="1"/>
          </p:cNvSpPr>
          <p:nvPr/>
        </p:nvSpPr>
        <p:spPr>
          <a:xfrm>
            <a:off x="4934698" y="468302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B9027C87-5E1F-D2F5-26CA-82EFD5AC2545}"/>
              </a:ext>
            </a:extLst>
          </p:cNvPr>
          <p:cNvSpPr>
            <a:spLocks noChangeAspect="1"/>
          </p:cNvSpPr>
          <p:nvPr/>
        </p:nvSpPr>
        <p:spPr>
          <a:xfrm>
            <a:off x="4931711" y="597637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11452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EE00321-E61C-4676-AA92-44ABA70495F1}"/>
              </a:ext>
            </a:extLst>
          </p:cNvPr>
          <p:cNvCxnSpPr>
            <a:cxnSpLocks/>
            <a:endCxn id="145" idx="6"/>
          </p:cNvCxnSpPr>
          <p:nvPr/>
        </p:nvCxnSpPr>
        <p:spPr>
          <a:xfrm flipH="1" flipV="1">
            <a:off x="2504883" y="4375467"/>
            <a:ext cx="980485" cy="59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FDE3105-7CA5-E013-250E-E4742D0444F7}"/>
              </a:ext>
            </a:extLst>
          </p:cNvPr>
          <p:cNvSpPr>
            <a:spLocks noChangeAspect="1"/>
          </p:cNvSpPr>
          <p:nvPr/>
        </p:nvSpPr>
        <p:spPr>
          <a:xfrm>
            <a:off x="1964883" y="410546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₆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447E3E-3CAF-0256-083B-1226F4C81F8D}"/>
              </a:ext>
            </a:extLst>
          </p:cNvPr>
          <p:cNvSpPr txBox="1"/>
          <p:nvPr/>
        </p:nvSpPr>
        <p:spPr>
          <a:xfrm>
            <a:off x="2520357" y="409380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</p:cNvCxnSpPr>
          <p:nvPr/>
        </p:nvCxnSpPr>
        <p:spPr>
          <a:xfrm>
            <a:off x="802304" y="1256062"/>
            <a:ext cx="1211226" cy="13649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6E5255D-48F6-5ABF-9963-C63F9E39BE16}"/>
              </a:ext>
            </a:extLst>
          </p:cNvPr>
          <p:cNvCxnSpPr>
            <a:cxnSpLocks/>
            <a:endCxn id="167" idx="7"/>
          </p:cNvCxnSpPr>
          <p:nvPr/>
        </p:nvCxnSpPr>
        <p:spPr>
          <a:xfrm flipH="1">
            <a:off x="1531889" y="457078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C5022FC-5139-19AB-C8AC-7C1A8B49A8C3}"/>
              </a:ext>
            </a:extLst>
          </p:cNvPr>
          <p:cNvSpPr txBox="1"/>
          <p:nvPr/>
        </p:nvSpPr>
        <p:spPr>
          <a:xfrm rot="18806060">
            <a:off x="1216721" y="454452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923817D-5088-0691-2D68-2EA1D70A02E7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421071" y="457078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93A43A4-7F5A-CE30-30C9-933DE94A5BA5}"/>
              </a:ext>
            </a:extLst>
          </p:cNvPr>
          <p:cNvSpPr txBox="1"/>
          <p:nvPr/>
        </p:nvSpPr>
        <p:spPr>
          <a:xfrm rot="2657338">
            <a:off x="1978136" y="473456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A7F1B61-B092-490E-99B2-CB4DA45C3EAA}"/>
              </a:ext>
            </a:extLst>
          </p:cNvPr>
          <p:cNvSpPr>
            <a:spLocks noChangeAspect="1"/>
          </p:cNvSpPr>
          <p:nvPr/>
        </p:nvSpPr>
        <p:spPr>
          <a:xfrm>
            <a:off x="2879863" y="502117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E9911A95-9B4F-955D-34C9-5C676B091836}"/>
              </a:ext>
            </a:extLst>
          </p:cNvPr>
          <p:cNvSpPr>
            <a:spLocks/>
          </p:cNvSpPr>
          <p:nvPr/>
        </p:nvSpPr>
        <p:spPr>
          <a:xfrm rot="16200000" flipH="1" flipV="1">
            <a:off x="3405910" y="4759252"/>
            <a:ext cx="540000" cy="1080000"/>
          </a:xfrm>
          <a:prstGeom prst="arc">
            <a:avLst>
              <a:gd name="adj1" fmla="val 7341091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38F746D-622E-E766-BC0C-4D305BD28128}"/>
              </a:ext>
            </a:extLst>
          </p:cNvPr>
          <p:cNvSpPr txBox="1"/>
          <p:nvPr/>
        </p:nvSpPr>
        <p:spPr>
          <a:xfrm>
            <a:off x="3252853" y="516075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670AF2-31BE-5AE4-BD6A-F886FE54C585}"/>
              </a:ext>
            </a:extLst>
          </p:cNvPr>
          <p:cNvCxnSpPr>
            <a:cxnSpLocks/>
            <a:stCxn id="167" idx="5"/>
            <a:endCxn id="174" idx="1"/>
          </p:cNvCxnSpPr>
          <p:nvPr/>
        </p:nvCxnSpPr>
        <p:spPr>
          <a:xfrm>
            <a:off x="1531889" y="5490171"/>
            <a:ext cx="513644" cy="56146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E2D6D11-0958-8E0D-8E29-96EEB3A0B095}"/>
              </a:ext>
            </a:extLst>
          </p:cNvPr>
          <p:cNvCxnSpPr>
            <a:cxnSpLocks/>
            <a:stCxn id="162" idx="3"/>
            <a:endCxn id="174" idx="7"/>
          </p:cNvCxnSpPr>
          <p:nvPr/>
        </p:nvCxnSpPr>
        <p:spPr>
          <a:xfrm flipH="1">
            <a:off x="2427371" y="5482096"/>
            <a:ext cx="531573" cy="56954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AA8C4D48-13B9-8A7A-6240-F3C04D39922F}"/>
              </a:ext>
            </a:extLst>
          </p:cNvPr>
          <p:cNvSpPr>
            <a:spLocks noChangeAspect="1"/>
          </p:cNvSpPr>
          <p:nvPr/>
        </p:nvSpPr>
        <p:spPr>
          <a:xfrm>
            <a:off x="1070970" y="502925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91F091EA-DDD0-D3E7-7699-CA194F810235}"/>
              </a:ext>
            </a:extLst>
          </p:cNvPr>
          <p:cNvSpPr>
            <a:spLocks noChangeAspect="1"/>
          </p:cNvSpPr>
          <p:nvPr/>
        </p:nvSpPr>
        <p:spPr>
          <a:xfrm>
            <a:off x="1966452" y="597255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₈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DBEB2D5-F225-1354-20E9-F77029F88FC8}"/>
              </a:ext>
            </a:extLst>
          </p:cNvPr>
          <p:cNvSpPr>
            <a:spLocks noChangeAspect="1"/>
          </p:cNvSpPr>
          <p:nvPr/>
        </p:nvSpPr>
        <p:spPr>
          <a:xfrm>
            <a:off x="3487287" y="597637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₉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DDA0C7A-E2E6-D51F-B0B5-E9C890547BBC}"/>
              </a:ext>
            </a:extLst>
          </p:cNvPr>
          <p:cNvCxnSpPr>
            <a:cxnSpLocks/>
            <a:stCxn id="174" idx="6"/>
            <a:endCxn id="178" idx="2"/>
          </p:cNvCxnSpPr>
          <p:nvPr/>
        </p:nvCxnSpPr>
        <p:spPr>
          <a:xfrm>
            <a:off x="2506452" y="6242555"/>
            <a:ext cx="980835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65DA7C4C-80DB-B350-9671-002FD66EC280}"/>
              </a:ext>
            </a:extLst>
          </p:cNvPr>
          <p:cNvSpPr txBox="1"/>
          <p:nvPr/>
        </p:nvSpPr>
        <p:spPr>
          <a:xfrm>
            <a:off x="2404947" y="625761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3ECF36-AFD3-25BC-6FC8-79012D34A489}"/>
              </a:ext>
            </a:extLst>
          </p:cNvPr>
          <p:cNvCxnSpPr>
            <a:cxnSpLocks/>
            <a:stCxn id="178" idx="6"/>
            <a:endCxn id="199" idx="2"/>
          </p:cNvCxnSpPr>
          <p:nvPr/>
        </p:nvCxnSpPr>
        <p:spPr>
          <a:xfrm flipV="1">
            <a:off x="4027287" y="6246373"/>
            <a:ext cx="904424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E9E119C-F67C-2FE4-185D-CE5BD1F5C8E5}"/>
              </a:ext>
            </a:extLst>
          </p:cNvPr>
          <p:cNvCxnSpPr>
            <a:cxnSpLocks/>
            <a:stCxn id="178" idx="7"/>
            <a:endCxn id="197" idx="3"/>
          </p:cNvCxnSpPr>
          <p:nvPr/>
        </p:nvCxnSpPr>
        <p:spPr>
          <a:xfrm flipV="1">
            <a:off x="3948206" y="5143942"/>
            <a:ext cx="1065573" cy="91151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74C896B6-5445-E16F-6E90-DB0E8C568C8E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B518296-E728-5FD2-4A30-404B8376255E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9AD0C8D-EE3C-951B-A46A-B02B0F90E126}"/>
              </a:ext>
            </a:extLst>
          </p:cNvPr>
          <p:cNvSpPr txBox="1"/>
          <p:nvPr/>
        </p:nvSpPr>
        <p:spPr>
          <a:xfrm rot="2766598">
            <a:off x="1441727" y="549209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D3D6FB0-DB13-888D-3861-57374EF550F5}"/>
              </a:ext>
            </a:extLst>
          </p:cNvPr>
          <p:cNvGrpSpPr/>
          <p:nvPr/>
        </p:nvGrpSpPr>
        <p:grpSpPr>
          <a:xfrm>
            <a:off x="4661711" y="4257389"/>
            <a:ext cx="1080000" cy="540000"/>
            <a:chOff x="6207712" y="4257391"/>
            <a:chExt cx="1080000" cy="540000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1C34435E-3EF7-E561-F52D-FC5B95A0DA71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BE2083C-0C99-234C-FE18-05B498D7987D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B68323D8-7FD7-C565-2C6A-8E3B68843D94}"/>
              </a:ext>
            </a:extLst>
          </p:cNvPr>
          <p:cNvSpPr txBox="1"/>
          <p:nvPr/>
        </p:nvSpPr>
        <p:spPr>
          <a:xfrm>
            <a:off x="3880086" y="625526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C95F2A-5314-D93E-00D8-8058FB340F2C}"/>
              </a:ext>
            </a:extLst>
          </p:cNvPr>
          <p:cNvSpPr txBox="1"/>
          <p:nvPr/>
        </p:nvSpPr>
        <p:spPr>
          <a:xfrm rot="19200869">
            <a:off x="3770095" y="543453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AD80CC-FDB2-F7A8-90DD-7B15DEBF5E09}"/>
              </a:ext>
            </a:extLst>
          </p:cNvPr>
          <p:cNvGrpSpPr/>
          <p:nvPr/>
        </p:nvGrpSpPr>
        <p:grpSpPr>
          <a:xfrm>
            <a:off x="4662155" y="5559828"/>
            <a:ext cx="1080000" cy="540000"/>
            <a:chOff x="6207712" y="4257391"/>
            <a:chExt cx="1080000" cy="540000"/>
          </a:xfrm>
        </p:grpSpPr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E5292260-6E6B-58AD-2AD5-576830773622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5667A8B-7243-8412-C9BC-499CDBBF7B4C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23" name="TextBox 222">
            <a:extLst>
              <a:ext uri="{FF2B5EF4-FFF2-40B4-BE49-F238E27FC236}">
                <a16:creationId xmlns:a16="http://schemas.microsoft.com/office/drawing/2014/main" id="{91E1212E-5EFD-D8FD-C35D-83930EF929F3}"/>
              </a:ext>
            </a:extLst>
          </p:cNvPr>
          <p:cNvSpPr txBox="1"/>
          <p:nvPr/>
        </p:nvSpPr>
        <p:spPr>
          <a:xfrm rot="20532152">
            <a:off x="5594377" y="604012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25" name="Arc 224">
            <a:extLst>
              <a:ext uri="{FF2B5EF4-FFF2-40B4-BE49-F238E27FC236}">
                <a16:creationId xmlns:a16="http://schemas.microsoft.com/office/drawing/2014/main" id="{85604071-A11D-BCF6-C18B-18E8EC20AF22}"/>
              </a:ext>
            </a:extLst>
          </p:cNvPr>
          <p:cNvSpPr>
            <a:spLocks/>
          </p:cNvSpPr>
          <p:nvPr/>
        </p:nvSpPr>
        <p:spPr>
          <a:xfrm rot="5400000" flipV="1">
            <a:off x="532304" y="4751395"/>
            <a:ext cx="540000" cy="1080000"/>
          </a:xfrm>
          <a:prstGeom prst="arc">
            <a:avLst>
              <a:gd name="adj1" fmla="val 7101909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503D32A-C95B-1D6F-1A61-A35D5C49CAAE}"/>
              </a:ext>
            </a:extLst>
          </p:cNvPr>
          <p:cNvSpPr txBox="1"/>
          <p:nvPr/>
        </p:nvSpPr>
        <p:spPr>
          <a:xfrm>
            <a:off x="171297" y="514394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58F0FDB-49C6-1D3E-C8AE-43B4FBB677FB}"/>
              </a:ext>
            </a:extLst>
          </p:cNvPr>
          <p:cNvSpPr txBox="1"/>
          <p:nvPr/>
        </p:nvSpPr>
        <p:spPr>
          <a:xfrm rot="18812380">
            <a:off x="2266111" y="574162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496B781-1429-974A-C40B-6BF3B28B7EE4}"/>
              </a:ext>
            </a:extLst>
          </p:cNvPr>
          <p:cNvSpPr txBox="1"/>
          <p:nvPr/>
        </p:nvSpPr>
        <p:spPr>
          <a:xfrm rot="829980">
            <a:off x="5664453" y="475587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6C2EF2-0FFF-9268-500D-170741F9FD39}"/>
              </a:ext>
            </a:extLst>
          </p:cNvPr>
          <p:cNvSpPr>
            <a:spLocks noChangeAspect="1"/>
          </p:cNvSpPr>
          <p:nvPr/>
        </p:nvSpPr>
        <p:spPr>
          <a:xfrm>
            <a:off x="7076416" y="5223023"/>
            <a:ext cx="540000" cy="540000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dirty="0">
                <a:solidFill>
                  <a:srgbClr val="0070C0"/>
                </a:solidFill>
              </a:rPr>
              <a:t>₁₁</a:t>
            </a:r>
            <a:endParaRPr lang="lv-LV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9B43D-6A4B-D095-C7AA-0938B24B8062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7616416" y="2779544"/>
            <a:ext cx="1684368" cy="2713479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D7F4A0-338D-1E6D-7311-0636ACEE649F}"/>
              </a:ext>
            </a:extLst>
          </p:cNvPr>
          <p:cNvCxnSpPr>
            <a:cxnSpLocks/>
            <a:stCxn id="197" idx="6"/>
            <a:endCxn id="10" idx="1"/>
          </p:cNvCxnSpPr>
          <p:nvPr/>
        </p:nvCxnSpPr>
        <p:spPr>
          <a:xfrm>
            <a:off x="5474698" y="4953023"/>
            <a:ext cx="1680799" cy="34908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288F85-9279-6068-7B77-FB86F7D10DA0}"/>
              </a:ext>
            </a:extLst>
          </p:cNvPr>
          <p:cNvCxnSpPr>
            <a:cxnSpLocks/>
            <a:stCxn id="199" idx="6"/>
            <a:endCxn id="10" idx="3"/>
          </p:cNvCxnSpPr>
          <p:nvPr/>
        </p:nvCxnSpPr>
        <p:spPr>
          <a:xfrm flipV="1">
            <a:off x="5471711" y="5683942"/>
            <a:ext cx="1683786" cy="56243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D49061-5CFC-F5C3-A459-026692098D0E}"/>
              </a:ext>
            </a:extLst>
          </p:cNvPr>
          <p:cNvSpPr txBox="1"/>
          <p:nvPr/>
        </p:nvSpPr>
        <p:spPr>
          <a:xfrm rot="18051988">
            <a:off x="8150304" y="396026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1,0→L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6F4E643E-CC0A-9866-D6BC-FA67E335BDD5}"/>
              </a:ext>
            </a:extLst>
          </p:cNvPr>
          <p:cNvSpPr>
            <a:spLocks noChangeAspect="1"/>
          </p:cNvSpPr>
          <p:nvPr/>
        </p:nvSpPr>
        <p:spPr>
          <a:xfrm>
            <a:off x="4934698" y="468302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B9027C87-5E1F-D2F5-26CA-82EFD5AC2545}"/>
              </a:ext>
            </a:extLst>
          </p:cNvPr>
          <p:cNvSpPr>
            <a:spLocks noChangeAspect="1"/>
          </p:cNvSpPr>
          <p:nvPr/>
        </p:nvSpPr>
        <p:spPr>
          <a:xfrm>
            <a:off x="4931711" y="597637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A9669-D73A-382A-7BB4-8F6C84F09E5C}"/>
              </a:ext>
            </a:extLst>
          </p:cNvPr>
          <p:cNvSpPr txBox="1"/>
          <p:nvPr/>
        </p:nvSpPr>
        <p:spPr>
          <a:xfrm>
            <a:off x="2031112" y="946477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9248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EE00321-E61C-4676-AA92-44ABA70495F1}"/>
              </a:ext>
            </a:extLst>
          </p:cNvPr>
          <p:cNvCxnSpPr>
            <a:cxnSpLocks/>
            <a:endCxn id="145" idx="6"/>
          </p:cNvCxnSpPr>
          <p:nvPr/>
        </p:nvCxnSpPr>
        <p:spPr>
          <a:xfrm flipH="1" flipV="1">
            <a:off x="2504883" y="4375467"/>
            <a:ext cx="980485" cy="59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FDE3105-7CA5-E013-250E-E4742D0444F7}"/>
              </a:ext>
            </a:extLst>
          </p:cNvPr>
          <p:cNvSpPr>
            <a:spLocks noChangeAspect="1"/>
          </p:cNvSpPr>
          <p:nvPr/>
        </p:nvSpPr>
        <p:spPr>
          <a:xfrm>
            <a:off x="1964883" y="410546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₆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447E3E-3CAF-0256-083B-1226F4C81F8D}"/>
              </a:ext>
            </a:extLst>
          </p:cNvPr>
          <p:cNvSpPr txBox="1"/>
          <p:nvPr/>
        </p:nvSpPr>
        <p:spPr>
          <a:xfrm>
            <a:off x="2520357" y="409380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</p:cNvCxnSpPr>
          <p:nvPr/>
        </p:nvCxnSpPr>
        <p:spPr>
          <a:xfrm>
            <a:off x="802304" y="1256062"/>
            <a:ext cx="1211226" cy="13649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6E5255D-48F6-5ABF-9963-C63F9E39BE16}"/>
              </a:ext>
            </a:extLst>
          </p:cNvPr>
          <p:cNvCxnSpPr>
            <a:cxnSpLocks/>
            <a:endCxn id="167" idx="7"/>
          </p:cNvCxnSpPr>
          <p:nvPr/>
        </p:nvCxnSpPr>
        <p:spPr>
          <a:xfrm flipH="1">
            <a:off x="1531889" y="457078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C5022FC-5139-19AB-C8AC-7C1A8B49A8C3}"/>
              </a:ext>
            </a:extLst>
          </p:cNvPr>
          <p:cNvSpPr txBox="1"/>
          <p:nvPr/>
        </p:nvSpPr>
        <p:spPr>
          <a:xfrm rot="18806060">
            <a:off x="1216721" y="454452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923817D-5088-0691-2D68-2EA1D70A02E7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421071" y="457078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93A43A4-7F5A-CE30-30C9-933DE94A5BA5}"/>
              </a:ext>
            </a:extLst>
          </p:cNvPr>
          <p:cNvSpPr txBox="1"/>
          <p:nvPr/>
        </p:nvSpPr>
        <p:spPr>
          <a:xfrm rot="2657338">
            <a:off x="1978136" y="473456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A7F1B61-B092-490E-99B2-CB4DA45C3EAA}"/>
              </a:ext>
            </a:extLst>
          </p:cNvPr>
          <p:cNvSpPr>
            <a:spLocks noChangeAspect="1"/>
          </p:cNvSpPr>
          <p:nvPr/>
        </p:nvSpPr>
        <p:spPr>
          <a:xfrm>
            <a:off x="2879863" y="502117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E9911A95-9B4F-955D-34C9-5C676B091836}"/>
              </a:ext>
            </a:extLst>
          </p:cNvPr>
          <p:cNvSpPr>
            <a:spLocks/>
          </p:cNvSpPr>
          <p:nvPr/>
        </p:nvSpPr>
        <p:spPr>
          <a:xfrm rot="16200000" flipH="1" flipV="1">
            <a:off x="3405910" y="4759252"/>
            <a:ext cx="540000" cy="1080000"/>
          </a:xfrm>
          <a:prstGeom prst="arc">
            <a:avLst>
              <a:gd name="adj1" fmla="val 7341091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38F746D-622E-E766-BC0C-4D305BD28128}"/>
              </a:ext>
            </a:extLst>
          </p:cNvPr>
          <p:cNvSpPr txBox="1"/>
          <p:nvPr/>
        </p:nvSpPr>
        <p:spPr>
          <a:xfrm>
            <a:off x="3252853" y="516075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670AF2-31BE-5AE4-BD6A-F886FE54C585}"/>
              </a:ext>
            </a:extLst>
          </p:cNvPr>
          <p:cNvCxnSpPr>
            <a:cxnSpLocks/>
            <a:stCxn id="167" idx="5"/>
            <a:endCxn id="174" idx="1"/>
          </p:cNvCxnSpPr>
          <p:nvPr/>
        </p:nvCxnSpPr>
        <p:spPr>
          <a:xfrm>
            <a:off x="1531889" y="5490171"/>
            <a:ext cx="513644" cy="56146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E2D6D11-0958-8E0D-8E29-96EEB3A0B095}"/>
              </a:ext>
            </a:extLst>
          </p:cNvPr>
          <p:cNvCxnSpPr>
            <a:cxnSpLocks/>
            <a:stCxn id="162" idx="3"/>
            <a:endCxn id="174" idx="7"/>
          </p:cNvCxnSpPr>
          <p:nvPr/>
        </p:nvCxnSpPr>
        <p:spPr>
          <a:xfrm flipH="1">
            <a:off x="2427371" y="5482096"/>
            <a:ext cx="531573" cy="56954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AA8C4D48-13B9-8A7A-6240-F3C04D39922F}"/>
              </a:ext>
            </a:extLst>
          </p:cNvPr>
          <p:cNvSpPr>
            <a:spLocks noChangeAspect="1"/>
          </p:cNvSpPr>
          <p:nvPr/>
        </p:nvSpPr>
        <p:spPr>
          <a:xfrm>
            <a:off x="1070970" y="502925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91F091EA-DDD0-D3E7-7699-CA194F810235}"/>
              </a:ext>
            </a:extLst>
          </p:cNvPr>
          <p:cNvSpPr>
            <a:spLocks noChangeAspect="1"/>
          </p:cNvSpPr>
          <p:nvPr/>
        </p:nvSpPr>
        <p:spPr>
          <a:xfrm>
            <a:off x="1966452" y="597255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₈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DBEB2D5-F225-1354-20E9-F77029F88FC8}"/>
              </a:ext>
            </a:extLst>
          </p:cNvPr>
          <p:cNvSpPr>
            <a:spLocks noChangeAspect="1"/>
          </p:cNvSpPr>
          <p:nvPr/>
        </p:nvSpPr>
        <p:spPr>
          <a:xfrm>
            <a:off x="3487287" y="597637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₉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DDA0C7A-E2E6-D51F-B0B5-E9C890547BBC}"/>
              </a:ext>
            </a:extLst>
          </p:cNvPr>
          <p:cNvCxnSpPr>
            <a:cxnSpLocks/>
            <a:stCxn id="174" idx="6"/>
            <a:endCxn id="178" idx="2"/>
          </p:cNvCxnSpPr>
          <p:nvPr/>
        </p:nvCxnSpPr>
        <p:spPr>
          <a:xfrm>
            <a:off x="2506452" y="6242555"/>
            <a:ext cx="980835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65DA7C4C-80DB-B350-9671-002FD66EC280}"/>
              </a:ext>
            </a:extLst>
          </p:cNvPr>
          <p:cNvSpPr txBox="1"/>
          <p:nvPr/>
        </p:nvSpPr>
        <p:spPr>
          <a:xfrm>
            <a:off x="2404947" y="625761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3ECF36-AFD3-25BC-6FC8-79012D34A489}"/>
              </a:ext>
            </a:extLst>
          </p:cNvPr>
          <p:cNvCxnSpPr>
            <a:cxnSpLocks/>
            <a:stCxn id="178" idx="6"/>
            <a:endCxn id="199" idx="2"/>
          </p:cNvCxnSpPr>
          <p:nvPr/>
        </p:nvCxnSpPr>
        <p:spPr>
          <a:xfrm flipV="1">
            <a:off x="4027287" y="6246373"/>
            <a:ext cx="904424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E9E119C-F67C-2FE4-185D-CE5BD1F5C8E5}"/>
              </a:ext>
            </a:extLst>
          </p:cNvPr>
          <p:cNvCxnSpPr>
            <a:cxnSpLocks/>
            <a:stCxn id="178" idx="7"/>
            <a:endCxn id="197" idx="3"/>
          </p:cNvCxnSpPr>
          <p:nvPr/>
        </p:nvCxnSpPr>
        <p:spPr>
          <a:xfrm flipV="1">
            <a:off x="3948206" y="5143942"/>
            <a:ext cx="1065573" cy="91151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74C896B6-5445-E16F-6E90-DB0E8C568C8E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B518296-E728-5FD2-4A30-404B8376255E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9AD0C8D-EE3C-951B-A46A-B02B0F90E126}"/>
              </a:ext>
            </a:extLst>
          </p:cNvPr>
          <p:cNvSpPr txBox="1"/>
          <p:nvPr/>
        </p:nvSpPr>
        <p:spPr>
          <a:xfrm rot="2766598">
            <a:off x="1441727" y="549209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D3D6FB0-DB13-888D-3861-57374EF550F5}"/>
              </a:ext>
            </a:extLst>
          </p:cNvPr>
          <p:cNvGrpSpPr/>
          <p:nvPr/>
        </p:nvGrpSpPr>
        <p:grpSpPr>
          <a:xfrm>
            <a:off x="4661711" y="4257389"/>
            <a:ext cx="1080000" cy="540000"/>
            <a:chOff x="6207712" y="4257391"/>
            <a:chExt cx="1080000" cy="540000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1C34435E-3EF7-E561-F52D-FC5B95A0DA71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BE2083C-0C99-234C-FE18-05B498D7987D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B68323D8-7FD7-C565-2C6A-8E3B68843D94}"/>
              </a:ext>
            </a:extLst>
          </p:cNvPr>
          <p:cNvSpPr txBox="1"/>
          <p:nvPr/>
        </p:nvSpPr>
        <p:spPr>
          <a:xfrm>
            <a:off x="3880086" y="625526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C95F2A-5314-D93E-00D8-8058FB340F2C}"/>
              </a:ext>
            </a:extLst>
          </p:cNvPr>
          <p:cNvSpPr txBox="1"/>
          <p:nvPr/>
        </p:nvSpPr>
        <p:spPr>
          <a:xfrm rot="19200869">
            <a:off x="3770095" y="543453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AD80CC-FDB2-F7A8-90DD-7B15DEBF5E09}"/>
              </a:ext>
            </a:extLst>
          </p:cNvPr>
          <p:cNvGrpSpPr/>
          <p:nvPr/>
        </p:nvGrpSpPr>
        <p:grpSpPr>
          <a:xfrm>
            <a:off x="4662155" y="5559828"/>
            <a:ext cx="1080000" cy="540000"/>
            <a:chOff x="6207712" y="4257391"/>
            <a:chExt cx="1080000" cy="540000"/>
          </a:xfrm>
        </p:grpSpPr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E5292260-6E6B-58AD-2AD5-576830773622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5667A8B-7243-8412-C9BC-499CDBBF7B4C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23" name="TextBox 222">
            <a:extLst>
              <a:ext uri="{FF2B5EF4-FFF2-40B4-BE49-F238E27FC236}">
                <a16:creationId xmlns:a16="http://schemas.microsoft.com/office/drawing/2014/main" id="{91E1212E-5EFD-D8FD-C35D-83930EF929F3}"/>
              </a:ext>
            </a:extLst>
          </p:cNvPr>
          <p:cNvSpPr txBox="1"/>
          <p:nvPr/>
        </p:nvSpPr>
        <p:spPr>
          <a:xfrm rot="20532152">
            <a:off x="5594377" y="604012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25" name="Arc 224">
            <a:extLst>
              <a:ext uri="{FF2B5EF4-FFF2-40B4-BE49-F238E27FC236}">
                <a16:creationId xmlns:a16="http://schemas.microsoft.com/office/drawing/2014/main" id="{85604071-A11D-BCF6-C18B-18E8EC20AF22}"/>
              </a:ext>
            </a:extLst>
          </p:cNvPr>
          <p:cNvSpPr>
            <a:spLocks/>
          </p:cNvSpPr>
          <p:nvPr/>
        </p:nvSpPr>
        <p:spPr>
          <a:xfrm rot="5400000" flipV="1">
            <a:off x="532304" y="4751395"/>
            <a:ext cx="540000" cy="1080000"/>
          </a:xfrm>
          <a:prstGeom prst="arc">
            <a:avLst>
              <a:gd name="adj1" fmla="val 7101909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503D32A-C95B-1D6F-1A61-A35D5C49CAAE}"/>
              </a:ext>
            </a:extLst>
          </p:cNvPr>
          <p:cNvSpPr txBox="1"/>
          <p:nvPr/>
        </p:nvSpPr>
        <p:spPr>
          <a:xfrm>
            <a:off x="171297" y="514394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58F0FDB-49C6-1D3E-C8AE-43B4FBB677FB}"/>
              </a:ext>
            </a:extLst>
          </p:cNvPr>
          <p:cNvSpPr txBox="1"/>
          <p:nvPr/>
        </p:nvSpPr>
        <p:spPr>
          <a:xfrm rot="18812380">
            <a:off x="2266111" y="574162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496B781-1429-974A-C40B-6BF3B28B7EE4}"/>
              </a:ext>
            </a:extLst>
          </p:cNvPr>
          <p:cNvSpPr txBox="1"/>
          <p:nvPr/>
        </p:nvSpPr>
        <p:spPr>
          <a:xfrm rot="829980">
            <a:off x="5664453" y="475587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6C2EF2-0FFF-9268-500D-170741F9FD39}"/>
              </a:ext>
            </a:extLst>
          </p:cNvPr>
          <p:cNvSpPr>
            <a:spLocks noChangeAspect="1"/>
          </p:cNvSpPr>
          <p:nvPr/>
        </p:nvSpPr>
        <p:spPr>
          <a:xfrm>
            <a:off x="7076416" y="5223023"/>
            <a:ext cx="540000" cy="540000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dirty="0">
                <a:solidFill>
                  <a:srgbClr val="0070C0"/>
                </a:solidFill>
              </a:rPr>
              <a:t>₁₁</a:t>
            </a:r>
            <a:endParaRPr lang="lv-LV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9B43D-6A4B-D095-C7AA-0938B24B8062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7616416" y="2779544"/>
            <a:ext cx="1684368" cy="2713479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D7F4A0-338D-1E6D-7311-0636ACEE649F}"/>
              </a:ext>
            </a:extLst>
          </p:cNvPr>
          <p:cNvCxnSpPr>
            <a:cxnSpLocks/>
            <a:stCxn id="197" idx="6"/>
            <a:endCxn id="10" idx="1"/>
          </p:cNvCxnSpPr>
          <p:nvPr/>
        </p:nvCxnSpPr>
        <p:spPr>
          <a:xfrm>
            <a:off x="5474698" y="4953023"/>
            <a:ext cx="1680799" cy="34908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288F85-9279-6068-7B77-FB86F7D10DA0}"/>
              </a:ext>
            </a:extLst>
          </p:cNvPr>
          <p:cNvCxnSpPr>
            <a:cxnSpLocks/>
            <a:stCxn id="199" idx="6"/>
            <a:endCxn id="10" idx="3"/>
          </p:cNvCxnSpPr>
          <p:nvPr/>
        </p:nvCxnSpPr>
        <p:spPr>
          <a:xfrm flipV="1">
            <a:off x="5471711" y="5683942"/>
            <a:ext cx="1683786" cy="56243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D49061-5CFC-F5C3-A459-026692098D0E}"/>
              </a:ext>
            </a:extLst>
          </p:cNvPr>
          <p:cNvSpPr txBox="1"/>
          <p:nvPr/>
        </p:nvSpPr>
        <p:spPr>
          <a:xfrm rot="18051988">
            <a:off x="8150304" y="396026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1,0→L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6F4E643E-CC0A-9866-D6BC-FA67E335BDD5}"/>
              </a:ext>
            </a:extLst>
          </p:cNvPr>
          <p:cNvSpPr>
            <a:spLocks noChangeAspect="1"/>
          </p:cNvSpPr>
          <p:nvPr/>
        </p:nvSpPr>
        <p:spPr>
          <a:xfrm>
            <a:off x="4934698" y="468302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B9027C87-5E1F-D2F5-26CA-82EFD5AC2545}"/>
              </a:ext>
            </a:extLst>
          </p:cNvPr>
          <p:cNvSpPr>
            <a:spLocks noChangeAspect="1"/>
          </p:cNvSpPr>
          <p:nvPr/>
        </p:nvSpPr>
        <p:spPr>
          <a:xfrm>
            <a:off x="4931711" y="597637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A9669-D73A-382A-7BB4-8F6C84F09E5C}"/>
              </a:ext>
            </a:extLst>
          </p:cNvPr>
          <p:cNvSpPr txBox="1"/>
          <p:nvPr/>
        </p:nvSpPr>
        <p:spPr>
          <a:xfrm>
            <a:off x="2031112" y="946477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0A21FB-F2EB-3A65-E090-037648E25320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698311" y="1595474"/>
            <a:ext cx="2081138" cy="651925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40C9CAE-62E3-42EF-6C43-848EF65AF165}"/>
              </a:ext>
            </a:extLst>
          </p:cNvPr>
          <p:cNvSpPr txBox="1"/>
          <p:nvPr/>
        </p:nvSpPr>
        <p:spPr>
          <a:xfrm>
            <a:off x="814223" y="16874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_→</a:t>
            </a:r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</a:rPr>
              <a:t>,R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89C52B-3F2C-7CE4-70DB-4D24F85AF2C8}"/>
              </a:ext>
            </a:extLst>
          </p:cNvPr>
          <p:cNvSpPr txBox="1"/>
          <p:nvPr/>
        </p:nvSpPr>
        <p:spPr>
          <a:xfrm>
            <a:off x="2340489" y="1753425"/>
            <a:ext cx="173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Configuration: …</a:t>
            </a:r>
            <a:endParaRPr lang="lv-LV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2855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EE00321-E61C-4676-AA92-44ABA70495F1}"/>
              </a:ext>
            </a:extLst>
          </p:cNvPr>
          <p:cNvCxnSpPr>
            <a:cxnSpLocks/>
            <a:endCxn id="145" idx="6"/>
          </p:cNvCxnSpPr>
          <p:nvPr/>
        </p:nvCxnSpPr>
        <p:spPr>
          <a:xfrm flipH="1" flipV="1">
            <a:off x="2504883" y="4375467"/>
            <a:ext cx="980485" cy="59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FDE3105-7CA5-E013-250E-E4742D0444F7}"/>
              </a:ext>
            </a:extLst>
          </p:cNvPr>
          <p:cNvSpPr>
            <a:spLocks noChangeAspect="1"/>
          </p:cNvSpPr>
          <p:nvPr/>
        </p:nvSpPr>
        <p:spPr>
          <a:xfrm>
            <a:off x="1964883" y="410546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₆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447E3E-3CAF-0256-083B-1226F4C81F8D}"/>
              </a:ext>
            </a:extLst>
          </p:cNvPr>
          <p:cNvSpPr txBox="1"/>
          <p:nvPr/>
        </p:nvSpPr>
        <p:spPr>
          <a:xfrm>
            <a:off x="2520357" y="409380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</p:cNvCxnSpPr>
          <p:nvPr/>
        </p:nvCxnSpPr>
        <p:spPr>
          <a:xfrm>
            <a:off x="802304" y="1256062"/>
            <a:ext cx="1211226" cy="13649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6E5255D-48F6-5ABF-9963-C63F9E39BE16}"/>
              </a:ext>
            </a:extLst>
          </p:cNvPr>
          <p:cNvCxnSpPr>
            <a:cxnSpLocks/>
            <a:endCxn id="167" idx="7"/>
          </p:cNvCxnSpPr>
          <p:nvPr/>
        </p:nvCxnSpPr>
        <p:spPr>
          <a:xfrm flipH="1">
            <a:off x="1531889" y="457078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C5022FC-5139-19AB-C8AC-7C1A8B49A8C3}"/>
              </a:ext>
            </a:extLst>
          </p:cNvPr>
          <p:cNvSpPr txBox="1"/>
          <p:nvPr/>
        </p:nvSpPr>
        <p:spPr>
          <a:xfrm rot="18806060">
            <a:off x="1216721" y="454452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923817D-5088-0691-2D68-2EA1D70A02E7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421071" y="457078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93A43A4-7F5A-CE30-30C9-933DE94A5BA5}"/>
              </a:ext>
            </a:extLst>
          </p:cNvPr>
          <p:cNvSpPr txBox="1"/>
          <p:nvPr/>
        </p:nvSpPr>
        <p:spPr>
          <a:xfrm rot="2657338">
            <a:off x="1978136" y="473456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A7F1B61-B092-490E-99B2-CB4DA45C3EAA}"/>
              </a:ext>
            </a:extLst>
          </p:cNvPr>
          <p:cNvSpPr>
            <a:spLocks noChangeAspect="1"/>
          </p:cNvSpPr>
          <p:nvPr/>
        </p:nvSpPr>
        <p:spPr>
          <a:xfrm>
            <a:off x="2879863" y="502117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E9911A95-9B4F-955D-34C9-5C676B091836}"/>
              </a:ext>
            </a:extLst>
          </p:cNvPr>
          <p:cNvSpPr>
            <a:spLocks/>
          </p:cNvSpPr>
          <p:nvPr/>
        </p:nvSpPr>
        <p:spPr>
          <a:xfrm rot="16200000" flipH="1" flipV="1">
            <a:off x="3405910" y="4759252"/>
            <a:ext cx="540000" cy="1080000"/>
          </a:xfrm>
          <a:prstGeom prst="arc">
            <a:avLst>
              <a:gd name="adj1" fmla="val 7341091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38F746D-622E-E766-BC0C-4D305BD28128}"/>
              </a:ext>
            </a:extLst>
          </p:cNvPr>
          <p:cNvSpPr txBox="1"/>
          <p:nvPr/>
        </p:nvSpPr>
        <p:spPr>
          <a:xfrm>
            <a:off x="3252853" y="516075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670AF2-31BE-5AE4-BD6A-F886FE54C585}"/>
              </a:ext>
            </a:extLst>
          </p:cNvPr>
          <p:cNvCxnSpPr>
            <a:cxnSpLocks/>
            <a:stCxn id="167" idx="5"/>
            <a:endCxn id="174" idx="1"/>
          </p:cNvCxnSpPr>
          <p:nvPr/>
        </p:nvCxnSpPr>
        <p:spPr>
          <a:xfrm>
            <a:off x="1531889" y="5490171"/>
            <a:ext cx="513644" cy="56146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E2D6D11-0958-8E0D-8E29-96EEB3A0B095}"/>
              </a:ext>
            </a:extLst>
          </p:cNvPr>
          <p:cNvCxnSpPr>
            <a:cxnSpLocks/>
            <a:stCxn id="162" idx="3"/>
            <a:endCxn id="174" idx="7"/>
          </p:cNvCxnSpPr>
          <p:nvPr/>
        </p:nvCxnSpPr>
        <p:spPr>
          <a:xfrm flipH="1">
            <a:off x="2427371" y="5482096"/>
            <a:ext cx="531573" cy="56954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AA8C4D48-13B9-8A7A-6240-F3C04D39922F}"/>
              </a:ext>
            </a:extLst>
          </p:cNvPr>
          <p:cNvSpPr>
            <a:spLocks noChangeAspect="1"/>
          </p:cNvSpPr>
          <p:nvPr/>
        </p:nvSpPr>
        <p:spPr>
          <a:xfrm>
            <a:off x="1070970" y="502925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91F091EA-DDD0-D3E7-7699-CA194F810235}"/>
              </a:ext>
            </a:extLst>
          </p:cNvPr>
          <p:cNvSpPr>
            <a:spLocks noChangeAspect="1"/>
          </p:cNvSpPr>
          <p:nvPr/>
        </p:nvSpPr>
        <p:spPr>
          <a:xfrm>
            <a:off x="1966452" y="597255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₈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DBEB2D5-F225-1354-20E9-F77029F88FC8}"/>
              </a:ext>
            </a:extLst>
          </p:cNvPr>
          <p:cNvSpPr>
            <a:spLocks noChangeAspect="1"/>
          </p:cNvSpPr>
          <p:nvPr/>
        </p:nvSpPr>
        <p:spPr>
          <a:xfrm>
            <a:off x="3487287" y="597637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₉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DDA0C7A-E2E6-D51F-B0B5-E9C890547BBC}"/>
              </a:ext>
            </a:extLst>
          </p:cNvPr>
          <p:cNvCxnSpPr>
            <a:cxnSpLocks/>
            <a:stCxn id="174" idx="6"/>
            <a:endCxn id="178" idx="2"/>
          </p:cNvCxnSpPr>
          <p:nvPr/>
        </p:nvCxnSpPr>
        <p:spPr>
          <a:xfrm>
            <a:off x="2506452" y="6242555"/>
            <a:ext cx="980835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65DA7C4C-80DB-B350-9671-002FD66EC280}"/>
              </a:ext>
            </a:extLst>
          </p:cNvPr>
          <p:cNvSpPr txBox="1"/>
          <p:nvPr/>
        </p:nvSpPr>
        <p:spPr>
          <a:xfrm>
            <a:off x="2404947" y="625761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3ECF36-AFD3-25BC-6FC8-79012D34A489}"/>
              </a:ext>
            </a:extLst>
          </p:cNvPr>
          <p:cNvCxnSpPr>
            <a:cxnSpLocks/>
            <a:stCxn id="178" idx="6"/>
            <a:endCxn id="199" idx="2"/>
          </p:cNvCxnSpPr>
          <p:nvPr/>
        </p:nvCxnSpPr>
        <p:spPr>
          <a:xfrm flipV="1">
            <a:off x="4027287" y="6246373"/>
            <a:ext cx="904424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E9E119C-F67C-2FE4-185D-CE5BD1F5C8E5}"/>
              </a:ext>
            </a:extLst>
          </p:cNvPr>
          <p:cNvCxnSpPr>
            <a:cxnSpLocks/>
            <a:stCxn id="178" idx="7"/>
            <a:endCxn id="197" idx="3"/>
          </p:cNvCxnSpPr>
          <p:nvPr/>
        </p:nvCxnSpPr>
        <p:spPr>
          <a:xfrm flipV="1">
            <a:off x="3948206" y="5143942"/>
            <a:ext cx="1065573" cy="91151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74C896B6-5445-E16F-6E90-DB0E8C568C8E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B518296-E728-5FD2-4A30-404B8376255E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9AD0C8D-EE3C-951B-A46A-B02B0F90E126}"/>
              </a:ext>
            </a:extLst>
          </p:cNvPr>
          <p:cNvSpPr txBox="1"/>
          <p:nvPr/>
        </p:nvSpPr>
        <p:spPr>
          <a:xfrm rot="2766598">
            <a:off x="1441727" y="549209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D3D6FB0-DB13-888D-3861-57374EF550F5}"/>
              </a:ext>
            </a:extLst>
          </p:cNvPr>
          <p:cNvGrpSpPr/>
          <p:nvPr/>
        </p:nvGrpSpPr>
        <p:grpSpPr>
          <a:xfrm>
            <a:off x="4661711" y="4257389"/>
            <a:ext cx="1080000" cy="540000"/>
            <a:chOff x="6207712" y="4257391"/>
            <a:chExt cx="1080000" cy="540000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1C34435E-3EF7-E561-F52D-FC5B95A0DA71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BE2083C-0C99-234C-FE18-05B498D7987D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B68323D8-7FD7-C565-2C6A-8E3B68843D94}"/>
              </a:ext>
            </a:extLst>
          </p:cNvPr>
          <p:cNvSpPr txBox="1"/>
          <p:nvPr/>
        </p:nvSpPr>
        <p:spPr>
          <a:xfrm>
            <a:off x="3880086" y="625526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C95F2A-5314-D93E-00D8-8058FB340F2C}"/>
              </a:ext>
            </a:extLst>
          </p:cNvPr>
          <p:cNvSpPr txBox="1"/>
          <p:nvPr/>
        </p:nvSpPr>
        <p:spPr>
          <a:xfrm rot="19200869">
            <a:off x="3770095" y="543453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AD80CC-FDB2-F7A8-90DD-7B15DEBF5E09}"/>
              </a:ext>
            </a:extLst>
          </p:cNvPr>
          <p:cNvGrpSpPr/>
          <p:nvPr/>
        </p:nvGrpSpPr>
        <p:grpSpPr>
          <a:xfrm>
            <a:off x="4662155" y="5559828"/>
            <a:ext cx="1080000" cy="540000"/>
            <a:chOff x="6207712" y="4257391"/>
            <a:chExt cx="1080000" cy="540000"/>
          </a:xfrm>
        </p:grpSpPr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E5292260-6E6B-58AD-2AD5-576830773622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5667A8B-7243-8412-C9BC-499CDBBF7B4C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23" name="TextBox 222">
            <a:extLst>
              <a:ext uri="{FF2B5EF4-FFF2-40B4-BE49-F238E27FC236}">
                <a16:creationId xmlns:a16="http://schemas.microsoft.com/office/drawing/2014/main" id="{91E1212E-5EFD-D8FD-C35D-83930EF929F3}"/>
              </a:ext>
            </a:extLst>
          </p:cNvPr>
          <p:cNvSpPr txBox="1"/>
          <p:nvPr/>
        </p:nvSpPr>
        <p:spPr>
          <a:xfrm rot="20532152">
            <a:off x="5594377" y="604012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25" name="Arc 224">
            <a:extLst>
              <a:ext uri="{FF2B5EF4-FFF2-40B4-BE49-F238E27FC236}">
                <a16:creationId xmlns:a16="http://schemas.microsoft.com/office/drawing/2014/main" id="{85604071-A11D-BCF6-C18B-18E8EC20AF22}"/>
              </a:ext>
            </a:extLst>
          </p:cNvPr>
          <p:cNvSpPr>
            <a:spLocks/>
          </p:cNvSpPr>
          <p:nvPr/>
        </p:nvSpPr>
        <p:spPr>
          <a:xfrm rot="5400000" flipV="1">
            <a:off x="532304" y="4751395"/>
            <a:ext cx="540000" cy="1080000"/>
          </a:xfrm>
          <a:prstGeom prst="arc">
            <a:avLst>
              <a:gd name="adj1" fmla="val 7101909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503D32A-C95B-1D6F-1A61-A35D5C49CAAE}"/>
              </a:ext>
            </a:extLst>
          </p:cNvPr>
          <p:cNvSpPr txBox="1"/>
          <p:nvPr/>
        </p:nvSpPr>
        <p:spPr>
          <a:xfrm>
            <a:off x="171297" y="514394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58F0FDB-49C6-1D3E-C8AE-43B4FBB677FB}"/>
              </a:ext>
            </a:extLst>
          </p:cNvPr>
          <p:cNvSpPr txBox="1"/>
          <p:nvPr/>
        </p:nvSpPr>
        <p:spPr>
          <a:xfrm rot="18812380">
            <a:off x="2266111" y="574162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496B781-1429-974A-C40B-6BF3B28B7EE4}"/>
              </a:ext>
            </a:extLst>
          </p:cNvPr>
          <p:cNvSpPr txBox="1"/>
          <p:nvPr/>
        </p:nvSpPr>
        <p:spPr>
          <a:xfrm rot="829980">
            <a:off x="5664453" y="475587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6C2EF2-0FFF-9268-500D-170741F9FD39}"/>
              </a:ext>
            </a:extLst>
          </p:cNvPr>
          <p:cNvSpPr>
            <a:spLocks noChangeAspect="1"/>
          </p:cNvSpPr>
          <p:nvPr/>
        </p:nvSpPr>
        <p:spPr>
          <a:xfrm>
            <a:off x="7076416" y="5223023"/>
            <a:ext cx="540000" cy="540000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dirty="0">
                <a:solidFill>
                  <a:srgbClr val="0070C0"/>
                </a:solidFill>
              </a:rPr>
              <a:t>₁₁</a:t>
            </a:r>
            <a:endParaRPr lang="lv-LV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9B43D-6A4B-D095-C7AA-0938B24B8062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7616416" y="2779544"/>
            <a:ext cx="1684368" cy="2713479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D7F4A0-338D-1E6D-7311-0636ACEE649F}"/>
              </a:ext>
            </a:extLst>
          </p:cNvPr>
          <p:cNvCxnSpPr>
            <a:cxnSpLocks/>
            <a:stCxn id="197" idx="6"/>
            <a:endCxn id="10" idx="1"/>
          </p:cNvCxnSpPr>
          <p:nvPr/>
        </p:nvCxnSpPr>
        <p:spPr>
          <a:xfrm>
            <a:off x="5474698" y="4953023"/>
            <a:ext cx="1680799" cy="34908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288F85-9279-6068-7B77-FB86F7D10DA0}"/>
              </a:ext>
            </a:extLst>
          </p:cNvPr>
          <p:cNvCxnSpPr>
            <a:cxnSpLocks/>
            <a:stCxn id="199" idx="6"/>
            <a:endCxn id="10" idx="3"/>
          </p:cNvCxnSpPr>
          <p:nvPr/>
        </p:nvCxnSpPr>
        <p:spPr>
          <a:xfrm flipV="1">
            <a:off x="5471711" y="5683942"/>
            <a:ext cx="1683786" cy="56243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D49061-5CFC-F5C3-A459-026692098D0E}"/>
              </a:ext>
            </a:extLst>
          </p:cNvPr>
          <p:cNvSpPr txBox="1"/>
          <p:nvPr/>
        </p:nvSpPr>
        <p:spPr>
          <a:xfrm rot="18051988">
            <a:off x="8150304" y="396026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1,0→L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6F4E643E-CC0A-9866-D6BC-FA67E335BDD5}"/>
              </a:ext>
            </a:extLst>
          </p:cNvPr>
          <p:cNvSpPr>
            <a:spLocks noChangeAspect="1"/>
          </p:cNvSpPr>
          <p:nvPr/>
        </p:nvSpPr>
        <p:spPr>
          <a:xfrm>
            <a:off x="4934698" y="468302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B9027C87-5E1F-D2F5-26CA-82EFD5AC2545}"/>
              </a:ext>
            </a:extLst>
          </p:cNvPr>
          <p:cNvSpPr>
            <a:spLocks noChangeAspect="1"/>
          </p:cNvSpPr>
          <p:nvPr/>
        </p:nvSpPr>
        <p:spPr>
          <a:xfrm>
            <a:off x="4931711" y="597637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A9669-D73A-382A-7BB4-8F6C84F09E5C}"/>
              </a:ext>
            </a:extLst>
          </p:cNvPr>
          <p:cNvSpPr txBox="1"/>
          <p:nvPr/>
        </p:nvSpPr>
        <p:spPr>
          <a:xfrm>
            <a:off x="2031112" y="946477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0A21FB-F2EB-3A65-E090-037648E25320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698311" y="1595474"/>
            <a:ext cx="2081138" cy="651925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40C9CAE-62E3-42EF-6C43-848EF65AF165}"/>
              </a:ext>
            </a:extLst>
          </p:cNvPr>
          <p:cNvSpPr txBox="1"/>
          <p:nvPr/>
        </p:nvSpPr>
        <p:spPr>
          <a:xfrm>
            <a:off x="814223" y="16874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_→</a:t>
            </a:r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</a:rPr>
              <a:t>,R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89C52B-3F2C-7CE4-70DB-4D24F85AF2C8}"/>
              </a:ext>
            </a:extLst>
          </p:cNvPr>
          <p:cNvSpPr txBox="1"/>
          <p:nvPr/>
        </p:nvSpPr>
        <p:spPr>
          <a:xfrm>
            <a:off x="2340489" y="1753425"/>
            <a:ext cx="3818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Configuration:</a:t>
            </a:r>
            <a:r>
              <a:rPr lang="en-US" dirty="0"/>
              <a:t> </a:t>
            </a:r>
            <a:r>
              <a:rPr lang="en-US" u="sng" dirty="0"/>
              <a:t>∗</a:t>
            </a:r>
            <a:r>
              <a:rPr lang="en-US" dirty="0"/>
              <a:t> </a:t>
            </a:r>
            <a:r>
              <a:rPr lang="en-US" i="1" dirty="0"/>
              <a:t>c</a:t>
            </a:r>
            <a:r>
              <a:rPr lang="en-US" dirty="0">
                <a:solidFill>
                  <a:schemeClr val="tx1"/>
                </a:solidFill>
              </a:rPr>
              <a:t>₁ 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144194148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EE00321-E61C-4676-AA92-44ABA70495F1}"/>
              </a:ext>
            </a:extLst>
          </p:cNvPr>
          <p:cNvCxnSpPr>
            <a:cxnSpLocks/>
            <a:endCxn id="145" idx="6"/>
          </p:cNvCxnSpPr>
          <p:nvPr/>
        </p:nvCxnSpPr>
        <p:spPr>
          <a:xfrm flipH="1" flipV="1">
            <a:off x="2504883" y="4375467"/>
            <a:ext cx="980485" cy="59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FDE3105-7CA5-E013-250E-E4742D0444F7}"/>
              </a:ext>
            </a:extLst>
          </p:cNvPr>
          <p:cNvSpPr>
            <a:spLocks noChangeAspect="1"/>
          </p:cNvSpPr>
          <p:nvPr/>
        </p:nvSpPr>
        <p:spPr>
          <a:xfrm>
            <a:off x="1964883" y="410546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₆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447E3E-3CAF-0256-083B-1226F4C81F8D}"/>
              </a:ext>
            </a:extLst>
          </p:cNvPr>
          <p:cNvSpPr txBox="1"/>
          <p:nvPr/>
        </p:nvSpPr>
        <p:spPr>
          <a:xfrm>
            <a:off x="2520357" y="409380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</p:cNvCxnSpPr>
          <p:nvPr/>
        </p:nvCxnSpPr>
        <p:spPr>
          <a:xfrm>
            <a:off x="802304" y="1256062"/>
            <a:ext cx="1211226" cy="13649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6E5255D-48F6-5ABF-9963-C63F9E39BE16}"/>
              </a:ext>
            </a:extLst>
          </p:cNvPr>
          <p:cNvCxnSpPr>
            <a:cxnSpLocks/>
            <a:endCxn id="167" idx="7"/>
          </p:cNvCxnSpPr>
          <p:nvPr/>
        </p:nvCxnSpPr>
        <p:spPr>
          <a:xfrm flipH="1">
            <a:off x="1531889" y="457078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C5022FC-5139-19AB-C8AC-7C1A8B49A8C3}"/>
              </a:ext>
            </a:extLst>
          </p:cNvPr>
          <p:cNvSpPr txBox="1"/>
          <p:nvPr/>
        </p:nvSpPr>
        <p:spPr>
          <a:xfrm rot="18806060">
            <a:off x="1216721" y="454452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923817D-5088-0691-2D68-2EA1D70A02E7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421071" y="457078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93A43A4-7F5A-CE30-30C9-933DE94A5BA5}"/>
              </a:ext>
            </a:extLst>
          </p:cNvPr>
          <p:cNvSpPr txBox="1"/>
          <p:nvPr/>
        </p:nvSpPr>
        <p:spPr>
          <a:xfrm rot="2657338">
            <a:off x="1978136" y="473456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A7F1B61-B092-490E-99B2-CB4DA45C3EAA}"/>
              </a:ext>
            </a:extLst>
          </p:cNvPr>
          <p:cNvSpPr>
            <a:spLocks noChangeAspect="1"/>
          </p:cNvSpPr>
          <p:nvPr/>
        </p:nvSpPr>
        <p:spPr>
          <a:xfrm>
            <a:off x="2879863" y="502117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E9911A95-9B4F-955D-34C9-5C676B091836}"/>
              </a:ext>
            </a:extLst>
          </p:cNvPr>
          <p:cNvSpPr>
            <a:spLocks/>
          </p:cNvSpPr>
          <p:nvPr/>
        </p:nvSpPr>
        <p:spPr>
          <a:xfrm rot="16200000" flipH="1" flipV="1">
            <a:off x="3405910" y="4759252"/>
            <a:ext cx="540000" cy="1080000"/>
          </a:xfrm>
          <a:prstGeom prst="arc">
            <a:avLst>
              <a:gd name="adj1" fmla="val 7341091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38F746D-622E-E766-BC0C-4D305BD28128}"/>
              </a:ext>
            </a:extLst>
          </p:cNvPr>
          <p:cNvSpPr txBox="1"/>
          <p:nvPr/>
        </p:nvSpPr>
        <p:spPr>
          <a:xfrm>
            <a:off x="3252853" y="516075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670AF2-31BE-5AE4-BD6A-F886FE54C585}"/>
              </a:ext>
            </a:extLst>
          </p:cNvPr>
          <p:cNvCxnSpPr>
            <a:cxnSpLocks/>
            <a:stCxn id="167" idx="5"/>
            <a:endCxn id="174" idx="1"/>
          </p:cNvCxnSpPr>
          <p:nvPr/>
        </p:nvCxnSpPr>
        <p:spPr>
          <a:xfrm>
            <a:off x="1531889" y="5490171"/>
            <a:ext cx="513644" cy="56146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E2D6D11-0958-8E0D-8E29-96EEB3A0B095}"/>
              </a:ext>
            </a:extLst>
          </p:cNvPr>
          <p:cNvCxnSpPr>
            <a:cxnSpLocks/>
            <a:stCxn id="162" idx="3"/>
            <a:endCxn id="174" idx="7"/>
          </p:cNvCxnSpPr>
          <p:nvPr/>
        </p:nvCxnSpPr>
        <p:spPr>
          <a:xfrm flipH="1">
            <a:off x="2427371" y="5482096"/>
            <a:ext cx="531573" cy="56954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AA8C4D48-13B9-8A7A-6240-F3C04D39922F}"/>
              </a:ext>
            </a:extLst>
          </p:cNvPr>
          <p:cNvSpPr>
            <a:spLocks noChangeAspect="1"/>
          </p:cNvSpPr>
          <p:nvPr/>
        </p:nvSpPr>
        <p:spPr>
          <a:xfrm>
            <a:off x="1070970" y="502925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91F091EA-DDD0-D3E7-7699-CA194F810235}"/>
              </a:ext>
            </a:extLst>
          </p:cNvPr>
          <p:cNvSpPr>
            <a:spLocks noChangeAspect="1"/>
          </p:cNvSpPr>
          <p:nvPr/>
        </p:nvSpPr>
        <p:spPr>
          <a:xfrm>
            <a:off x="1966452" y="597255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₈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DBEB2D5-F225-1354-20E9-F77029F88FC8}"/>
              </a:ext>
            </a:extLst>
          </p:cNvPr>
          <p:cNvSpPr>
            <a:spLocks noChangeAspect="1"/>
          </p:cNvSpPr>
          <p:nvPr/>
        </p:nvSpPr>
        <p:spPr>
          <a:xfrm>
            <a:off x="3487287" y="597637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₉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DDA0C7A-E2E6-D51F-B0B5-E9C890547BBC}"/>
              </a:ext>
            </a:extLst>
          </p:cNvPr>
          <p:cNvCxnSpPr>
            <a:cxnSpLocks/>
            <a:stCxn id="174" idx="6"/>
            <a:endCxn id="178" idx="2"/>
          </p:cNvCxnSpPr>
          <p:nvPr/>
        </p:nvCxnSpPr>
        <p:spPr>
          <a:xfrm>
            <a:off x="2506452" y="6242555"/>
            <a:ext cx="980835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65DA7C4C-80DB-B350-9671-002FD66EC280}"/>
              </a:ext>
            </a:extLst>
          </p:cNvPr>
          <p:cNvSpPr txBox="1"/>
          <p:nvPr/>
        </p:nvSpPr>
        <p:spPr>
          <a:xfrm>
            <a:off x="2404947" y="625761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3ECF36-AFD3-25BC-6FC8-79012D34A489}"/>
              </a:ext>
            </a:extLst>
          </p:cNvPr>
          <p:cNvCxnSpPr>
            <a:cxnSpLocks/>
            <a:stCxn id="178" idx="6"/>
            <a:endCxn id="199" idx="2"/>
          </p:cNvCxnSpPr>
          <p:nvPr/>
        </p:nvCxnSpPr>
        <p:spPr>
          <a:xfrm flipV="1">
            <a:off x="4027287" y="6246373"/>
            <a:ext cx="904424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E9E119C-F67C-2FE4-185D-CE5BD1F5C8E5}"/>
              </a:ext>
            </a:extLst>
          </p:cNvPr>
          <p:cNvCxnSpPr>
            <a:cxnSpLocks/>
            <a:stCxn id="178" idx="7"/>
            <a:endCxn id="197" idx="3"/>
          </p:cNvCxnSpPr>
          <p:nvPr/>
        </p:nvCxnSpPr>
        <p:spPr>
          <a:xfrm flipV="1">
            <a:off x="3948206" y="5143942"/>
            <a:ext cx="1065573" cy="91151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74C896B6-5445-E16F-6E90-DB0E8C568C8E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B518296-E728-5FD2-4A30-404B8376255E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9AD0C8D-EE3C-951B-A46A-B02B0F90E126}"/>
              </a:ext>
            </a:extLst>
          </p:cNvPr>
          <p:cNvSpPr txBox="1"/>
          <p:nvPr/>
        </p:nvSpPr>
        <p:spPr>
          <a:xfrm rot="2766598">
            <a:off x="1441727" y="549209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D3D6FB0-DB13-888D-3861-57374EF550F5}"/>
              </a:ext>
            </a:extLst>
          </p:cNvPr>
          <p:cNvGrpSpPr/>
          <p:nvPr/>
        </p:nvGrpSpPr>
        <p:grpSpPr>
          <a:xfrm>
            <a:off x="4661711" y="4257389"/>
            <a:ext cx="1080000" cy="540000"/>
            <a:chOff x="6207712" y="4257391"/>
            <a:chExt cx="1080000" cy="540000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1C34435E-3EF7-E561-F52D-FC5B95A0DA71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BE2083C-0C99-234C-FE18-05B498D7987D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B68323D8-7FD7-C565-2C6A-8E3B68843D94}"/>
              </a:ext>
            </a:extLst>
          </p:cNvPr>
          <p:cNvSpPr txBox="1"/>
          <p:nvPr/>
        </p:nvSpPr>
        <p:spPr>
          <a:xfrm>
            <a:off x="3880086" y="625526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C95F2A-5314-D93E-00D8-8058FB340F2C}"/>
              </a:ext>
            </a:extLst>
          </p:cNvPr>
          <p:cNvSpPr txBox="1"/>
          <p:nvPr/>
        </p:nvSpPr>
        <p:spPr>
          <a:xfrm rot="19200869">
            <a:off x="3770095" y="543453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AD80CC-FDB2-F7A8-90DD-7B15DEBF5E09}"/>
              </a:ext>
            </a:extLst>
          </p:cNvPr>
          <p:cNvGrpSpPr/>
          <p:nvPr/>
        </p:nvGrpSpPr>
        <p:grpSpPr>
          <a:xfrm>
            <a:off x="4662155" y="5559828"/>
            <a:ext cx="1080000" cy="540000"/>
            <a:chOff x="6207712" y="4257391"/>
            <a:chExt cx="1080000" cy="540000"/>
          </a:xfrm>
        </p:grpSpPr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E5292260-6E6B-58AD-2AD5-576830773622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5667A8B-7243-8412-C9BC-499CDBBF7B4C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23" name="TextBox 222">
            <a:extLst>
              <a:ext uri="{FF2B5EF4-FFF2-40B4-BE49-F238E27FC236}">
                <a16:creationId xmlns:a16="http://schemas.microsoft.com/office/drawing/2014/main" id="{91E1212E-5EFD-D8FD-C35D-83930EF929F3}"/>
              </a:ext>
            </a:extLst>
          </p:cNvPr>
          <p:cNvSpPr txBox="1"/>
          <p:nvPr/>
        </p:nvSpPr>
        <p:spPr>
          <a:xfrm rot="20532152">
            <a:off x="5594377" y="604012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25" name="Arc 224">
            <a:extLst>
              <a:ext uri="{FF2B5EF4-FFF2-40B4-BE49-F238E27FC236}">
                <a16:creationId xmlns:a16="http://schemas.microsoft.com/office/drawing/2014/main" id="{85604071-A11D-BCF6-C18B-18E8EC20AF22}"/>
              </a:ext>
            </a:extLst>
          </p:cNvPr>
          <p:cNvSpPr>
            <a:spLocks/>
          </p:cNvSpPr>
          <p:nvPr/>
        </p:nvSpPr>
        <p:spPr>
          <a:xfrm rot="5400000" flipV="1">
            <a:off x="532304" y="4751395"/>
            <a:ext cx="540000" cy="1080000"/>
          </a:xfrm>
          <a:prstGeom prst="arc">
            <a:avLst>
              <a:gd name="adj1" fmla="val 7101909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503D32A-C95B-1D6F-1A61-A35D5C49CAAE}"/>
              </a:ext>
            </a:extLst>
          </p:cNvPr>
          <p:cNvSpPr txBox="1"/>
          <p:nvPr/>
        </p:nvSpPr>
        <p:spPr>
          <a:xfrm>
            <a:off x="171297" y="514394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58F0FDB-49C6-1D3E-C8AE-43B4FBB677FB}"/>
              </a:ext>
            </a:extLst>
          </p:cNvPr>
          <p:cNvSpPr txBox="1"/>
          <p:nvPr/>
        </p:nvSpPr>
        <p:spPr>
          <a:xfrm rot="18812380">
            <a:off x="2266111" y="574162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496B781-1429-974A-C40B-6BF3B28B7EE4}"/>
              </a:ext>
            </a:extLst>
          </p:cNvPr>
          <p:cNvSpPr txBox="1"/>
          <p:nvPr/>
        </p:nvSpPr>
        <p:spPr>
          <a:xfrm rot="829980">
            <a:off x="5664453" y="475587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6C2EF2-0FFF-9268-500D-170741F9FD39}"/>
              </a:ext>
            </a:extLst>
          </p:cNvPr>
          <p:cNvSpPr>
            <a:spLocks noChangeAspect="1"/>
          </p:cNvSpPr>
          <p:nvPr/>
        </p:nvSpPr>
        <p:spPr>
          <a:xfrm>
            <a:off x="7076416" y="5223023"/>
            <a:ext cx="540000" cy="540000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dirty="0">
                <a:solidFill>
                  <a:srgbClr val="0070C0"/>
                </a:solidFill>
              </a:rPr>
              <a:t>₁₁</a:t>
            </a:r>
            <a:endParaRPr lang="lv-LV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9B43D-6A4B-D095-C7AA-0938B24B8062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7616416" y="2779544"/>
            <a:ext cx="1684368" cy="2713479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D7F4A0-338D-1E6D-7311-0636ACEE649F}"/>
              </a:ext>
            </a:extLst>
          </p:cNvPr>
          <p:cNvCxnSpPr>
            <a:cxnSpLocks/>
            <a:stCxn id="197" idx="6"/>
            <a:endCxn id="10" idx="1"/>
          </p:cNvCxnSpPr>
          <p:nvPr/>
        </p:nvCxnSpPr>
        <p:spPr>
          <a:xfrm>
            <a:off x="5474698" y="4953023"/>
            <a:ext cx="1680799" cy="34908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288F85-9279-6068-7B77-FB86F7D10DA0}"/>
              </a:ext>
            </a:extLst>
          </p:cNvPr>
          <p:cNvCxnSpPr>
            <a:cxnSpLocks/>
            <a:stCxn id="199" idx="6"/>
            <a:endCxn id="10" idx="3"/>
          </p:cNvCxnSpPr>
          <p:nvPr/>
        </p:nvCxnSpPr>
        <p:spPr>
          <a:xfrm flipV="1">
            <a:off x="5471711" y="5683942"/>
            <a:ext cx="1683786" cy="56243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D49061-5CFC-F5C3-A459-026692098D0E}"/>
              </a:ext>
            </a:extLst>
          </p:cNvPr>
          <p:cNvSpPr txBox="1"/>
          <p:nvPr/>
        </p:nvSpPr>
        <p:spPr>
          <a:xfrm rot="18051988">
            <a:off x="8150304" y="396026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1,0→L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6F4E643E-CC0A-9866-D6BC-FA67E335BDD5}"/>
              </a:ext>
            </a:extLst>
          </p:cNvPr>
          <p:cNvSpPr>
            <a:spLocks noChangeAspect="1"/>
          </p:cNvSpPr>
          <p:nvPr/>
        </p:nvSpPr>
        <p:spPr>
          <a:xfrm>
            <a:off x="4934698" y="468302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B9027C87-5E1F-D2F5-26CA-82EFD5AC2545}"/>
              </a:ext>
            </a:extLst>
          </p:cNvPr>
          <p:cNvSpPr>
            <a:spLocks noChangeAspect="1"/>
          </p:cNvSpPr>
          <p:nvPr/>
        </p:nvSpPr>
        <p:spPr>
          <a:xfrm>
            <a:off x="4931711" y="597637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A9669-D73A-382A-7BB4-8F6C84F09E5C}"/>
              </a:ext>
            </a:extLst>
          </p:cNvPr>
          <p:cNvSpPr txBox="1"/>
          <p:nvPr/>
        </p:nvSpPr>
        <p:spPr>
          <a:xfrm>
            <a:off x="2031112" y="946477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0A21FB-F2EB-3A65-E090-037648E25320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698311" y="1595474"/>
            <a:ext cx="2081138" cy="651925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40C9CAE-62E3-42EF-6C43-848EF65AF165}"/>
              </a:ext>
            </a:extLst>
          </p:cNvPr>
          <p:cNvSpPr txBox="1"/>
          <p:nvPr/>
        </p:nvSpPr>
        <p:spPr>
          <a:xfrm>
            <a:off x="814223" y="16874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_→</a:t>
            </a:r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</a:rPr>
              <a:t>,R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34240-22FE-92F8-CDF0-1BE2EA293C23}"/>
              </a:ext>
            </a:extLst>
          </p:cNvPr>
          <p:cNvSpPr txBox="1"/>
          <p:nvPr/>
        </p:nvSpPr>
        <p:spPr>
          <a:xfrm>
            <a:off x="4589737" y="1404474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14705A-A4B5-5A2B-634D-714BFB0311EC}"/>
              </a:ext>
            </a:extLst>
          </p:cNvPr>
          <p:cNvCxnSpPr>
            <a:cxnSpLocks/>
            <a:stCxn id="187" idx="1"/>
            <a:endCxn id="11" idx="1"/>
          </p:cNvCxnSpPr>
          <p:nvPr/>
        </p:nvCxnSpPr>
        <p:spPr>
          <a:xfrm flipV="1">
            <a:off x="3138068" y="1728973"/>
            <a:ext cx="1451669" cy="1662056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138382-A0D8-95E0-F920-2D384A1FDFC3}"/>
              </a:ext>
            </a:extLst>
          </p:cNvPr>
          <p:cNvSpPr txBox="1"/>
          <p:nvPr/>
        </p:nvSpPr>
        <p:spPr>
          <a:xfrm>
            <a:off x="3952342" y="21423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56481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EE00321-E61C-4676-AA92-44ABA70495F1}"/>
              </a:ext>
            </a:extLst>
          </p:cNvPr>
          <p:cNvCxnSpPr>
            <a:cxnSpLocks/>
            <a:endCxn id="145" idx="6"/>
          </p:cNvCxnSpPr>
          <p:nvPr/>
        </p:nvCxnSpPr>
        <p:spPr>
          <a:xfrm flipH="1" flipV="1">
            <a:off x="2504883" y="4375467"/>
            <a:ext cx="980485" cy="59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FDE3105-7CA5-E013-250E-E4742D0444F7}"/>
              </a:ext>
            </a:extLst>
          </p:cNvPr>
          <p:cNvSpPr>
            <a:spLocks noChangeAspect="1"/>
          </p:cNvSpPr>
          <p:nvPr/>
        </p:nvSpPr>
        <p:spPr>
          <a:xfrm>
            <a:off x="1964883" y="410546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₆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447E3E-3CAF-0256-083B-1226F4C81F8D}"/>
              </a:ext>
            </a:extLst>
          </p:cNvPr>
          <p:cNvSpPr txBox="1"/>
          <p:nvPr/>
        </p:nvSpPr>
        <p:spPr>
          <a:xfrm>
            <a:off x="2520357" y="409380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</p:cNvCxnSpPr>
          <p:nvPr/>
        </p:nvCxnSpPr>
        <p:spPr>
          <a:xfrm>
            <a:off x="802304" y="1256062"/>
            <a:ext cx="1211226" cy="13649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6E5255D-48F6-5ABF-9963-C63F9E39BE16}"/>
              </a:ext>
            </a:extLst>
          </p:cNvPr>
          <p:cNvCxnSpPr>
            <a:cxnSpLocks/>
            <a:endCxn id="167" idx="7"/>
          </p:cNvCxnSpPr>
          <p:nvPr/>
        </p:nvCxnSpPr>
        <p:spPr>
          <a:xfrm flipH="1">
            <a:off x="1531889" y="457078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C5022FC-5139-19AB-C8AC-7C1A8B49A8C3}"/>
              </a:ext>
            </a:extLst>
          </p:cNvPr>
          <p:cNvSpPr txBox="1"/>
          <p:nvPr/>
        </p:nvSpPr>
        <p:spPr>
          <a:xfrm rot="18806060">
            <a:off x="1216721" y="454452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923817D-5088-0691-2D68-2EA1D70A02E7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421071" y="457078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93A43A4-7F5A-CE30-30C9-933DE94A5BA5}"/>
              </a:ext>
            </a:extLst>
          </p:cNvPr>
          <p:cNvSpPr txBox="1"/>
          <p:nvPr/>
        </p:nvSpPr>
        <p:spPr>
          <a:xfrm rot="2657338">
            <a:off x="1978136" y="473456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A7F1B61-B092-490E-99B2-CB4DA45C3EAA}"/>
              </a:ext>
            </a:extLst>
          </p:cNvPr>
          <p:cNvSpPr>
            <a:spLocks noChangeAspect="1"/>
          </p:cNvSpPr>
          <p:nvPr/>
        </p:nvSpPr>
        <p:spPr>
          <a:xfrm>
            <a:off x="2879863" y="502117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E9911A95-9B4F-955D-34C9-5C676B091836}"/>
              </a:ext>
            </a:extLst>
          </p:cNvPr>
          <p:cNvSpPr>
            <a:spLocks/>
          </p:cNvSpPr>
          <p:nvPr/>
        </p:nvSpPr>
        <p:spPr>
          <a:xfrm rot="16200000" flipH="1" flipV="1">
            <a:off x="3405910" y="4759252"/>
            <a:ext cx="540000" cy="1080000"/>
          </a:xfrm>
          <a:prstGeom prst="arc">
            <a:avLst>
              <a:gd name="adj1" fmla="val 7341091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38F746D-622E-E766-BC0C-4D305BD28128}"/>
              </a:ext>
            </a:extLst>
          </p:cNvPr>
          <p:cNvSpPr txBox="1"/>
          <p:nvPr/>
        </p:nvSpPr>
        <p:spPr>
          <a:xfrm>
            <a:off x="3252853" y="516075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670AF2-31BE-5AE4-BD6A-F886FE54C585}"/>
              </a:ext>
            </a:extLst>
          </p:cNvPr>
          <p:cNvCxnSpPr>
            <a:cxnSpLocks/>
            <a:stCxn id="167" idx="5"/>
            <a:endCxn id="174" idx="1"/>
          </p:cNvCxnSpPr>
          <p:nvPr/>
        </p:nvCxnSpPr>
        <p:spPr>
          <a:xfrm>
            <a:off x="1531889" y="5490171"/>
            <a:ext cx="513644" cy="56146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E2D6D11-0958-8E0D-8E29-96EEB3A0B095}"/>
              </a:ext>
            </a:extLst>
          </p:cNvPr>
          <p:cNvCxnSpPr>
            <a:cxnSpLocks/>
            <a:stCxn id="162" idx="3"/>
            <a:endCxn id="174" idx="7"/>
          </p:cNvCxnSpPr>
          <p:nvPr/>
        </p:nvCxnSpPr>
        <p:spPr>
          <a:xfrm flipH="1">
            <a:off x="2427371" y="5482096"/>
            <a:ext cx="531573" cy="56954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AA8C4D48-13B9-8A7A-6240-F3C04D39922F}"/>
              </a:ext>
            </a:extLst>
          </p:cNvPr>
          <p:cNvSpPr>
            <a:spLocks noChangeAspect="1"/>
          </p:cNvSpPr>
          <p:nvPr/>
        </p:nvSpPr>
        <p:spPr>
          <a:xfrm>
            <a:off x="1070970" y="502925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91F091EA-DDD0-D3E7-7699-CA194F810235}"/>
              </a:ext>
            </a:extLst>
          </p:cNvPr>
          <p:cNvSpPr>
            <a:spLocks noChangeAspect="1"/>
          </p:cNvSpPr>
          <p:nvPr/>
        </p:nvSpPr>
        <p:spPr>
          <a:xfrm>
            <a:off x="1966452" y="597255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₈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DBEB2D5-F225-1354-20E9-F77029F88FC8}"/>
              </a:ext>
            </a:extLst>
          </p:cNvPr>
          <p:cNvSpPr>
            <a:spLocks noChangeAspect="1"/>
          </p:cNvSpPr>
          <p:nvPr/>
        </p:nvSpPr>
        <p:spPr>
          <a:xfrm>
            <a:off x="3487287" y="597637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₉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DDA0C7A-E2E6-D51F-B0B5-E9C890547BBC}"/>
              </a:ext>
            </a:extLst>
          </p:cNvPr>
          <p:cNvCxnSpPr>
            <a:cxnSpLocks/>
            <a:stCxn id="174" idx="6"/>
            <a:endCxn id="178" idx="2"/>
          </p:cNvCxnSpPr>
          <p:nvPr/>
        </p:nvCxnSpPr>
        <p:spPr>
          <a:xfrm>
            <a:off x="2506452" y="6242555"/>
            <a:ext cx="980835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65DA7C4C-80DB-B350-9671-002FD66EC280}"/>
              </a:ext>
            </a:extLst>
          </p:cNvPr>
          <p:cNvSpPr txBox="1"/>
          <p:nvPr/>
        </p:nvSpPr>
        <p:spPr>
          <a:xfrm>
            <a:off x="2404947" y="625761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3ECF36-AFD3-25BC-6FC8-79012D34A489}"/>
              </a:ext>
            </a:extLst>
          </p:cNvPr>
          <p:cNvCxnSpPr>
            <a:cxnSpLocks/>
            <a:stCxn id="178" idx="6"/>
            <a:endCxn id="199" idx="2"/>
          </p:cNvCxnSpPr>
          <p:nvPr/>
        </p:nvCxnSpPr>
        <p:spPr>
          <a:xfrm flipV="1">
            <a:off x="4027287" y="6246373"/>
            <a:ext cx="904424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E9E119C-F67C-2FE4-185D-CE5BD1F5C8E5}"/>
              </a:ext>
            </a:extLst>
          </p:cNvPr>
          <p:cNvCxnSpPr>
            <a:cxnSpLocks/>
            <a:stCxn id="178" idx="7"/>
            <a:endCxn id="197" idx="3"/>
          </p:cNvCxnSpPr>
          <p:nvPr/>
        </p:nvCxnSpPr>
        <p:spPr>
          <a:xfrm flipV="1">
            <a:off x="3948206" y="5143942"/>
            <a:ext cx="1065573" cy="91151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5B518296-E728-5FD2-4A30-404B8376255E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9AD0C8D-EE3C-951B-A46A-B02B0F90E126}"/>
              </a:ext>
            </a:extLst>
          </p:cNvPr>
          <p:cNvSpPr txBox="1"/>
          <p:nvPr/>
        </p:nvSpPr>
        <p:spPr>
          <a:xfrm rot="2766598">
            <a:off x="1441727" y="549209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D3D6FB0-DB13-888D-3861-57374EF550F5}"/>
              </a:ext>
            </a:extLst>
          </p:cNvPr>
          <p:cNvGrpSpPr/>
          <p:nvPr/>
        </p:nvGrpSpPr>
        <p:grpSpPr>
          <a:xfrm>
            <a:off x="4661711" y="4257389"/>
            <a:ext cx="1080000" cy="540000"/>
            <a:chOff x="6207712" y="4257391"/>
            <a:chExt cx="1080000" cy="540000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1C34435E-3EF7-E561-F52D-FC5B95A0DA71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BE2083C-0C99-234C-FE18-05B498D7987D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B68323D8-7FD7-C565-2C6A-8E3B68843D94}"/>
              </a:ext>
            </a:extLst>
          </p:cNvPr>
          <p:cNvSpPr txBox="1"/>
          <p:nvPr/>
        </p:nvSpPr>
        <p:spPr>
          <a:xfrm>
            <a:off x="3880086" y="625526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C95F2A-5314-D93E-00D8-8058FB340F2C}"/>
              </a:ext>
            </a:extLst>
          </p:cNvPr>
          <p:cNvSpPr txBox="1"/>
          <p:nvPr/>
        </p:nvSpPr>
        <p:spPr>
          <a:xfrm rot="19200869">
            <a:off x="3770095" y="543453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AD80CC-FDB2-F7A8-90DD-7B15DEBF5E09}"/>
              </a:ext>
            </a:extLst>
          </p:cNvPr>
          <p:cNvGrpSpPr/>
          <p:nvPr/>
        </p:nvGrpSpPr>
        <p:grpSpPr>
          <a:xfrm>
            <a:off x="4662155" y="5559828"/>
            <a:ext cx="1080000" cy="540000"/>
            <a:chOff x="6207712" y="4257391"/>
            <a:chExt cx="1080000" cy="540000"/>
          </a:xfrm>
        </p:grpSpPr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E5292260-6E6B-58AD-2AD5-576830773622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5667A8B-7243-8412-C9BC-499CDBBF7B4C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23" name="TextBox 222">
            <a:extLst>
              <a:ext uri="{FF2B5EF4-FFF2-40B4-BE49-F238E27FC236}">
                <a16:creationId xmlns:a16="http://schemas.microsoft.com/office/drawing/2014/main" id="{91E1212E-5EFD-D8FD-C35D-83930EF929F3}"/>
              </a:ext>
            </a:extLst>
          </p:cNvPr>
          <p:cNvSpPr txBox="1"/>
          <p:nvPr/>
        </p:nvSpPr>
        <p:spPr>
          <a:xfrm rot="20532152">
            <a:off x="5594377" y="604012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25" name="Arc 224">
            <a:extLst>
              <a:ext uri="{FF2B5EF4-FFF2-40B4-BE49-F238E27FC236}">
                <a16:creationId xmlns:a16="http://schemas.microsoft.com/office/drawing/2014/main" id="{85604071-A11D-BCF6-C18B-18E8EC20AF22}"/>
              </a:ext>
            </a:extLst>
          </p:cNvPr>
          <p:cNvSpPr>
            <a:spLocks/>
          </p:cNvSpPr>
          <p:nvPr/>
        </p:nvSpPr>
        <p:spPr>
          <a:xfrm rot="5400000" flipV="1">
            <a:off x="532304" y="4751395"/>
            <a:ext cx="540000" cy="1080000"/>
          </a:xfrm>
          <a:prstGeom prst="arc">
            <a:avLst>
              <a:gd name="adj1" fmla="val 7101909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503D32A-C95B-1D6F-1A61-A35D5C49CAAE}"/>
              </a:ext>
            </a:extLst>
          </p:cNvPr>
          <p:cNvSpPr txBox="1"/>
          <p:nvPr/>
        </p:nvSpPr>
        <p:spPr>
          <a:xfrm>
            <a:off x="171297" y="514394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58F0FDB-49C6-1D3E-C8AE-43B4FBB677FB}"/>
              </a:ext>
            </a:extLst>
          </p:cNvPr>
          <p:cNvSpPr txBox="1"/>
          <p:nvPr/>
        </p:nvSpPr>
        <p:spPr>
          <a:xfrm rot="18812380">
            <a:off x="2266111" y="574162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496B781-1429-974A-C40B-6BF3B28B7EE4}"/>
              </a:ext>
            </a:extLst>
          </p:cNvPr>
          <p:cNvSpPr txBox="1"/>
          <p:nvPr/>
        </p:nvSpPr>
        <p:spPr>
          <a:xfrm rot="829980">
            <a:off x="5664453" y="475587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6C2EF2-0FFF-9268-500D-170741F9FD39}"/>
              </a:ext>
            </a:extLst>
          </p:cNvPr>
          <p:cNvSpPr>
            <a:spLocks noChangeAspect="1"/>
          </p:cNvSpPr>
          <p:nvPr/>
        </p:nvSpPr>
        <p:spPr>
          <a:xfrm>
            <a:off x="7076416" y="5223023"/>
            <a:ext cx="540000" cy="540000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dirty="0">
                <a:solidFill>
                  <a:srgbClr val="0070C0"/>
                </a:solidFill>
              </a:rPr>
              <a:t>₁₁</a:t>
            </a:r>
            <a:endParaRPr lang="lv-LV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9B43D-6A4B-D095-C7AA-0938B24B8062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7616416" y="2779544"/>
            <a:ext cx="1684368" cy="2713479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D7F4A0-338D-1E6D-7311-0636ACEE649F}"/>
              </a:ext>
            </a:extLst>
          </p:cNvPr>
          <p:cNvCxnSpPr>
            <a:cxnSpLocks/>
            <a:stCxn id="197" idx="6"/>
            <a:endCxn id="10" idx="1"/>
          </p:cNvCxnSpPr>
          <p:nvPr/>
        </p:nvCxnSpPr>
        <p:spPr>
          <a:xfrm>
            <a:off x="5474698" y="4953023"/>
            <a:ext cx="1680799" cy="34908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288F85-9279-6068-7B77-FB86F7D10DA0}"/>
              </a:ext>
            </a:extLst>
          </p:cNvPr>
          <p:cNvCxnSpPr>
            <a:cxnSpLocks/>
            <a:stCxn id="199" idx="6"/>
            <a:endCxn id="10" idx="3"/>
          </p:cNvCxnSpPr>
          <p:nvPr/>
        </p:nvCxnSpPr>
        <p:spPr>
          <a:xfrm flipV="1">
            <a:off x="5471711" y="5683942"/>
            <a:ext cx="1683786" cy="56243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D49061-5CFC-F5C3-A459-026692098D0E}"/>
              </a:ext>
            </a:extLst>
          </p:cNvPr>
          <p:cNvSpPr txBox="1"/>
          <p:nvPr/>
        </p:nvSpPr>
        <p:spPr>
          <a:xfrm rot="18051988">
            <a:off x="8150304" y="396026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1,0→L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6F4E643E-CC0A-9866-D6BC-FA67E335BDD5}"/>
              </a:ext>
            </a:extLst>
          </p:cNvPr>
          <p:cNvSpPr>
            <a:spLocks noChangeAspect="1"/>
          </p:cNvSpPr>
          <p:nvPr/>
        </p:nvSpPr>
        <p:spPr>
          <a:xfrm>
            <a:off x="4934698" y="468302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B9027C87-5E1F-D2F5-26CA-82EFD5AC2545}"/>
              </a:ext>
            </a:extLst>
          </p:cNvPr>
          <p:cNvSpPr>
            <a:spLocks noChangeAspect="1"/>
          </p:cNvSpPr>
          <p:nvPr/>
        </p:nvSpPr>
        <p:spPr>
          <a:xfrm>
            <a:off x="4931711" y="597637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A9669-D73A-382A-7BB4-8F6C84F09E5C}"/>
              </a:ext>
            </a:extLst>
          </p:cNvPr>
          <p:cNvSpPr txBox="1"/>
          <p:nvPr/>
        </p:nvSpPr>
        <p:spPr>
          <a:xfrm>
            <a:off x="2031112" y="946477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0A21FB-F2EB-3A65-E090-037648E25320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698311" y="1595474"/>
            <a:ext cx="2081138" cy="651925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40C9CAE-62E3-42EF-6C43-848EF65AF165}"/>
              </a:ext>
            </a:extLst>
          </p:cNvPr>
          <p:cNvSpPr txBox="1"/>
          <p:nvPr/>
        </p:nvSpPr>
        <p:spPr>
          <a:xfrm>
            <a:off x="814223" y="16874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_→</a:t>
            </a:r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</a:rPr>
              <a:t>,R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34240-22FE-92F8-CDF0-1BE2EA293C23}"/>
              </a:ext>
            </a:extLst>
          </p:cNvPr>
          <p:cNvSpPr txBox="1"/>
          <p:nvPr/>
        </p:nvSpPr>
        <p:spPr>
          <a:xfrm>
            <a:off x="4589737" y="1404474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14705A-A4B5-5A2B-634D-714BFB0311EC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138068" y="1728973"/>
            <a:ext cx="1451669" cy="1662056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F54903-23F7-FFEE-168F-38EECA11CD78}"/>
              </a:ext>
            </a:extLst>
          </p:cNvPr>
          <p:cNvCxnSpPr>
            <a:cxnSpLocks/>
            <a:endCxn id="148" idx="0"/>
          </p:cNvCxnSpPr>
          <p:nvPr/>
        </p:nvCxnSpPr>
        <p:spPr>
          <a:xfrm flipH="1">
            <a:off x="3755718" y="2044044"/>
            <a:ext cx="1517849" cy="2065243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138382-A0D8-95E0-F920-2D384A1FDFC3}"/>
              </a:ext>
            </a:extLst>
          </p:cNvPr>
          <p:cNvSpPr txBox="1"/>
          <p:nvPr/>
        </p:nvSpPr>
        <p:spPr>
          <a:xfrm>
            <a:off x="3952342" y="21423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F2FA39-D099-387A-4EE6-D7845111491A}"/>
              </a:ext>
            </a:extLst>
          </p:cNvPr>
          <p:cNvSpPr txBox="1"/>
          <p:nvPr/>
        </p:nvSpPr>
        <p:spPr>
          <a:xfrm>
            <a:off x="4987124" y="2047407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98EB44-FED9-78D1-1DF1-54868D5C871F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FE4DD4-584F-DAB5-4EBC-B3318E3CE522}"/>
              </a:ext>
            </a:extLst>
          </p:cNvPr>
          <p:cNvSpPr txBox="1"/>
          <p:nvPr/>
        </p:nvSpPr>
        <p:spPr>
          <a:xfrm>
            <a:off x="6031954" y="964538"/>
            <a:ext cx="1524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Configuration:</a:t>
            </a:r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2895761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EE00321-E61C-4676-AA92-44ABA70495F1}"/>
              </a:ext>
            </a:extLst>
          </p:cNvPr>
          <p:cNvCxnSpPr>
            <a:cxnSpLocks/>
            <a:endCxn id="145" idx="6"/>
          </p:cNvCxnSpPr>
          <p:nvPr/>
        </p:nvCxnSpPr>
        <p:spPr>
          <a:xfrm flipH="1" flipV="1">
            <a:off x="2504883" y="4375467"/>
            <a:ext cx="980485" cy="59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FDE3105-7CA5-E013-250E-E4742D0444F7}"/>
              </a:ext>
            </a:extLst>
          </p:cNvPr>
          <p:cNvSpPr>
            <a:spLocks noChangeAspect="1"/>
          </p:cNvSpPr>
          <p:nvPr/>
        </p:nvSpPr>
        <p:spPr>
          <a:xfrm>
            <a:off x="1964883" y="410546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₆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447E3E-3CAF-0256-083B-1226F4C81F8D}"/>
              </a:ext>
            </a:extLst>
          </p:cNvPr>
          <p:cNvSpPr txBox="1"/>
          <p:nvPr/>
        </p:nvSpPr>
        <p:spPr>
          <a:xfrm>
            <a:off x="2520357" y="409380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</p:cNvCxnSpPr>
          <p:nvPr/>
        </p:nvCxnSpPr>
        <p:spPr>
          <a:xfrm>
            <a:off x="802304" y="1256062"/>
            <a:ext cx="1211226" cy="13649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6E5255D-48F6-5ABF-9963-C63F9E39BE16}"/>
              </a:ext>
            </a:extLst>
          </p:cNvPr>
          <p:cNvCxnSpPr>
            <a:cxnSpLocks/>
            <a:endCxn id="167" idx="7"/>
          </p:cNvCxnSpPr>
          <p:nvPr/>
        </p:nvCxnSpPr>
        <p:spPr>
          <a:xfrm flipH="1">
            <a:off x="1531889" y="457078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C5022FC-5139-19AB-C8AC-7C1A8B49A8C3}"/>
              </a:ext>
            </a:extLst>
          </p:cNvPr>
          <p:cNvSpPr txBox="1"/>
          <p:nvPr/>
        </p:nvSpPr>
        <p:spPr>
          <a:xfrm rot="18806060">
            <a:off x="1216721" y="454452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923817D-5088-0691-2D68-2EA1D70A02E7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421071" y="457078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93A43A4-7F5A-CE30-30C9-933DE94A5BA5}"/>
              </a:ext>
            </a:extLst>
          </p:cNvPr>
          <p:cNvSpPr txBox="1"/>
          <p:nvPr/>
        </p:nvSpPr>
        <p:spPr>
          <a:xfrm rot="2657338">
            <a:off x="1978136" y="473456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A7F1B61-B092-490E-99B2-CB4DA45C3EAA}"/>
              </a:ext>
            </a:extLst>
          </p:cNvPr>
          <p:cNvSpPr>
            <a:spLocks noChangeAspect="1"/>
          </p:cNvSpPr>
          <p:nvPr/>
        </p:nvSpPr>
        <p:spPr>
          <a:xfrm>
            <a:off x="2879863" y="502117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E9911A95-9B4F-955D-34C9-5C676B091836}"/>
              </a:ext>
            </a:extLst>
          </p:cNvPr>
          <p:cNvSpPr>
            <a:spLocks/>
          </p:cNvSpPr>
          <p:nvPr/>
        </p:nvSpPr>
        <p:spPr>
          <a:xfrm rot="16200000" flipH="1" flipV="1">
            <a:off x="3405910" y="4759252"/>
            <a:ext cx="540000" cy="1080000"/>
          </a:xfrm>
          <a:prstGeom prst="arc">
            <a:avLst>
              <a:gd name="adj1" fmla="val 7341091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38F746D-622E-E766-BC0C-4D305BD28128}"/>
              </a:ext>
            </a:extLst>
          </p:cNvPr>
          <p:cNvSpPr txBox="1"/>
          <p:nvPr/>
        </p:nvSpPr>
        <p:spPr>
          <a:xfrm>
            <a:off x="3252853" y="516075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670AF2-31BE-5AE4-BD6A-F886FE54C585}"/>
              </a:ext>
            </a:extLst>
          </p:cNvPr>
          <p:cNvCxnSpPr>
            <a:cxnSpLocks/>
            <a:stCxn id="167" idx="5"/>
            <a:endCxn id="174" idx="1"/>
          </p:cNvCxnSpPr>
          <p:nvPr/>
        </p:nvCxnSpPr>
        <p:spPr>
          <a:xfrm>
            <a:off x="1531889" y="5490171"/>
            <a:ext cx="513644" cy="56146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E2D6D11-0958-8E0D-8E29-96EEB3A0B095}"/>
              </a:ext>
            </a:extLst>
          </p:cNvPr>
          <p:cNvCxnSpPr>
            <a:cxnSpLocks/>
            <a:stCxn id="162" idx="3"/>
            <a:endCxn id="174" idx="7"/>
          </p:cNvCxnSpPr>
          <p:nvPr/>
        </p:nvCxnSpPr>
        <p:spPr>
          <a:xfrm flipH="1">
            <a:off x="2427371" y="5482096"/>
            <a:ext cx="531573" cy="56954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AA8C4D48-13B9-8A7A-6240-F3C04D39922F}"/>
              </a:ext>
            </a:extLst>
          </p:cNvPr>
          <p:cNvSpPr>
            <a:spLocks noChangeAspect="1"/>
          </p:cNvSpPr>
          <p:nvPr/>
        </p:nvSpPr>
        <p:spPr>
          <a:xfrm>
            <a:off x="1070970" y="502925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91F091EA-DDD0-D3E7-7699-CA194F810235}"/>
              </a:ext>
            </a:extLst>
          </p:cNvPr>
          <p:cNvSpPr>
            <a:spLocks noChangeAspect="1"/>
          </p:cNvSpPr>
          <p:nvPr/>
        </p:nvSpPr>
        <p:spPr>
          <a:xfrm>
            <a:off x="1966452" y="597255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₈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DBEB2D5-F225-1354-20E9-F77029F88FC8}"/>
              </a:ext>
            </a:extLst>
          </p:cNvPr>
          <p:cNvSpPr>
            <a:spLocks noChangeAspect="1"/>
          </p:cNvSpPr>
          <p:nvPr/>
        </p:nvSpPr>
        <p:spPr>
          <a:xfrm>
            <a:off x="3487287" y="597637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₉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DDA0C7A-E2E6-D51F-B0B5-E9C890547BBC}"/>
              </a:ext>
            </a:extLst>
          </p:cNvPr>
          <p:cNvCxnSpPr>
            <a:cxnSpLocks/>
            <a:stCxn id="174" idx="6"/>
            <a:endCxn id="178" idx="2"/>
          </p:cNvCxnSpPr>
          <p:nvPr/>
        </p:nvCxnSpPr>
        <p:spPr>
          <a:xfrm>
            <a:off x="2506452" y="6242555"/>
            <a:ext cx="980835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65DA7C4C-80DB-B350-9671-002FD66EC280}"/>
              </a:ext>
            </a:extLst>
          </p:cNvPr>
          <p:cNvSpPr txBox="1"/>
          <p:nvPr/>
        </p:nvSpPr>
        <p:spPr>
          <a:xfrm>
            <a:off x="2404947" y="625761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3ECF36-AFD3-25BC-6FC8-79012D34A489}"/>
              </a:ext>
            </a:extLst>
          </p:cNvPr>
          <p:cNvCxnSpPr>
            <a:cxnSpLocks/>
            <a:stCxn id="178" idx="6"/>
            <a:endCxn id="199" idx="2"/>
          </p:cNvCxnSpPr>
          <p:nvPr/>
        </p:nvCxnSpPr>
        <p:spPr>
          <a:xfrm flipV="1">
            <a:off x="4027287" y="6246373"/>
            <a:ext cx="904424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E9E119C-F67C-2FE4-185D-CE5BD1F5C8E5}"/>
              </a:ext>
            </a:extLst>
          </p:cNvPr>
          <p:cNvCxnSpPr>
            <a:cxnSpLocks/>
            <a:stCxn id="178" idx="7"/>
            <a:endCxn id="197" idx="3"/>
          </p:cNvCxnSpPr>
          <p:nvPr/>
        </p:nvCxnSpPr>
        <p:spPr>
          <a:xfrm flipV="1">
            <a:off x="3948206" y="5143942"/>
            <a:ext cx="1065573" cy="91151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5B518296-E728-5FD2-4A30-404B8376255E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9AD0C8D-EE3C-951B-A46A-B02B0F90E126}"/>
              </a:ext>
            </a:extLst>
          </p:cNvPr>
          <p:cNvSpPr txBox="1"/>
          <p:nvPr/>
        </p:nvSpPr>
        <p:spPr>
          <a:xfrm rot="2766598">
            <a:off x="1441727" y="549209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D3D6FB0-DB13-888D-3861-57374EF550F5}"/>
              </a:ext>
            </a:extLst>
          </p:cNvPr>
          <p:cNvGrpSpPr/>
          <p:nvPr/>
        </p:nvGrpSpPr>
        <p:grpSpPr>
          <a:xfrm>
            <a:off x="4661711" y="4257389"/>
            <a:ext cx="1080000" cy="540000"/>
            <a:chOff x="6207712" y="4257391"/>
            <a:chExt cx="1080000" cy="540000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1C34435E-3EF7-E561-F52D-FC5B95A0DA71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BE2083C-0C99-234C-FE18-05B498D7987D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B68323D8-7FD7-C565-2C6A-8E3B68843D94}"/>
              </a:ext>
            </a:extLst>
          </p:cNvPr>
          <p:cNvSpPr txBox="1"/>
          <p:nvPr/>
        </p:nvSpPr>
        <p:spPr>
          <a:xfrm>
            <a:off x="3880086" y="625526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C95F2A-5314-D93E-00D8-8058FB340F2C}"/>
              </a:ext>
            </a:extLst>
          </p:cNvPr>
          <p:cNvSpPr txBox="1"/>
          <p:nvPr/>
        </p:nvSpPr>
        <p:spPr>
          <a:xfrm rot="19200869">
            <a:off x="3770095" y="543453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AD80CC-FDB2-F7A8-90DD-7B15DEBF5E09}"/>
              </a:ext>
            </a:extLst>
          </p:cNvPr>
          <p:cNvGrpSpPr/>
          <p:nvPr/>
        </p:nvGrpSpPr>
        <p:grpSpPr>
          <a:xfrm>
            <a:off x="4662155" y="5559828"/>
            <a:ext cx="1080000" cy="540000"/>
            <a:chOff x="6207712" y="4257391"/>
            <a:chExt cx="1080000" cy="540000"/>
          </a:xfrm>
        </p:grpSpPr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E5292260-6E6B-58AD-2AD5-576830773622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5667A8B-7243-8412-C9BC-499CDBBF7B4C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23" name="TextBox 222">
            <a:extLst>
              <a:ext uri="{FF2B5EF4-FFF2-40B4-BE49-F238E27FC236}">
                <a16:creationId xmlns:a16="http://schemas.microsoft.com/office/drawing/2014/main" id="{91E1212E-5EFD-D8FD-C35D-83930EF929F3}"/>
              </a:ext>
            </a:extLst>
          </p:cNvPr>
          <p:cNvSpPr txBox="1"/>
          <p:nvPr/>
        </p:nvSpPr>
        <p:spPr>
          <a:xfrm rot="20532152">
            <a:off x="5594377" y="604012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25" name="Arc 224">
            <a:extLst>
              <a:ext uri="{FF2B5EF4-FFF2-40B4-BE49-F238E27FC236}">
                <a16:creationId xmlns:a16="http://schemas.microsoft.com/office/drawing/2014/main" id="{85604071-A11D-BCF6-C18B-18E8EC20AF22}"/>
              </a:ext>
            </a:extLst>
          </p:cNvPr>
          <p:cNvSpPr>
            <a:spLocks/>
          </p:cNvSpPr>
          <p:nvPr/>
        </p:nvSpPr>
        <p:spPr>
          <a:xfrm rot="5400000" flipV="1">
            <a:off x="532304" y="4751395"/>
            <a:ext cx="540000" cy="1080000"/>
          </a:xfrm>
          <a:prstGeom prst="arc">
            <a:avLst>
              <a:gd name="adj1" fmla="val 7101909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503D32A-C95B-1D6F-1A61-A35D5C49CAAE}"/>
              </a:ext>
            </a:extLst>
          </p:cNvPr>
          <p:cNvSpPr txBox="1"/>
          <p:nvPr/>
        </p:nvSpPr>
        <p:spPr>
          <a:xfrm>
            <a:off x="171297" y="514394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58F0FDB-49C6-1D3E-C8AE-43B4FBB677FB}"/>
              </a:ext>
            </a:extLst>
          </p:cNvPr>
          <p:cNvSpPr txBox="1"/>
          <p:nvPr/>
        </p:nvSpPr>
        <p:spPr>
          <a:xfrm rot="18812380">
            <a:off x="2266111" y="574162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496B781-1429-974A-C40B-6BF3B28B7EE4}"/>
              </a:ext>
            </a:extLst>
          </p:cNvPr>
          <p:cNvSpPr txBox="1"/>
          <p:nvPr/>
        </p:nvSpPr>
        <p:spPr>
          <a:xfrm rot="829980">
            <a:off x="5664453" y="475587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6C2EF2-0FFF-9268-500D-170741F9FD39}"/>
              </a:ext>
            </a:extLst>
          </p:cNvPr>
          <p:cNvSpPr>
            <a:spLocks noChangeAspect="1"/>
          </p:cNvSpPr>
          <p:nvPr/>
        </p:nvSpPr>
        <p:spPr>
          <a:xfrm>
            <a:off x="7076416" y="5223023"/>
            <a:ext cx="540000" cy="540000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dirty="0">
                <a:solidFill>
                  <a:srgbClr val="0070C0"/>
                </a:solidFill>
              </a:rPr>
              <a:t>₁₁</a:t>
            </a:r>
            <a:endParaRPr lang="lv-LV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9B43D-6A4B-D095-C7AA-0938B24B8062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7616416" y="2779544"/>
            <a:ext cx="1684368" cy="2713479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D7F4A0-338D-1E6D-7311-0636ACEE649F}"/>
              </a:ext>
            </a:extLst>
          </p:cNvPr>
          <p:cNvCxnSpPr>
            <a:cxnSpLocks/>
            <a:stCxn id="197" idx="6"/>
            <a:endCxn id="10" idx="1"/>
          </p:cNvCxnSpPr>
          <p:nvPr/>
        </p:nvCxnSpPr>
        <p:spPr>
          <a:xfrm>
            <a:off x="5474698" y="4953023"/>
            <a:ext cx="1680799" cy="34908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288F85-9279-6068-7B77-FB86F7D10DA0}"/>
              </a:ext>
            </a:extLst>
          </p:cNvPr>
          <p:cNvCxnSpPr>
            <a:cxnSpLocks/>
            <a:stCxn id="199" idx="6"/>
            <a:endCxn id="10" idx="3"/>
          </p:cNvCxnSpPr>
          <p:nvPr/>
        </p:nvCxnSpPr>
        <p:spPr>
          <a:xfrm flipV="1">
            <a:off x="5471711" y="5683942"/>
            <a:ext cx="1683786" cy="56243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D49061-5CFC-F5C3-A459-026692098D0E}"/>
              </a:ext>
            </a:extLst>
          </p:cNvPr>
          <p:cNvSpPr txBox="1"/>
          <p:nvPr/>
        </p:nvSpPr>
        <p:spPr>
          <a:xfrm rot="18051988">
            <a:off x="8150304" y="396026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1,0→L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6F4E643E-CC0A-9866-D6BC-FA67E335BDD5}"/>
              </a:ext>
            </a:extLst>
          </p:cNvPr>
          <p:cNvSpPr>
            <a:spLocks noChangeAspect="1"/>
          </p:cNvSpPr>
          <p:nvPr/>
        </p:nvSpPr>
        <p:spPr>
          <a:xfrm>
            <a:off x="4934698" y="468302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B9027C87-5E1F-D2F5-26CA-82EFD5AC2545}"/>
              </a:ext>
            </a:extLst>
          </p:cNvPr>
          <p:cNvSpPr>
            <a:spLocks noChangeAspect="1"/>
          </p:cNvSpPr>
          <p:nvPr/>
        </p:nvSpPr>
        <p:spPr>
          <a:xfrm>
            <a:off x="4931711" y="597637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A9669-D73A-382A-7BB4-8F6C84F09E5C}"/>
              </a:ext>
            </a:extLst>
          </p:cNvPr>
          <p:cNvSpPr txBox="1"/>
          <p:nvPr/>
        </p:nvSpPr>
        <p:spPr>
          <a:xfrm>
            <a:off x="2031112" y="946477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0A21FB-F2EB-3A65-E090-037648E25320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698311" y="1595474"/>
            <a:ext cx="2081138" cy="651925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40C9CAE-62E3-42EF-6C43-848EF65AF165}"/>
              </a:ext>
            </a:extLst>
          </p:cNvPr>
          <p:cNvSpPr txBox="1"/>
          <p:nvPr/>
        </p:nvSpPr>
        <p:spPr>
          <a:xfrm>
            <a:off x="814223" y="16874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_→</a:t>
            </a:r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</a:rPr>
              <a:t>,R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34240-22FE-92F8-CDF0-1BE2EA293C23}"/>
              </a:ext>
            </a:extLst>
          </p:cNvPr>
          <p:cNvSpPr txBox="1"/>
          <p:nvPr/>
        </p:nvSpPr>
        <p:spPr>
          <a:xfrm>
            <a:off x="4589737" y="1404474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14705A-A4B5-5A2B-634D-714BFB0311EC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138068" y="1728973"/>
            <a:ext cx="1451669" cy="1662056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F54903-23F7-FFEE-168F-38EECA11CD78}"/>
              </a:ext>
            </a:extLst>
          </p:cNvPr>
          <p:cNvCxnSpPr>
            <a:cxnSpLocks/>
            <a:endCxn id="148" idx="0"/>
          </p:cNvCxnSpPr>
          <p:nvPr/>
        </p:nvCxnSpPr>
        <p:spPr>
          <a:xfrm flipH="1">
            <a:off x="3755718" y="2044044"/>
            <a:ext cx="1517849" cy="2065243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138382-A0D8-95E0-F920-2D384A1FDFC3}"/>
              </a:ext>
            </a:extLst>
          </p:cNvPr>
          <p:cNvSpPr txBox="1"/>
          <p:nvPr/>
        </p:nvSpPr>
        <p:spPr>
          <a:xfrm>
            <a:off x="3952342" y="21423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F2FA39-D099-387A-4EE6-D7845111491A}"/>
              </a:ext>
            </a:extLst>
          </p:cNvPr>
          <p:cNvSpPr txBox="1"/>
          <p:nvPr/>
        </p:nvSpPr>
        <p:spPr>
          <a:xfrm>
            <a:off x="4987124" y="2047407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98EB44-FED9-78D1-1DF1-54868D5C871F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FE4DD4-584F-DAB5-4EBC-B3318E3CE522}"/>
              </a:ext>
            </a:extLst>
          </p:cNvPr>
          <p:cNvSpPr txBox="1"/>
          <p:nvPr/>
        </p:nvSpPr>
        <p:spPr>
          <a:xfrm>
            <a:off x="6031954" y="964538"/>
            <a:ext cx="2186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Configuration:</a:t>
            </a:r>
          </a:p>
          <a:p>
            <a:r>
              <a:rPr lang="en-US" dirty="0"/>
              <a:t>₀</a:t>
            </a:r>
            <a:r>
              <a:rPr lang="en-US" i="1" dirty="0"/>
              <a:t>c</a:t>
            </a:r>
            <a:r>
              <a:rPr lang="en-US" dirty="0">
                <a:solidFill>
                  <a:schemeClr val="tx1"/>
                </a:solidFill>
              </a:rPr>
              <a:t>₄ </a:t>
            </a:r>
            <a:r>
              <a:rPr lang="en-US" u="sng" dirty="0"/>
              <a:t>∗</a:t>
            </a:r>
            <a:r>
              <a:rPr lang="en-US" dirty="0"/>
              <a:t> 𝑥𝑦0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…	⊢</a:t>
            </a:r>
          </a:p>
        </p:txBody>
      </p:sp>
    </p:spTree>
    <p:extLst>
      <p:ext uri="{BB962C8B-B14F-4D97-AF65-F5344CB8AC3E}">
        <p14:creationId xmlns:p14="http://schemas.microsoft.com/office/powerpoint/2010/main" val="386001157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EE00321-E61C-4676-AA92-44ABA70495F1}"/>
              </a:ext>
            </a:extLst>
          </p:cNvPr>
          <p:cNvCxnSpPr>
            <a:cxnSpLocks/>
            <a:endCxn id="145" idx="6"/>
          </p:cNvCxnSpPr>
          <p:nvPr/>
        </p:nvCxnSpPr>
        <p:spPr>
          <a:xfrm flipH="1" flipV="1">
            <a:off x="2504883" y="4375467"/>
            <a:ext cx="980485" cy="59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FDE3105-7CA5-E013-250E-E4742D0444F7}"/>
              </a:ext>
            </a:extLst>
          </p:cNvPr>
          <p:cNvSpPr>
            <a:spLocks noChangeAspect="1"/>
          </p:cNvSpPr>
          <p:nvPr/>
        </p:nvSpPr>
        <p:spPr>
          <a:xfrm>
            <a:off x="1964883" y="410546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₆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447E3E-3CAF-0256-083B-1226F4C81F8D}"/>
              </a:ext>
            </a:extLst>
          </p:cNvPr>
          <p:cNvSpPr txBox="1"/>
          <p:nvPr/>
        </p:nvSpPr>
        <p:spPr>
          <a:xfrm>
            <a:off x="2520357" y="409380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</p:cNvCxnSpPr>
          <p:nvPr/>
        </p:nvCxnSpPr>
        <p:spPr>
          <a:xfrm>
            <a:off x="802304" y="1256062"/>
            <a:ext cx="1211226" cy="13649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6E5255D-48F6-5ABF-9963-C63F9E39BE16}"/>
              </a:ext>
            </a:extLst>
          </p:cNvPr>
          <p:cNvCxnSpPr>
            <a:cxnSpLocks/>
            <a:endCxn id="167" idx="7"/>
          </p:cNvCxnSpPr>
          <p:nvPr/>
        </p:nvCxnSpPr>
        <p:spPr>
          <a:xfrm flipH="1">
            <a:off x="1531889" y="457078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C5022FC-5139-19AB-C8AC-7C1A8B49A8C3}"/>
              </a:ext>
            </a:extLst>
          </p:cNvPr>
          <p:cNvSpPr txBox="1"/>
          <p:nvPr/>
        </p:nvSpPr>
        <p:spPr>
          <a:xfrm rot="18806060">
            <a:off x="1216721" y="454452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923817D-5088-0691-2D68-2EA1D70A02E7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421071" y="457078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93A43A4-7F5A-CE30-30C9-933DE94A5BA5}"/>
              </a:ext>
            </a:extLst>
          </p:cNvPr>
          <p:cNvSpPr txBox="1"/>
          <p:nvPr/>
        </p:nvSpPr>
        <p:spPr>
          <a:xfrm rot="2657338">
            <a:off x="1978136" y="473456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A7F1B61-B092-490E-99B2-CB4DA45C3EAA}"/>
              </a:ext>
            </a:extLst>
          </p:cNvPr>
          <p:cNvSpPr>
            <a:spLocks noChangeAspect="1"/>
          </p:cNvSpPr>
          <p:nvPr/>
        </p:nvSpPr>
        <p:spPr>
          <a:xfrm>
            <a:off x="2879863" y="502117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E9911A95-9B4F-955D-34C9-5C676B091836}"/>
              </a:ext>
            </a:extLst>
          </p:cNvPr>
          <p:cNvSpPr>
            <a:spLocks/>
          </p:cNvSpPr>
          <p:nvPr/>
        </p:nvSpPr>
        <p:spPr>
          <a:xfrm rot="16200000" flipH="1" flipV="1">
            <a:off x="3405910" y="4759252"/>
            <a:ext cx="540000" cy="1080000"/>
          </a:xfrm>
          <a:prstGeom prst="arc">
            <a:avLst>
              <a:gd name="adj1" fmla="val 7341091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38F746D-622E-E766-BC0C-4D305BD28128}"/>
              </a:ext>
            </a:extLst>
          </p:cNvPr>
          <p:cNvSpPr txBox="1"/>
          <p:nvPr/>
        </p:nvSpPr>
        <p:spPr>
          <a:xfrm>
            <a:off x="3252853" y="516075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670AF2-31BE-5AE4-BD6A-F886FE54C585}"/>
              </a:ext>
            </a:extLst>
          </p:cNvPr>
          <p:cNvCxnSpPr>
            <a:cxnSpLocks/>
            <a:stCxn id="167" idx="5"/>
            <a:endCxn id="174" idx="1"/>
          </p:cNvCxnSpPr>
          <p:nvPr/>
        </p:nvCxnSpPr>
        <p:spPr>
          <a:xfrm>
            <a:off x="1531889" y="5490171"/>
            <a:ext cx="513644" cy="56146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E2D6D11-0958-8E0D-8E29-96EEB3A0B095}"/>
              </a:ext>
            </a:extLst>
          </p:cNvPr>
          <p:cNvCxnSpPr>
            <a:cxnSpLocks/>
            <a:stCxn id="162" idx="3"/>
            <a:endCxn id="174" idx="7"/>
          </p:cNvCxnSpPr>
          <p:nvPr/>
        </p:nvCxnSpPr>
        <p:spPr>
          <a:xfrm flipH="1">
            <a:off x="2427371" y="5482096"/>
            <a:ext cx="531573" cy="56954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AA8C4D48-13B9-8A7A-6240-F3C04D39922F}"/>
              </a:ext>
            </a:extLst>
          </p:cNvPr>
          <p:cNvSpPr>
            <a:spLocks noChangeAspect="1"/>
          </p:cNvSpPr>
          <p:nvPr/>
        </p:nvSpPr>
        <p:spPr>
          <a:xfrm>
            <a:off x="1070970" y="502925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91F091EA-DDD0-D3E7-7699-CA194F810235}"/>
              </a:ext>
            </a:extLst>
          </p:cNvPr>
          <p:cNvSpPr>
            <a:spLocks noChangeAspect="1"/>
          </p:cNvSpPr>
          <p:nvPr/>
        </p:nvSpPr>
        <p:spPr>
          <a:xfrm>
            <a:off x="1966452" y="597255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₈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DBEB2D5-F225-1354-20E9-F77029F88FC8}"/>
              </a:ext>
            </a:extLst>
          </p:cNvPr>
          <p:cNvSpPr>
            <a:spLocks noChangeAspect="1"/>
          </p:cNvSpPr>
          <p:nvPr/>
        </p:nvSpPr>
        <p:spPr>
          <a:xfrm>
            <a:off x="3487287" y="597637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₉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DDA0C7A-E2E6-D51F-B0B5-E9C890547BBC}"/>
              </a:ext>
            </a:extLst>
          </p:cNvPr>
          <p:cNvCxnSpPr>
            <a:cxnSpLocks/>
            <a:stCxn id="174" idx="6"/>
            <a:endCxn id="178" idx="2"/>
          </p:cNvCxnSpPr>
          <p:nvPr/>
        </p:nvCxnSpPr>
        <p:spPr>
          <a:xfrm>
            <a:off x="2506452" y="6242555"/>
            <a:ext cx="980835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65DA7C4C-80DB-B350-9671-002FD66EC280}"/>
              </a:ext>
            </a:extLst>
          </p:cNvPr>
          <p:cNvSpPr txBox="1"/>
          <p:nvPr/>
        </p:nvSpPr>
        <p:spPr>
          <a:xfrm>
            <a:off x="2404947" y="625761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3ECF36-AFD3-25BC-6FC8-79012D34A489}"/>
              </a:ext>
            </a:extLst>
          </p:cNvPr>
          <p:cNvCxnSpPr>
            <a:cxnSpLocks/>
            <a:stCxn id="178" idx="6"/>
            <a:endCxn id="199" idx="2"/>
          </p:cNvCxnSpPr>
          <p:nvPr/>
        </p:nvCxnSpPr>
        <p:spPr>
          <a:xfrm flipV="1">
            <a:off x="4027287" y="6246373"/>
            <a:ext cx="904424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E9E119C-F67C-2FE4-185D-CE5BD1F5C8E5}"/>
              </a:ext>
            </a:extLst>
          </p:cNvPr>
          <p:cNvCxnSpPr>
            <a:cxnSpLocks/>
            <a:stCxn id="178" idx="7"/>
            <a:endCxn id="197" idx="3"/>
          </p:cNvCxnSpPr>
          <p:nvPr/>
        </p:nvCxnSpPr>
        <p:spPr>
          <a:xfrm flipV="1">
            <a:off x="3948206" y="5143942"/>
            <a:ext cx="1065573" cy="91151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5B518296-E728-5FD2-4A30-404B8376255E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9AD0C8D-EE3C-951B-A46A-B02B0F90E126}"/>
              </a:ext>
            </a:extLst>
          </p:cNvPr>
          <p:cNvSpPr txBox="1"/>
          <p:nvPr/>
        </p:nvSpPr>
        <p:spPr>
          <a:xfrm rot="2766598">
            <a:off x="1441727" y="549209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D3D6FB0-DB13-888D-3861-57374EF550F5}"/>
              </a:ext>
            </a:extLst>
          </p:cNvPr>
          <p:cNvGrpSpPr/>
          <p:nvPr/>
        </p:nvGrpSpPr>
        <p:grpSpPr>
          <a:xfrm>
            <a:off x="4661711" y="4257389"/>
            <a:ext cx="1080000" cy="540000"/>
            <a:chOff x="6207712" y="4257391"/>
            <a:chExt cx="1080000" cy="540000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1C34435E-3EF7-E561-F52D-FC5B95A0DA71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BE2083C-0C99-234C-FE18-05B498D7987D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B68323D8-7FD7-C565-2C6A-8E3B68843D94}"/>
              </a:ext>
            </a:extLst>
          </p:cNvPr>
          <p:cNvSpPr txBox="1"/>
          <p:nvPr/>
        </p:nvSpPr>
        <p:spPr>
          <a:xfrm>
            <a:off x="3880086" y="625526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C95F2A-5314-D93E-00D8-8058FB340F2C}"/>
              </a:ext>
            </a:extLst>
          </p:cNvPr>
          <p:cNvSpPr txBox="1"/>
          <p:nvPr/>
        </p:nvSpPr>
        <p:spPr>
          <a:xfrm rot="19200869">
            <a:off x="3770095" y="543453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AD80CC-FDB2-F7A8-90DD-7B15DEBF5E09}"/>
              </a:ext>
            </a:extLst>
          </p:cNvPr>
          <p:cNvGrpSpPr/>
          <p:nvPr/>
        </p:nvGrpSpPr>
        <p:grpSpPr>
          <a:xfrm>
            <a:off x="4662155" y="5559828"/>
            <a:ext cx="1080000" cy="540000"/>
            <a:chOff x="6207712" y="4257391"/>
            <a:chExt cx="1080000" cy="540000"/>
          </a:xfrm>
        </p:grpSpPr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E5292260-6E6B-58AD-2AD5-576830773622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5667A8B-7243-8412-C9BC-499CDBBF7B4C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23" name="TextBox 222">
            <a:extLst>
              <a:ext uri="{FF2B5EF4-FFF2-40B4-BE49-F238E27FC236}">
                <a16:creationId xmlns:a16="http://schemas.microsoft.com/office/drawing/2014/main" id="{91E1212E-5EFD-D8FD-C35D-83930EF929F3}"/>
              </a:ext>
            </a:extLst>
          </p:cNvPr>
          <p:cNvSpPr txBox="1"/>
          <p:nvPr/>
        </p:nvSpPr>
        <p:spPr>
          <a:xfrm rot="20532152">
            <a:off x="5594377" y="604012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25" name="Arc 224">
            <a:extLst>
              <a:ext uri="{FF2B5EF4-FFF2-40B4-BE49-F238E27FC236}">
                <a16:creationId xmlns:a16="http://schemas.microsoft.com/office/drawing/2014/main" id="{85604071-A11D-BCF6-C18B-18E8EC20AF22}"/>
              </a:ext>
            </a:extLst>
          </p:cNvPr>
          <p:cNvSpPr>
            <a:spLocks/>
          </p:cNvSpPr>
          <p:nvPr/>
        </p:nvSpPr>
        <p:spPr>
          <a:xfrm rot="5400000" flipV="1">
            <a:off x="532304" y="4751395"/>
            <a:ext cx="540000" cy="1080000"/>
          </a:xfrm>
          <a:prstGeom prst="arc">
            <a:avLst>
              <a:gd name="adj1" fmla="val 7101909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503D32A-C95B-1D6F-1A61-A35D5C49CAAE}"/>
              </a:ext>
            </a:extLst>
          </p:cNvPr>
          <p:cNvSpPr txBox="1"/>
          <p:nvPr/>
        </p:nvSpPr>
        <p:spPr>
          <a:xfrm>
            <a:off x="171297" y="514394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58F0FDB-49C6-1D3E-C8AE-43B4FBB677FB}"/>
              </a:ext>
            </a:extLst>
          </p:cNvPr>
          <p:cNvSpPr txBox="1"/>
          <p:nvPr/>
        </p:nvSpPr>
        <p:spPr>
          <a:xfrm rot="18812380">
            <a:off x="2266111" y="574162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496B781-1429-974A-C40B-6BF3B28B7EE4}"/>
              </a:ext>
            </a:extLst>
          </p:cNvPr>
          <p:cNvSpPr txBox="1"/>
          <p:nvPr/>
        </p:nvSpPr>
        <p:spPr>
          <a:xfrm rot="829980">
            <a:off x="5664453" y="475587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6C2EF2-0FFF-9268-500D-170741F9FD39}"/>
              </a:ext>
            </a:extLst>
          </p:cNvPr>
          <p:cNvSpPr>
            <a:spLocks noChangeAspect="1"/>
          </p:cNvSpPr>
          <p:nvPr/>
        </p:nvSpPr>
        <p:spPr>
          <a:xfrm>
            <a:off x="7076416" y="5223023"/>
            <a:ext cx="540000" cy="540000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dirty="0">
                <a:solidFill>
                  <a:srgbClr val="0070C0"/>
                </a:solidFill>
              </a:rPr>
              <a:t>₁₁</a:t>
            </a:r>
            <a:endParaRPr lang="lv-LV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9B43D-6A4B-D095-C7AA-0938B24B8062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7616416" y="2779544"/>
            <a:ext cx="1684368" cy="2713479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D7F4A0-338D-1E6D-7311-0636ACEE649F}"/>
              </a:ext>
            </a:extLst>
          </p:cNvPr>
          <p:cNvCxnSpPr>
            <a:cxnSpLocks/>
            <a:stCxn id="197" idx="6"/>
            <a:endCxn id="10" idx="1"/>
          </p:cNvCxnSpPr>
          <p:nvPr/>
        </p:nvCxnSpPr>
        <p:spPr>
          <a:xfrm>
            <a:off x="5474698" y="4953023"/>
            <a:ext cx="1680799" cy="34908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288F85-9279-6068-7B77-FB86F7D10DA0}"/>
              </a:ext>
            </a:extLst>
          </p:cNvPr>
          <p:cNvCxnSpPr>
            <a:cxnSpLocks/>
            <a:stCxn id="199" idx="6"/>
            <a:endCxn id="10" idx="3"/>
          </p:cNvCxnSpPr>
          <p:nvPr/>
        </p:nvCxnSpPr>
        <p:spPr>
          <a:xfrm flipV="1">
            <a:off x="5471711" y="5683942"/>
            <a:ext cx="1683786" cy="56243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D49061-5CFC-F5C3-A459-026692098D0E}"/>
              </a:ext>
            </a:extLst>
          </p:cNvPr>
          <p:cNvSpPr txBox="1"/>
          <p:nvPr/>
        </p:nvSpPr>
        <p:spPr>
          <a:xfrm rot="18051988">
            <a:off x="8150304" y="396026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1,0→L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6F4E643E-CC0A-9866-D6BC-FA67E335BDD5}"/>
              </a:ext>
            </a:extLst>
          </p:cNvPr>
          <p:cNvSpPr>
            <a:spLocks noChangeAspect="1"/>
          </p:cNvSpPr>
          <p:nvPr/>
        </p:nvSpPr>
        <p:spPr>
          <a:xfrm>
            <a:off x="4934698" y="468302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B9027C87-5E1F-D2F5-26CA-82EFD5AC2545}"/>
              </a:ext>
            </a:extLst>
          </p:cNvPr>
          <p:cNvSpPr>
            <a:spLocks noChangeAspect="1"/>
          </p:cNvSpPr>
          <p:nvPr/>
        </p:nvSpPr>
        <p:spPr>
          <a:xfrm>
            <a:off x="4931711" y="597637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A9669-D73A-382A-7BB4-8F6C84F09E5C}"/>
              </a:ext>
            </a:extLst>
          </p:cNvPr>
          <p:cNvSpPr txBox="1"/>
          <p:nvPr/>
        </p:nvSpPr>
        <p:spPr>
          <a:xfrm>
            <a:off x="2031112" y="946477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0A21FB-F2EB-3A65-E090-037648E25320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698311" y="1595474"/>
            <a:ext cx="2081138" cy="651925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40C9CAE-62E3-42EF-6C43-848EF65AF165}"/>
              </a:ext>
            </a:extLst>
          </p:cNvPr>
          <p:cNvSpPr txBox="1"/>
          <p:nvPr/>
        </p:nvSpPr>
        <p:spPr>
          <a:xfrm>
            <a:off x="814223" y="16874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_→</a:t>
            </a:r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</a:rPr>
              <a:t>,R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34240-22FE-92F8-CDF0-1BE2EA293C23}"/>
              </a:ext>
            </a:extLst>
          </p:cNvPr>
          <p:cNvSpPr txBox="1"/>
          <p:nvPr/>
        </p:nvSpPr>
        <p:spPr>
          <a:xfrm>
            <a:off x="4589737" y="1404474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14705A-A4B5-5A2B-634D-714BFB0311EC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138068" y="1728973"/>
            <a:ext cx="1451669" cy="1662056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F54903-23F7-FFEE-168F-38EECA11CD78}"/>
              </a:ext>
            </a:extLst>
          </p:cNvPr>
          <p:cNvCxnSpPr>
            <a:cxnSpLocks/>
            <a:endCxn id="148" idx="0"/>
          </p:cNvCxnSpPr>
          <p:nvPr/>
        </p:nvCxnSpPr>
        <p:spPr>
          <a:xfrm flipH="1">
            <a:off x="3755718" y="2044044"/>
            <a:ext cx="1517849" cy="2065243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138382-A0D8-95E0-F920-2D384A1FDFC3}"/>
              </a:ext>
            </a:extLst>
          </p:cNvPr>
          <p:cNvSpPr txBox="1"/>
          <p:nvPr/>
        </p:nvSpPr>
        <p:spPr>
          <a:xfrm>
            <a:off x="3952342" y="21423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F2FA39-D099-387A-4EE6-D7845111491A}"/>
              </a:ext>
            </a:extLst>
          </p:cNvPr>
          <p:cNvSpPr txBox="1"/>
          <p:nvPr/>
        </p:nvSpPr>
        <p:spPr>
          <a:xfrm>
            <a:off x="4987124" y="2047407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98EB44-FED9-78D1-1DF1-54868D5C871F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FE4DD4-584F-DAB5-4EBC-B3318E3CE522}"/>
              </a:ext>
            </a:extLst>
          </p:cNvPr>
          <p:cNvSpPr txBox="1"/>
          <p:nvPr/>
        </p:nvSpPr>
        <p:spPr>
          <a:xfrm>
            <a:off x="6031954" y="964538"/>
            <a:ext cx="23551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Configuration:</a:t>
            </a:r>
          </a:p>
          <a:p>
            <a:r>
              <a:rPr lang="en-US" dirty="0"/>
              <a:t>₀</a:t>
            </a:r>
            <a:r>
              <a:rPr lang="en-US" i="1" dirty="0"/>
              <a:t>c</a:t>
            </a:r>
            <a:r>
              <a:rPr lang="en-US" dirty="0">
                <a:solidFill>
                  <a:schemeClr val="tx1"/>
                </a:solidFill>
              </a:rPr>
              <a:t>₄ </a:t>
            </a:r>
            <a:r>
              <a:rPr lang="en-US" u="sng" dirty="0"/>
              <a:t>∗</a:t>
            </a:r>
            <a:r>
              <a:rPr lang="en-US" dirty="0"/>
              <a:t> 𝑥𝑦0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…	⊢</a:t>
            </a:r>
          </a:p>
          <a:p>
            <a:r>
              <a:rPr lang="en-US" u="sng" dirty="0"/>
              <a:t>∗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dirty="0"/>
              <a:t>₁ 𝑥𝑦0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…	⊢ *</a:t>
            </a:r>
          </a:p>
        </p:txBody>
      </p:sp>
    </p:spTree>
    <p:extLst>
      <p:ext uri="{BB962C8B-B14F-4D97-AF65-F5344CB8AC3E}">
        <p14:creationId xmlns:p14="http://schemas.microsoft.com/office/powerpoint/2010/main" val="322873194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EE00321-E61C-4676-AA92-44ABA70495F1}"/>
              </a:ext>
            </a:extLst>
          </p:cNvPr>
          <p:cNvCxnSpPr>
            <a:cxnSpLocks/>
            <a:endCxn id="145" idx="6"/>
          </p:cNvCxnSpPr>
          <p:nvPr/>
        </p:nvCxnSpPr>
        <p:spPr>
          <a:xfrm flipH="1" flipV="1">
            <a:off x="2504883" y="4375467"/>
            <a:ext cx="980485" cy="59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FDE3105-7CA5-E013-250E-E4742D0444F7}"/>
              </a:ext>
            </a:extLst>
          </p:cNvPr>
          <p:cNvSpPr>
            <a:spLocks noChangeAspect="1"/>
          </p:cNvSpPr>
          <p:nvPr/>
        </p:nvSpPr>
        <p:spPr>
          <a:xfrm>
            <a:off x="1964883" y="410546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₆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447E3E-3CAF-0256-083B-1226F4C81F8D}"/>
              </a:ext>
            </a:extLst>
          </p:cNvPr>
          <p:cNvSpPr txBox="1"/>
          <p:nvPr/>
        </p:nvSpPr>
        <p:spPr>
          <a:xfrm>
            <a:off x="2520357" y="409380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</p:cNvCxnSpPr>
          <p:nvPr/>
        </p:nvCxnSpPr>
        <p:spPr>
          <a:xfrm>
            <a:off x="802304" y="1256062"/>
            <a:ext cx="1211226" cy="13649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6E5255D-48F6-5ABF-9963-C63F9E39BE16}"/>
              </a:ext>
            </a:extLst>
          </p:cNvPr>
          <p:cNvCxnSpPr>
            <a:cxnSpLocks/>
            <a:endCxn id="167" idx="7"/>
          </p:cNvCxnSpPr>
          <p:nvPr/>
        </p:nvCxnSpPr>
        <p:spPr>
          <a:xfrm flipH="1">
            <a:off x="1531889" y="457078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C5022FC-5139-19AB-C8AC-7C1A8B49A8C3}"/>
              </a:ext>
            </a:extLst>
          </p:cNvPr>
          <p:cNvSpPr txBox="1"/>
          <p:nvPr/>
        </p:nvSpPr>
        <p:spPr>
          <a:xfrm rot="18806060">
            <a:off x="1216721" y="454452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923817D-5088-0691-2D68-2EA1D70A02E7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421071" y="457078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93A43A4-7F5A-CE30-30C9-933DE94A5BA5}"/>
              </a:ext>
            </a:extLst>
          </p:cNvPr>
          <p:cNvSpPr txBox="1"/>
          <p:nvPr/>
        </p:nvSpPr>
        <p:spPr>
          <a:xfrm rot="2657338">
            <a:off x="1978136" y="473456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A7F1B61-B092-490E-99B2-CB4DA45C3EAA}"/>
              </a:ext>
            </a:extLst>
          </p:cNvPr>
          <p:cNvSpPr>
            <a:spLocks noChangeAspect="1"/>
          </p:cNvSpPr>
          <p:nvPr/>
        </p:nvSpPr>
        <p:spPr>
          <a:xfrm>
            <a:off x="2879863" y="502117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E9911A95-9B4F-955D-34C9-5C676B091836}"/>
              </a:ext>
            </a:extLst>
          </p:cNvPr>
          <p:cNvSpPr>
            <a:spLocks/>
          </p:cNvSpPr>
          <p:nvPr/>
        </p:nvSpPr>
        <p:spPr>
          <a:xfrm rot="16200000" flipH="1" flipV="1">
            <a:off x="3405910" y="4759252"/>
            <a:ext cx="540000" cy="1080000"/>
          </a:xfrm>
          <a:prstGeom prst="arc">
            <a:avLst>
              <a:gd name="adj1" fmla="val 7341091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38F746D-622E-E766-BC0C-4D305BD28128}"/>
              </a:ext>
            </a:extLst>
          </p:cNvPr>
          <p:cNvSpPr txBox="1"/>
          <p:nvPr/>
        </p:nvSpPr>
        <p:spPr>
          <a:xfrm>
            <a:off x="3252853" y="516075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670AF2-31BE-5AE4-BD6A-F886FE54C585}"/>
              </a:ext>
            </a:extLst>
          </p:cNvPr>
          <p:cNvCxnSpPr>
            <a:cxnSpLocks/>
            <a:stCxn id="167" idx="5"/>
            <a:endCxn id="174" idx="1"/>
          </p:cNvCxnSpPr>
          <p:nvPr/>
        </p:nvCxnSpPr>
        <p:spPr>
          <a:xfrm>
            <a:off x="1531889" y="5490171"/>
            <a:ext cx="513644" cy="56146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E2D6D11-0958-8E0D-8E29-96EEB3A0B095}"/>
              </a:ext>
            </a:extLst>
          </p:cNvPr>
          <p:cNvCxnSpPr>
            <a:cxnSpLocks/>
            <a:stCxn id="162" idx="3"/>
            <a:endCxn id="174" idx="7"/>
          </p:cNvCxnSpPr>
          <p:nvPr/>
        </p:nvCxnSpPr>
        <p:spPr>
          <a:xfrm flipH="1">
            <a:off x="2427371" y="5482096"/>
            <a:ext cx="531573" cy="56954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AA8C4D48-13B9-8A7A-6240-F3C04D39922F}"/>
              </a:ext>
            </a:extLst>
          </p:cNvPr>
          <p:cNvSpPr>
            <a:spLocks noChangeAspect="1"/>
          </p:cNvSpPr>
          <p:nvPr/>
        </p:nvSpPr>
        <p:spPr>
          <a:xfrm>
            <a:off x="1070970" y="502925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91F091EA-DDD0-D3E7-7699-CA194F810235}"/>
              </a:ext>
            </a:extLst>
          </p:cNvPr>
          <p:cNvSpPr>
            <a:spLocks noChangeAspect="1"/>
          </p:cNvSpPr>
          <p:nvPr/>
        </p:nvSpPr>
        <p:spPr>
          <a:xfrm>
            <a:off x="1966452" y="597255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₈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DBEB2D5-F225-1354-20E9-F77029F88FC8}"/>
              </a:ext>
            </a:extLst>
          </p:cNvPr>
          <p:cNvSpPr>
            <a:spLocks noChangeAspect="1"/>
          </p:cNvSpPr>
          <p:nvPr/>
        </p:nvSpPr>
        <p:spPr>
          <a:xfrm>
            <a:off x="3487287" y="597637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₉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DDA0C7A-E2E6-D51F-B0B5-E9C890547BBC}"/>
              </a:ext>
            </a:extLst>
          </p:cNvPr>
          <p:cNvCxnSpPr>
            <a:cxnSpLocks/>
            <a:stCxn id="174" idx="6"/>
            <a:endCxn id="178" idx="2"/>
          </p:cNvCxnSpPr>
          <p:nvPr/>
        </p:nvCxnSpPr>
        <p:spPr>
          <a:xfrm>
            <a:off x="2506452" y="6242555"/>
            <a:ext cx="980835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65DA7C4C-80DB-B350-9671-002FD66EC280}"/>
              </a:ext>
            </a:extLst>
          </p:cNvPr>
          <p:cNvSpPr txBox="1"/>
          <p:nvPr/>
        </p:nvSpPr>
        <p:spPr>
          <a:xfrm>
            <a:off x="2404947" y="625761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3ECF36-AFD3-25BC-6FC8-79012D34A489}"/>
              </a:ext>
            </a:extLst>
          </p:cNvPr>
          <p:cNvCxnSpPr>
            <a:cxnSpLocks/>
            <a:stCxn id="178" idx="6"/>
            <a:endCxn id="199" idx="2"/>
          </p:cNvCxnSpPr>
          <p:nvPr/>
        </p:nvCxnSpPr>
        <p:spPr>
          <a:xfrm flipV="1">
            <a:off x="4027287" y="6246373"/>
            <a:ext cx="904424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E9E119C-F67C-2FE4-185D-CE5BD1F5C8E5}"/>
              </a:ext>
            </a:extLst>
          </p:cNvPr>
          <p:cNvCxnSpPr>
            <a:cxnSpLocks/>
            <a:stCxn id="178" idx="7"/>
            <a:endCxn id="197" idx="3"/>
          </p:cNvCxnSpPr>
          <p:nvPr/>
        </p:nvCxnSpPr>
        <p:spPr>
          <a:xfrm flipV="1">
            <a:off x="3948206" y="5143942"/>
            <a:ext cx="1065573" cy="91151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5B518296-E728-5FD2-4A30-404B8376255E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9AD0C8D-EE3C-951B-A46A-B02B0F90E126}"/>
              </a:ext>
            </a:extLst>
          </p:cNvPr>
          <p:cNvSpPr txBox="1"/>
          <p:nvPr/>
        </p:nvSpPr>
        <p:spPr>
          <a:xfrm rot="2766598">
            <a:off x="1441727" y="549209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D3D6FB0-DB13-888D-3861-57374EF550F5}"/>
              </a:ext>
            </a:extLst>
          </p:cNvPr>
          <p:cNvGrpSpPr/>
          <p:nvPr/>
        </p:nvGrpSpPr>
        <p:grpSpPr>
          <a:xfrm>
            <a:off x="4661711" y="4257389"/>
            <a:ext cx="1080000" cy="540000"/>
            <a:chOff x="6207712" y="4257391"/>
            <a:chExt cx="1080000" cy="540000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1C34435E-3EF7-E561-F52D-FC5B95A0DA71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BE2083C-0C99-234C-FE18-05B498D7987D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B68323D8-7FD7-C565-2C6A-8E3B68843D94}"/>
              </a:ext>
            </a:extLst>
          </p:cNvPr>
          <p:cNvSpPr txBox="1"/>
          <p:nvPr/>
        </p:nvSpPr>
        <p:spPr>
          <a:xfrm>
            <a:off x="3880086" y="625526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C95F2A-5314-D93E-00D8-8058FB340F2C}"/>
              </a:ext>
            </a:extLst>
          </p:cNvPr>
          <p:cNvSpPr txBox="1"/>
          <p:nvPr/>
        </p:nvSpPr>
        <p:spPr>
          <a:xfrm rot="19200869">
            <a:off x="3770095" y="543453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AD80CC-FDB2-F7A8-90DD-7B15DEBF5E09}"/>
              </a:ext>
            </a:extLst>
          </p:cNvPr>
          <p:cNvGrpSpPr/>
          <p:nvPr/>
        </p:nvGrpSpPr>
        <p:grpSpPr>
          <a:xfrm>
            <a:off x="4662155" y="5559828"/>
            <a:ext cx="1080000" cy="540000"/>
            <a:chOff x="6207712" y="4257391"/>
            <a:chExt cx="1080000" cy="540000"/>
          </a:xfrm>
        </p:grpSpPr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E5292260-6E6B-58AD-2AD5-576830773622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5667A8B-7243-8412-C9BC-499CDBBF7B4C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23" name="TextBox 222">
            <a:extLst>
              <a:ext uri="{FF2B5EF4-FFF2-40B4-BE49-F238E27FC236}">
                <a16:creationId xmlns:a16="http://schemas.microsoft.com/office/drawing/2014/main" id="{91E1212E-5EFD-D8FD-C35D-83930EF929F3}"/>
              </a:ext>
            </a:extLst>
          </p:cNvPr>
          <p:cNvSpPr txBox="1"/>
          <p:nvPr/>
        </p:nvSpPr>
        <p:spPr>
          <a:xfrm rot="20532152">
            <a:off x="5594377" y="604012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25" name="Arc 224">
            <a:extLst>
              <a:ext uri="{FF2B5EF4-FFF2-40B4-BE49-F238E27FC236}">
                <a16:creationId xmlns:a16="http://schemas.microsoft.com/office/drawing/2014/main" id="{85604071-A11D-BCF6-C18B-18E8EC20AF22}"/>
              </a:ext>
            </a:extLst>
          </p:cNvPr>
          <p:cNvSpPr>
            <a:spLocks/>
          </p:cNvSpPr>
          <p:nvPr/>
        </p:nvSpPr>
        <p:spPr>
          <a:xfrm rot="5400000" flipV="1">
            <a:off x="532304" y="4751395"/>
            <a:ext cx="540000" cy="1080000"/>
          </a:xfrm>
          <a:prstGeom prst="arc">
            <a:avLst>
              <a:gd name="adj1" fmla="val 7101909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503D32A-C95B-1D6F-1A61-A35D5C49CAAE}"/>
              </a:ext>
            </a:extLst>
          </p:cNvPr>
          <p:cNvSpPr txBox="1"/>
          <p:nvPr/>
        </p:nvSpPr>
        <p:spPr>
          <a:xfrm>
            <a:off x="171297" y="514394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58F0FDB-49C6-1D3E-C8AE-43B4FBB677FB}"/>
              </a:ext>
            </a:extLst>
          </p:cNvPr>
          <p:cNvSpPr txBox="1"/>
          <p:nvPr/>
        </p:nvSpPr>
        <p:spPr>
          <a:xfrm rot="18812380">
            <a:off x="2266111" y="574162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496B781-1429-974A-C40B-6BF3B28B7EE4}"/>
              </a:ext>
            </a:extLst>
          </p:cNvPr>
          <p:cNvSpPr txBox="1"/>
          <p:nvPr/>
        </p:nvSpPr>
        <p:spPr>
          <a:xfrm rot="829980">
            <a:off x="5664453" y="475587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6C2EF2-0FFF-9268-500D-170741F9FD39}"/>
              </a:ext>
            </a:extLst>
          </p:cNvPr>
          <p:cNvSpPr>
            <a:spLocks noChangeAspect="1"/>
          </p:cNvSpPr>
          <p:nvPr/>
        </p:nvSpPr>
        <p:spPr>
          <a:xfrm>
            <a:off x="7076416" y="5223023"/>
            <a:ext cx="540000" cy="540000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dirty="0">
                <a:solidFill>
                  <a:srgbClr val="0070C0"/>
                </a:solidFill>
              </a:rPr>
              <a:t>₁₁</a:t>
            </a:r>
            <a:endParaRPr lang="lv-LV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9B43D-6A4B-D095-C7AA-0938B24B8062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7616416" y="2779544"/>
            <a:ext cx="1684368" cy="2713479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D7F4A0-338D-1E6D-7311-0636ACEE649F}"/>
              </a:ext>
            </a:extLst>
          </p:cNvPr>
          <p:cNvCxnSpPr>
            <a:cxnSpLocks/>
            <a:stCxn id="197" idx="6"/>
            <a:endCxn id="10" idx="1"/>
          </p:cNvCxnSpPr>
          <p:nvPr/>
        </p:nvCxnSpPr>
        <p:spPr>
          <a:xfrm>
            <a:off x="5474698" y="4953023"/>
            <a:ext cx="1680799" cy="34908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288F85-9279-6068-7B77-FB86F7D10DA0}"/>
              </a:ext>
            </a:extLst>
          </p:cNvPr>
          <p:cNvCxnSpPr>
            <a:cxnSpLocks/>
            <a:stCxn id="199" idx="6"/>
            <a:endCxn id="10" idx="3"/>
          </p:cNvCxnSpPr>
          <p:nvPr/>
        </p:nvCxnSpPr>
        <p:spPr>
          <a:xfrm flipV="1">
            <a:off x="5471711" y="5683942"/>
            <a:ext cx="1683786" cy="56243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D49061-5CFC-F5C3-A459-026692098D0E}"/>
              </a:ext>
            </a:extLst>
          </p:cNvPr>
          <p:cNvSpPr txBox="1"/>
          <p:nvPr/>
        </p:nvSpPr>
        <p:spPr>
          <a:xfrm rot="18051988">
            <a:off x="8150304" y="396026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1,0→L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6F4E643E-CC0A-9866-D6BC-FA67E335BDD5}"/>
              </a:ext>
            </a:extLst>
          </p:cNvPr>
          <p:cNvSpPr>
            <a:spLocks noChangeAspect="1"/>
          </p:cNvSpPr>
          <p:nvPr/>
        </p:nvSpPr>
        <p:spPr>
          <a:xfrm>
            <a:off x="4934698" y="468302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B9027C87-5E1F-D2F5-26CA-82EFD5AC2545}"/>
              </a:ext>
            </a:extLst>
          </p:cNvPr>
          <p:cNvSpPr>
            <a:spLocks noChangeAspect="1"/>
          </p:cNvSpPr>
          <p:nvPr/>
        </p:nvSpPr>
        <p:spPr>
          <a:xfrm>
            <a:off x="4931711" y="597637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A9669-D73A-382A-7BB4-8F6C84F09E5C}"/>
              </a:ext>
            </a:extLst>
          </p:cNvPr>
          <p:cNvSpPr txBox="1"/>
          <p:nvPr/>
        </p:nvSpPr>
        <p:spPr>
          <a:xfrm>
            <a:off x="2031112" y="946477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0A21FB-F2EB-3A65-E090-037648E25320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698311" y="1595474"/>
            <a:ext cx="2081138" cy="651925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40C9CAE-62E3-42EF-6C43-848EF65AF165}"/>
              </a:ext>
            </a:extLst>
          </p:cNvPr>
          <p:cNvSpPr txBox="1"/>
          <p:nvPr/>
        </p:nvSpPr>
        <p:spPr>
          <a:xfrm>
            <a:off x="814223" y="16874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_→</a:t>
            </a:r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</a:rPr>
              <a:t>,R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34240-22FE-92F8-CDF0-1BE2EA293C23}"/>
              </a:ext>
            </a:extLst>
          </p:cNvPr>
          <p:cNvSpPr txBox="1"/>
          <p:nvPr/>
        </p:nvSpPr>
        <p:spPr>
          <a:xfrm>
            <a:off x="4589737" y="1404474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14705A-A4B5-5A2B-634D-714BFB0311EC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138068" y="1728973"/>
            <a:ext cx="1451669" cy="1662056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F54903-23F7-FFEE-168F-38EECA11CD78}"/>
              </a:ext>
            </a:extLst>
          </p:cNvPr>
          <p:cNvCxnSpPr>
            <a:cxnSpLocks/>
            <a:endCxn id="148" idx="0"/>
          </p:cNvCxnSpPr>
          <p:nvPr/>
        </p:nvCxnSpPr>
        <p:spPr>
          <a:xfrm flipH="1">
            <a:off x="3755718" y="2044044"/>
            <a:ext cx="1517849" cy="2065243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138382-A0D8-95E0-F920-2D384A1FDFC3}"/>
              </a:ext>
            </a:extLst>
          </p:cNvPr>
          <p:cNvSpPr txBox="1"/>
          <p:nvPr/>
        </p:nvSpPr>
        <p:spPr>
          <a:xfrm>
            <a:off x="3952342" y="21423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F2FA39-D099-387A-4EE6-D7845111491A}"/>
              </a:ext>
            </a:extLst>
          </p:cNvPr>
          <p:cNvSpPr txBox="1"/>
          <p:nvPr/>
        </p:nvSpPr>
        <p:spPr>
          <a:xfrm>
            <a:off x="4987124" y="2047407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98EB44-FED9-78D1-1DF1-54868D5C871F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FE4DD4-584F-DAB5-4EBC-B3318E3CE522}"/>
              </a:ext>
            </a:extLst>
          </p:cNvPr>
          <p:cNvSpPr txBox="1"/>
          <p:nvPr/>
        </p:nvSpPr>
        <p:spPr>
          <a:xfrm>
            <a:off x="6031954" y="964538"/>
            <a:ext cx="23551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Configuration:</a:t>
            </a:r>
          </a:p>
          <a:p>
            <a:r>
              <a:rPr lang="en-US" dirty="0"/>
              <a:t>₀</a:t>
            </a:r>
            <a:r>
              <a:rPr lang="en-US" i="1" dirty="0"/>
              <a:t>c</a:t>
            </a:r>
            <a:r>
              <a:rPr lang="en-US" dirty="0">
                <a:solidFill>
                  <a:schemeClr val="tx1"/>
                </a:solidFill>
              </a:rPr>
              <a:t>₄ </a:t>
            </a:r>
            <a:r>
              <a:rPr lang="en-US" u="sng" dirty="0"/>
              <a:t>∗</a:t>
            </a:r>
            <a:r>
              <a:rPr lang="en-US" dirty="0"/>
              <a:t> 𝑥𝑦0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…	⊢</a:t>
            </a:r>
          </a:p>
          <a:p>
            <a:r>
              <a:rPr lang="en-US" u="sng" dirty="0"/>
              <a:t>∗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dirty="0"/>
              <a:t>₁ 𝑥𝑦0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…	⊢ *</a:t>
            </a:r>
          </a:p>
          <a:p>
            <a:r>
              <a:rPr lang="en-US" u="sng" dirty="0"/>
              <a:t>∗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sz="1800" dirty="0">
                <a:solidFill>
                  <a:schemeClr val="tx1"/>
                </a:solidFill>
              </a:rPr>
              <a:t>₋</a:t>
            </a:r>
            <a:r>
              <a:rPr lang="en-US" dirty="0">
                <a:solidFill>
                  <a:schemeClr val="tx1"/>
                </a:solidFill>
              </a:rPr>
              <a:t> ⎵ </a:t>
            </a:r>
            <a:r>
              <a:rPr lang="en-US" dirty="0"/>
              <a:t>𝑥𝑦0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…	⊢</a:t>
            </a:r>
          </a:p>
        </p:txBody>
      </p:sp>
    </p:spTree>
    <p:extLst>
      <p:ext uri="{BB962C8B-B14F-4D97-AF65-F5344CB8AC3E}">
        <p14:creationId xmlns:p14="http://schemas.microsoft.com/office/powerpoint/2010/main" val="195885509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EE00321-E61C-4676-AA92-44ABA70495F1}"/>
              </a:ext>
            </a:extLst>
          </p:cNvPr>
          <p:cNvCxnSpPr>
            <a:cxnSpLocks/>
            <a:endCxn id="145" idx="6"/>
          </p:cNvCxnSpPr>
          <p:nvPr/>
        </p:nvCxnSpPr>
        <p:spPr>
          <a:xfrm flipH="1" flipV="1">
            <a:off x="2504883" y="4375467"/>
            <a:ext cx="980485" cy="59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FDE3105-7CA5-E013-250E-E4742D0444F7}"/>
              </a:ext>
            </a:extLst>
          </p:cNvPr>
          <p:cNvSpPr>
            <a:spLocks noChangeAspect="1"/>
          </p:cNvSpPr>
          <p:nvPr/>
        </p:nvSpPr>
        <p:spPr>
          <a:xfrm>
            <a:off x="1964883" y="410546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₆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447E3E-3CAF-0256-083B-1226F4C81F8D}"/>
              </a:ext>
            </a:extLst>
          </p:cNvPr>
          <p:cNvSpPr txBox="1"/>
          <p:nvPr/>
        </p:nvSpPr>
        <p:spPr>
          <a:xfrm>
            <a:off x="2520357" y="409380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</p:cNvCxnSpPr>
          <p:nvPr/>
        </p:nvCxnSpPr>
        <p:spPr>
          <a:xfrm>
            <a:off x="802304" y="1256062"/>
            <a:ext cx="1211226" cy="13649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6E5255D-48F6-5ABF-9963-C63F9E39BE16}"/>
              </a:ext>
            </a:extLst>
          </p:cNvPr>
          <p:cNvCxnSpPr>
            <a:cxnSpLocks/>
            <a:endCxn id="167" idx="7"/>
          </p:cNvCxnSpPr>
          <p:nvPr/>
        </p:nvCxnSpPr>
        <p:spPr>
          <a:xfrm flipH="1">
            <a:off x="1531889" y="457078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C5022FC-5139-19AB-C8AC-7C1A8B49A8C3}"/>
              </a:ext>
            </a:extLst>
          </p:cNvPr>
          <p:cNvSpPr txBox="1"/>
          <p:nvPr/>
        </p:nvSpPr>
        <p:spPr>
          <a:xfrm rot="18806060">
            <a:off x="1216721" y="454452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923817D-5088-0691-2D68-2EA1D70A02E7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421071" y="457078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93A43A4-7F5A-CE30-30C9-933DE94A5BA5}"/>
              </a:ext>
            </a:extLst>
          </p:cNvPr>
          <p:cNvSpPr txBox="1"/>
          <p:nvPr/>
        </p:nvSpPr>
        <p:spPr>
          <a:xfrm rot="2657338">
            <a:off x="1978136" y="473456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A7F1B61-B092-490E-99B2-CB4DA45C3EAA}"/>
              </a:ext>
            </a:extLst>
          </p:cNvPr>
          <p:cNvSpPr>
            <a:spLocks noChangeAspect="1"/>
          </p:cNvSpPr>
          <p:nvPr/>
        </p:nvSpPr>
        <p:spPr>
          <a:xfrm>
            <a:off x="2879863" y="502117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E9911A95-9B4F-955D-34C9-5C676B091836}"/>
              </a:ext>
            </a:extLst>
          </p:cNvPr>
          <p:cNvSpPr>
            <a:spLocks/>
          </p:cNvSpPr>
          <p:nvPr/>
        </p:nvSpPr>
        <p:spPr>
          <a:xfrm rot="16200000" flipH="1" flipV="1">
            <a:off x="3405910" y="4759252"/>
            <a:ext cx="540000" cy="1080000"/>
          </a:xfrm>
          <a:prstGeom prst="arc">
            <a:avLst>
              <a:gd name="adj1" fmla="val 7341091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38F746D-622E-E766-BC0C-4D305BD28128}"/>
              </a:ext>
            </a:extLst>
          </p:cNvPr>
          <p:cNvSpPr txBox="1"/>
          <p:nvPr/>
        </p:nvSpPr>
        <p:spPr>
          <a:xfrm>
            <a:off x="3252853" y="516075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670AF2-31BE-5AE4-BD6A-F886FE54C585}"/>
              </a:ext>
            </a:extLst>
          </p:cNvPr>
          <p:cNvCxnSpPr>
            <a:cxnSpLocks/>
            <a:stCxn id="167" idx="5"/>
            <a:endCxn id="174" idx="1"/>
          </p:cNvCxnSpPr>
          <p:nvPr/>
        </p:nvCxnSpPr>
        <p:spPr>
          <a:xfrm>
            <a:off x="1531889" y="5490171"/>
            <a:ext cx="513644" cy="56146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E2D6D11-0958-8E0D-8E29-96EEB3A0B095}"/>
              </a:ext>
            </a:extLst>
          </p:cNvPr>
          <p:cNvCxnSpPr>
            <a:cxnSpLocks/>
            <a:stCxn id="162" idx="3"/>
            <a:endCxn id="174" idx="7"/>
          </p:cNvCxnSpPr>
          <p:nvPr/>
        </p:nvCxnSpPr>
        <p:spPr>
          <a:xfrm flipH="1">
            <a:off x="2427371" y="5482096"/>
            <a:ext cx="531573" cy="56954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AA8C4D48-13B9-8A7A-6240-F3C04D39922F}"/>
              </a:ext>
            </a:extLst>
          </p:cNvPr>
          <p:cNvSpPr>
            <a:spLocks noChangeAspect="1"/>
          </p:cNvSpPr>
          <p:nvPr/>
        </p:nvSpPr>
        <p:spPr>
          <a:xfrm>
            <a:off x="1070970" y="502925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91F091EA-DDD0-D3E7-7699-CA194F810235}"/>
              </a:ext>
            </a:extLst>
          </p:cNvPr>
          <p:cNvSpPr>
            <a:spLocks noChangeAspect="1"/>
          </p:cNvSpPr>
          <p:nvPr/>
        </p:nvSpPr>
        <p:spPr>
          <a:xfrm>
            <a:off x="1966452" y="597255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₈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DBEB2D5-F225-1354-20E9-F77029F88FC8}"/>
              </a:ext>
            </a:extLst>
          </p:cNvPr>
          <p:cNvSpPr>
            <a:spLocks noChangeAspect="1"/>
          </p:cNvSpPr>
          <p:nvPr/>
        </p:nvSpPr>
        <p:spPr>
          <a:xfrm>
            <a:off x="3487287" y="597637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₉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DDA0C7A-E2E6-D51F-B0B5-E9C890547BBC}"/>
              </a:ext>
            </a:extLst>
          </p:cNvPr>
          <p:cNvCxnSpPr>
            <a:cxnSpLocks/>
            <a:stCxn id="174" idx="6"/>
            <a:endCxn id="178" idx="2"/>
          </p:cNvCxnSpPr>
          <p:nvPr/>
        </p:nvCxnSpPr>
        <p:spPr>
          <a:xfrm>
            <a:off x="2506452" y="6242555"/>
            <a:ext cx="980835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65DA7C4C-80DB-B350-9671-002FD66EC280}"/>
              </a:ext>
            </a:extLst>
          </p:cNvPr>
          <p:cNvSpPr txBox="1"/>
          <p:nvPr/>
        </p:nvSpPr>
        <p:spPr>
          <a:xfrm>
            <a:off x="2404947" y="625761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3ECF36-AFD3-25BC-6FC8-79012D34A489}"/>
              </a:ext>
            </a:extLst>
          </p:cNvPr>
          <p:cNvCxnSpPr>
            <a:cxnSpLocks/>
            <a:stCxn id="178" idx="6"/>
            <a:endCxn id="199" idx="2"/>
          </p:cNvCxnSpPr>
          <p:nvPr/>
        </p:nvCxnSpPr>
        <p:spPr>
          <a:xfrm flipV="1">
            <a:off x="4027287" y="6246373"/>
            <a:ext cx="904424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E9E119C-F67C-2FE4-185D-CE5BD1F5C8E5}"/>
              </a:ext>
            </a:extLst>
          </p:cNvPr>
          <p:cNvCxnSpPr>
            <a:cxnSpLocks/>
            <a:stCxn id="178" idx="7"/>
            <a:endCxn id="197" idx="3"/>
          </p:cNvCxnSpPr>
          <p:nvPr/>
        </p:nvCxnSpPr>
        <p:spPr>
          <a:xfrm flipV="1">
            <a:off x="3948206" y="5143942"/>
            <a:ext cx="1065573" cy="91151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5B518296-E728-5FD2-4A30-404B8376255E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9AD0C8D-EE3C-951B-A46A-B02B0F90E126}"/>
              </a:ext>
            </a:extLst>
          </p:cNvPr>
          <p:cNvSpPr txBox="1"/>
          <p:nvPr/>
        </p:nvSpPr>
        <p:spPr>
          <a:xfrm rot="2766598">
            <a:off x="1441727" y="549209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⎵→0,R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D3D6FB0-DB13-888D-3861-57374EF550F5}"/>
              </a:ext>
            </a:extLst>
          </p:cNvPr>
          <p:cNvGrpSpPr/>
          <p:nvPr/>
        </p:nvGrpSpPr>
        <p:grpSpPr>
          <a:xfrm>
            <a:off x="4661711" y="4257389"/>
            <a:ext cx="1080000" cy="540000"/>
            <a:chOff x="6207712" y="4257391"/>
            <a:chExt cx="1080000" cy="540000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1C34435E-3EF7-E561-F52D-FC5B95A0DA71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BE2083C-0C99-234C-FE18-05B498D7987D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B68323D8-7FD7-C565-2C6A-8E3B68843D94}"/>
              </a:ext>
            </a:extLst>
          </p:cNvPr>
          <p:cNvSpPr txBox="1"/>
          <p:nvPr/>
        </p:nvSpPr>
        <p:spPr>
          <a:xfrm>
            <a:off x="3880086" y="625526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C95F2A-5314-D93E-00D8-8058FB340F2C}"/>
              </a:ext>
            </a:extLst>
          </p:cNvPr>
          <p:cNvSpPr txBox="1"/>
          <p:nvPr/>
        </p:nvSpPr>
        <p:spPr>
          <a:xfrm rot="19200869">
            <a:off x="3770095" y="543453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AD80CC-FDB2-F7A8-90DD-7B15DEBF5E09}"/>
              </a:ext>
            </a:extLst>
          </p:cNvPr>
          <p:cNvGrpSpPr/>
          <p:nvPr/>
        </p:nvGrpSpPr>
        <p:grpSpPr>
          <a:xfrm>
            <a:off x="4662155" y="5559828"/>
            <a:ext cx="1080000" cy="540000"/>
            <a:chOff x="6207712" y="4257391"/>
            <a:chExt cx="1080000" cy="540000"/>
          </a:xfrm>
        </p:grpSpPr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E5292260-6E6B-58AD-2AD5-576830773622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5667A8B-7243-8412-C9BC-499CDBBF7B4C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23" name="TextBox 222">
            <a:extLst>
              <a:ext uri="{FF2B5EF4-FFF2-40B4-BE49-F238E27FC236}">
                <a16:creationId xmlns:a16="http://schemas.microsoft.com/office/drawing/2014/main" id="{91E1212E-5EFD-D8FD-C35D-83930EF929F3}"/>
              </a:ext>
            </a:extLst>
          </p:cNvPr>
          <p:cNvSpPr txBox="1"/>
          <p:nvPr/>
        </p:nvSpPr>
        <p:spPr>
          <a:xfrm rot="20532152">
            <a:off x="5594377" y="604012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25" name="Arc 224">
            <a:extLst>
              <a:ext uri="{FF2B5EF4-FFF2-40B4-BE49-F238E27FC236}">
                <a16:creationId xmlns:a16="http://schemas.microsoft.com/office/drawing/2014/main" id="{85604071-A11D-BCF6-C18B-18E8EC20AF22}"/>
              </a:ext>
            </a:extLst>
          </p:cNvPr>
          <p:cNvSpPr>
            <a:spLocks/>
          </p:cNvSpPr>
          <p:nvPr/>
        </p:nvSpPr>
        <p:spPr>
          <a:xfrm rot="5400000" flipV="1">
            <a:off x="532304" y="4751395"/>
            <a:ext cx="540000" cy="1080000"/>
          </a:xfrm>
          <a:prstGeom prst="arc">
            <a:avLst>
              <a:gd name="adj1" fmla="val 7101909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503D32A-C95B-1D6F-1A61-A35D5C49CAAE}"/>
              </a:ext>
            </a:extLst>
          </p:cNvPr>
          <p:cNvSpPr txBox="1"/>
          <p:nvPr/>
        </p:nvSpPr>
        <p:spPr>
          <a:xfrm>
            <a:off x="171297" y="514394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58F0FDB-49C6-1D3E-C8AE-43B4FBB677FB}"/>
              </a:ext>
            </a:extLst>
          </p:cNvPr>
          <p:cNvSpPr txBox="1"/>
          <p:nvPr/>
        </p:nvSpPr>
        <p:spPr>
          <a:xfrm rot="18812380">
            <a:off x="2266111" y="574162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496B781-1429-974A-C40B-6BF3B28B7EE4}"/>
              </a:ext>
            </a:extLst>
          </p:cNvPr>
          <p:cNvSpPr txBox="1"/>
          <p:nvPr/>
        </p:nvSpPr>
        <p:spPr>
          <a:xfrm rot="829980">
            <a:off x="5664453" y="475587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6C2EF2-0FFF-9268-500D-170741F9FD39}"/>
              </a:ext>
            </a:extLst>
          </p:cNvPr>
          <p:cNvSpPr>
            <a:spLocks noChangeAspect="1"/>
          </p:cNvSpPr>
          <p:nvPr/>
        </p:nvSpPr>
        <p:spPr>
          <a:xfrm>
            <a:off x="7076416" y="5223023"/>
            <a:ext cx="540000" cy="540000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dirty="0">
                <a:solidFill>
                  <a:srgbClr val="0070C0"/>
                </a:solidFill>
              </a:rPr>
              <a:t>₁₁</a:t>
            </a:r>
            <a:endParaRPr lang="lv-LV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9B43D-6A4B-D095-C7AA-0938B24B8062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7616416" y="2779544"/>
            <a:ext cx="1684368" cy="2713479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D7F4A0-338D-1E6D-7311-0636ACEE649F}"/>
              </a:ext>
            </a:extLst>
          </p:cNvPr>
          <p:cNvCxnSpPr>
            <a:cxnSpLocks/>
            <a:stCxn id="197" idx="6"/>
            <a:endCxn id="10" idx="1"/>
          </p:cNvCxnSpPr>
          <p:nvPr/>
        </p:nvCxnSpPr>
        <p:spPr>
          <a:xfrm>
            <a:off x="5474698" y="4953023"/>
            <a:ext cx="1680799" cy="34908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288F85-9279-6068-7B77-FB86F7D10DA0}"/>
              </a:ext>
            </a:extLst>
          </p:cNvPr>
          <p:cNvCxnSpPr>
            <a:cxnSpLocks/>
            <a:stCxn id="199" idx="6"/>
            <a:endCxn id="10" idx="3"/>
          </p:cNvCxnSpPr>
          <p:nvPr/>
        </p:nvCxnSpPr>
        <p:spPr>
          <a:xfrm flipV="1">
            <a:off x="5471711" y="5683942"/>
            <a:ext cx="1683786" cy="56243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D49061-5CFC-F5C3-A459-026692098D0E}"/>
              </a:ext>
            </a:extLst>
          </p:cNvPr>
          <p:cNvSpPr txBox="1"/>
          <p:nvPr/>
        </p:nvSpPr>
        <p:spPr>
          <a:xfrm rot="18051988">
            <a:off x="8150304" y="396026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1,0→L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6F4E643E-CC0A-9866-D6BC-FA67E335BDD5}"/>
              </a:ext>
            </a:extLst>
          </p:cNvPr>
          <p:cNvSpPr>
            <a:spLocks noChangeAspect="1"/>
          </p:cNvSpPr>
          <p:nvPr/>
        </p:nvSpPr>
        <p:spPr>
          <a:xfrm>
            <a:off x="4934698" y="468302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B9027C87-5E1F-D2F5-26CA-82EFD5AC2545}"/>
              </a:ext>
            </a:extLst>
          </p:cNvPr>
          <p:cNvSpPr>
            <a:spLocks noChangeAspect="1"/>
          </p:cNvSpPr>
          <p:nvPr/>
        </p:nvSpPr>
        <p:spPr>
          <a:xfrm>
            <a:off x="4931711" y="597637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A9669-D73A-382A-7BB4-8F6C84F09E5C}"/>
              </a:ext>
            </a:extLst>
          </p:cNvPr>
          <p:cNvSpPr txBox="1"/>
          <p:nvPr/>
        </p:nvSpPr>
        <p:spPr>
          <a:xfrm>
            <a:off x="2031112" y="946477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0A21FB-F2EB-3A65-E090-037648E25320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698311" y="1595474"/>
            <a:ext cx="2081138" cy="651925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40C9CAE-62E3-42EF-6C43-848EF65AF165}"/>
              </a:ext>
            </a:extLst>
          </p:cNvPr>
          <p:cNvSpPr txBox="1"/>
          <p:nvPr/>
        </p:nvSpPr>
        <p:spPr>
          <a:xfrm>
            <a:off x="814223" y="16874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_→</a:t>
            </a:r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</a:rPr>
              <a:t>,R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34240-22FE-92F8-CDF0-1BE2EA293C23}"/>
              </a:ext>
            </a:extLst>
          </p:cNvPr>
          <p:cNvSpPr txBox="1"/>
          <p:nvPr/>
        </p:nvSpPr>
        <p:spPr>
          <a:xfrm>
            <a:off x="4589737" y="1404474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14705A-A4B5-5A2B-634D-714BFB0311EC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138068" y="1728973"/>
            <a:ext cx="1451669" cy="1662056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F54903-23F7-FFEE-168F-38EECA11CD78}"/>
              </a:ext>
            </a:extLst>
          </p:cNvPr>
          <p:cNvCxnSpPr>
            <a:cxnSpLocks/>
            <a:endCxn id="148" idx="0"/>
          </p:cNvCxnSpPr>
          <p:nvPr/>
        </p:nvCxnSpPr>
        <p:spPr>
          <a:xfrm flipH="1">
            <a:off x="3755718" y="2044044"/>
            <a:ext cx="1517849" cy="2065243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138382-A0D8-95E0-F920-2D384A1FDFC3}"/>
              </a:ext>
            </a:extLst>
          </p:cNvPr>
          <p:cNvSpPr txBox="1"/>
          <p:nvPr/>
        </p:nvSpPr>
        <p:spPr>
          <a:xfrm>
            <a:off x="3952342" y="21423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F2FA39-D099-387A-4EE6-D7845111491A}"/>
              </a:ext>
            </a:extLst>
          </p:cNvPr>
          <p:cNvSpPr txBox="1"/>
          <p:nvPr/>
        </p:nvSpPr>
        <p:spPr>
          <a:xfrm>
            <a:off x="4987124" y="2047407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98EB44-FED9-78D1-1DF1-54868D5C871F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FE4DD4-584F-DAB5-4EBC-B3318E3CE522}"/>
              </a:ext>
            </a:extLst>
          </p:cNvPr>
          <p:cNvSpPr txBox="1"/>
          <p:nvPr/>
        </p:nvSpPr>
        <p:spPr>
          <a:xfrm>
            <a:off x="6031954" y="964538"/>
            <a:ext cx="235513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Configuration:</a:t>
            </a:r>
          </a:p>
          <a:p>
            <a:r>
              <a:rPr lang="en-US" dirty="0"/>
              <a:t>₀</a:t>
            </a:r>
            <a:r>
              <a:rPr lang="en-US" i="1" dirty="0"/>
              <a:t>c</a:t>
            </a:r>
            <a:r>
              <a:rPr lang="en-US" dirty="0">
                <a:solidFill>
                  <a:schemeClr val="tx1"/>
                </a:solidFill>
              </a:rPr>
              <a:t>₄ </a:t>
            </a:r>
            <a:r>
              <a:rPr lang="en-US" u="sng" dirty="0"/>
              <a:t>∗</a:t>
            </a:r>
            <a:r>
              <a:rPr lang="en-US" dirty="0"/>
              <a:t> 𝑥𝑦0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…	⊢</a:t>
            </a:r>
          </a:p>
          <a:p>
            <a:r>
              <a:rPr lang="en-US" u="sng" dirty="0"/>
              <a:t>∗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dirty="0"/>
              <a:t>₁ 𝑥𝑦0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…	⊢ *</a:t>
            </a:r>
          </a:p>
          <a:p>
            <a:r>
              <a:rPr lang="en-US" u="sng" dirty="0"/>
              <a:t>∗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sz="1800" dirty="0">
                <a:solidFill>
                  <a:schemeClr val="tx1"/>
                </a:solidFill>
              </a:rPr>
              <a:t>₋</a:t>
            </a:r>
            <a:r>
              <a:rPr lang="en-US" dirty="0">
                <a:solidFill>
                  <a:schemeClr val="tx1"/>
                </a:solidFill>
              </a:rPr>
              <a:t> ⎵ </a:t>
            </a:r>
            <a:r>
              <a:rPr lang="en-US" dirty="0"/>
              <a:t>𝑥𝑦0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…	⊢</a:t>
            </a:r>
          </a:p>
          <a:p>
            <a:r>
              <a:rPr lang="en-US" u="sng" dirty="0"/>
              <a:t>∗</a:t>
            </a:r>
            <a:r>
              <a:rPr lang="en-US" dirty="0"/>
              <a:t> 0 </a:t>
            </a:r>
            <a:r>
              <a:rPr lang="en-US" i="1" dirty="0"/>
              <a:t>c</a:t>
            </a:r>
            <a:r>
              <a:rPr lang="en-US" dirty="0">
                <a:solidFill>
                  <a:schemeClr val="tx1"/>
                </a:solidFill>
              </a:rPr>
              <a:t>₅ </a:t>
            </a:r>
            <a:r>
              <a:rPr lang="en-US" dirty="0"/>
              <a:t>𝑥𝑦0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31764936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EE00321-E61C-4676-AA92-44ABA70495F1}"/>
              </a:ext>
            </a:extLst>
          </p:cNvPr>
          <p:cNvCxnSpPr>
            <a:cxnSpLocks/>
            <a:endCxn id="145" idx="6"/>
          </p:cNvCxnSpPr>
          <p:nvPr/>
        </p:nvCxnSpPr>
        <p:spPr>
          <a:xfrm flipH="1" flipV="1">
            <a:off x="2504883" y="4375467"/>
            <a:ext cx="980485" cy="59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FDE3105-7CA5-E013-250E-E4742D0444F7}"/>
              </a:ext>
            </a:extLst>
          </p:cNvPr>
          <p:cNvSpPr>
            <a:spLocks noChangeAspect="1"/>
          </p:cNvSpPr>
          <p:nvPr/>
        </p:nvSpPr>
        <p:spPr>
          <a:xfrm>
            <a:off x="1964883" y="410546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₆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447E3E-3CAF-0256-083B-1226F4C81F8D}"/>
              </a:ext>
            </a:extLst>
          </p:cNvPr>
          <p:cNvSpPr txBox="1"/>
          <p:nvPr/>
        </p:nvSpPr>
        <p:spPr>
          <a:xfrm>
            <a:off x="2520357" y="409380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</p:cNvCxnSpPr>
          <p:nvPr/>
        </p:nvCxnSpPr>
        <p:spPr>
          <a:xfrm>
            <a:off x="802304" y="1256062"/>
            <a:ext cx="1211226" cy="13649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6E5255D-48F6-5ABF-9963-C63F9E39BE16}"/>
              </a:ext>
            </a:extLst>
          </p:cNvPr>
          <p:cNvCxnSpPr>
            <a:cxnSpLocks/>
            <a:endCxn id="167" idx="7"/>
          </p:cNvCxnSpPr>
          <p:nvPr/>
        </p:nvCxnSpPr>
        <p:spPr>
          <a:xfrm flipH="1">
            <a:off x="1531889" y="457078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C5022FC-5139-19AB-C8AC-7C1A8B49A8C3}"/>
              </a:ext>
            </a:extLst>
          </p:cNvPr>
          <p:cNvSpPr txBox="1"/>
          <p:nvPr/>
        </p:nvSpPr>
        <p:spPr>
          <a:xfrm rot="18806060">
            <a:off x="1216721" y="454452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923817D-5088-0691-2D68-2EA1D70A02E7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421071" y="457078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93A43A4-7F5A-CE30-30C9-933DE94A5BA5}"/>
              </a:ext>
            </a:extLst>
          </p:cNvPr>
          <p:cNvSpPr txBox="1"/>
          <p:nvPr/>
        </p:nvSpPr>
        <p:spPr>
          <a:xfrm rot="2657338">
            <a:off x="1978136" y="473456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A7F1B61-B092-490E-99B2-CB4DA45C3EAA}"/>
              </a:ext>
            </a:extLst>
          </p:cNvPr>
          <p:cNvSpPr>
            <a:spLocks noChangeAspect="1"/>
          </p:cNvSpPr>
          <p:nvPr/>
        </p:nvSpPr>
        <p:spPr>
          <a:xfrm>
            <a:off x="2879863" y="502117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E9911A95-9B4F-955D-34C9-5C676B091836}"/>
              </a:ext>
            </a:extLst>
          </p:cNvPr>
          <p:cNvSpPr>
            <a:spLocks/>
          </p:cNvSpPr>
          <p:nvPr/>
        </p:nvSpPr>
        <p:spPr>
          <a:xfrm rot="16200000" flipH="1" flipV="1">
            <a:off x="3405910" y="4759252"/>
            <a:ext cx="540000" cy="1080000"/>
          </a:xfrm>
          <a:prstGeom prst="arc">
            <a:avLst>
              <a:gd name="adj1" fmla="val 7341091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38F746D-622E-E766-BC0C-4D305BD28128}"/>
              </a:ext>
            </a:extLst>
          </p:cNvPr>
          <p:cNvSpPr txBox="1"/>
          <p:nvPr/>
        </p:nvSpPr>
        <p:spPr>
          <a:xfrm>
            <a:off x="3252853" y="516075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670AF2-31BE-5AE4-BD6A-F886FE54C585}"/>
              </a:ext>
            </a:extLst>
          </p:cNvPr>
          <p:cNvCxnSpPr>
            <a:cxnSpLocks/>
            <a:stCxn id="167" idx="5"/>
            <a:endCxn id="174" idx="1"/>
          </p:cNvCxnSpPr>
          <p:nvPr/>
        </p:nvCxnSpPr>
        <p:spPr>
          <a:xfrm>
            <a:off x="1531889" y="5490171"/>
            <a:ext cx="513644" cy="561465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E2D6D11-0958-8E0D-8E29-96EEB3A0B095}"/>
              </a:ext>
            </a:extLst>
          </p:cNvPr>
          <p:cNvCxnSpPr>
            <a:cxnSpLocks/>
            <a:stCxn id="162" idx="3"/>
            <a:endCxn id="174" idx="7"/>
          </p:cNvCxnSpPr>
          <p:nvPr/>
        </p:nvCxnSpPr>
        <p:spPr>
          <a:xfrm flipH="1">
            <a:off x="2427371" y="5482096"/>
            <a:ext cx="531573" cy="56954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Oval 173">
            <a:extLst>
              <a:ext uri="{FF2B5EF4-FFF2-40B4-BE49-F238E27FC236}">
                <a16:creationId xmlns:a16="http://schemas.microsoft.com/office/drawing/2014/main" id="{91F091EA-DDD0-D3E7-7699-CA194F810235}"/>
              </a:ext>
            </a:extLst>
          </p:cNvPr>
          <p:cNvSpPr>
            <a:spLocks noChangeAspect="1"/>
          </p:cNvSpPr>
          <p:nvPr/>
        </p:nvSpPr>
        <p:spPr>
          <a:xfrm>
            <a:off x="1966452" y="597255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₈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DBEB2D5-F225-1354-20E9-F77029F88FC8}"/>
              </a:ext>
            </a:extLst>
          </p:cNvPr>
          <p:cNvSpPr>
            <a:spLocks noChangeAspect="1"/>
          </p:cNvSpPr>
          <p:nvPr/>
        </p:nvSpPr>
        <p:spPr>
          <a:xfrm>
            <a:off x="3487287" y="597637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₉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DDA0C7A-E2E6-D51F-B0B5-E9C890547BBC}"/>
              </a:ext>
            </a:extLst>
          </p:cNvPr>
          <p:cNvCxnSpPr>
            <a:cxnSpLocks/>
            <a:stCxn id="174" idx="6"/>
            <a:endCxn id="178" idx="2"/>
          </p:cNvCxnSpPr>
          <p:nvPr/>
        </p:nvCxnSpPr>
        <p:spPr>
          <a:xfrm>
            <a:off x="2506452" y="6242555"/>
            <a:ext cx="980835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65DA7C4C-80DB-B350-9671-002FD66EC280}"/>
              </a:ext>
            </a:extLst>
          </p:cNvPr>
          <p:cNvSpPr txBox="1"/>
          <p:nvPr/>
        </p:nvSpPr>
        <p:spPr>
          <a:xfrm>
            <a:off x="2404947" y="625761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3ECF36-AFD3-25BC-6FC8-79012D34A489}"/>
              </a:ext>
            </a:extLst>
          </p:cNvPr>
          <p:cNvCxnSpPr>
            <a:cxnSpLocks/>
            <a:stCxn id="178" idx="6"/>
            <a:endCxn id="199" idx="2"/>
          </p:cNvCxnSpPr>
          <p:nvPr/>
        </p:nvCxnSpPr>
        <p:spPr>
          <a:xfrm flipV="1">
            <a:off x="4027287" y="6246373"/>
            <a:ext cx="904424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E9E119C-F67C-2FE4-185D-CE5BD1F5C8E5}"/>
              </a:ext>
            </a:extLst>
          </p:cNvPr>
          <p:cNvCxnSpPr>
            <a:cxnSpLocks/>
            <a:stCxn id="178" idx="7"/>
            <a:endCxn id="197" idx="3"/>
          </p:cNvCxnSpPr>
          <p:nvPr/>
        </p:nvCxnSpPr>
        <p:spPr>
          <a:xfrm flipV="1">
            <a:off x="3948206" y="5143942"/>
            <a:ext cx="1065573" cy="91151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5B518296-E728-5FD2-4A30-404B8376255E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9AD0C8D-EE3C-951B-A46A-B02B0F90E126}"/>
              </a:ext>
            </a:extLst>
          </p:cNvPr>
          <p:cNvSpPr txBox="1"/>
          <p:nvPr/>
        </p:nvSpPr>
        <p:spPr>
          <a:xfrm rot="2766598">
            <a:off x="1441727" y="549209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⎵→0,R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D3D6FB0-DB13-888D-3861-57374EF550F5}"/>
              </a:ext>
            </a:extLst>
          </p:cNvPr>
          <p:cNvGrpSpPr/>
          <p:nvPr/>
        </p:nvGrpSpPr>
        <p:grpSpPr>
          <a:xfrm>
            <a:off x="4661711" y="4257389"/>
            <a:ext cx="1080000" cy="540000"/>
            <a:chOff x="6207712" y="4257391"/>
            <a:chExt cx="1080000" cy="540000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1C34435E-3EF7-E561-F52D-FC5B95A0DA71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BE2083C-0C99-234C-FE18-05B498D7987D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B68323D8-7FD7-C565-2C6A-8E3B68843D94}"/>
              </a:ext>
            </a:extLst>
          </p:cNvPr>
          <p:cNvSpPr txBox="1"/>
          <p:nvPr/>
        </p:nvSpPr>
        <p:spPr>
          <a:xfrm>
            <a:off x="3880086" y="625526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C95F2A-5314-D93E-00D8-8058FB340F2C}"/>
              </a:ext>
            </a:extLst>
          </p:cNvPr>
          <p:cNvSpPr txBox="1"/>
          <p:nvPr/>
        </p:nvSpPr>
        <p:spPr>
          <a:xfrm rot="19200869">
            <a:off x="3770095" y="543453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AD80CC-FDB2-F7A8-90DD-7B15DEBF5E09}"/>
              </a:ext>
            </a:extLst>
          </p:cNvPr>
          <p:cNvGrpSpPr/>
          <p:nvPr/>
        </p:nvGrpSpPr>
        <p:grpSpPr>
          <a:xfrm>
            <a:off x="4662155" y="5559828"/>
            <a:ext cx="1080000" cy="540000"/>
            <a:chOff x="6207712" y="4257391"/>
            <a:chExt cx="1080000" cy="540000"/>
          </a:xfrm>
        </p:grpSpPr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E5292260-6E6B-58AD-2AD5-576830773622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5667A8B-7243-8412-C9BC-499CDBBF7B4C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23" name="TextBox 222">
            <a:extLst>
              <a:ext uri="{FF2B5EF4-FFF2-40B4-BE49-F238E27FC236}">
                <a16:creationId xmlns:a16="http://schemas.microsoft.com/office/drawing/2014/main" id="{91E1212E-5EFD-D8FD-C35D-83930EF929F3}"/>
              </a:ext>
            </a:extLst>
          </p:cNvPr>
          <p:cNvSpPr txBox="1"/>
          <p:nvPr/>
        </p:nvSpPr>
        <p:spPr>
          <a:xfrm rot="20532152">
            <a:off x="5594377" y="604012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25" name="Arc 224">
            <a:extLst>
              <a:ext uri="{FF2B5EF4-FFF2-40B4-BE49-F238E27FC236}">
                <a16:creationId xmlns:a16="http://schemas.microsoft.com/office/drawing/2014/main" id="{85604071-A11D-BCF6-C18B-18E8EC20AF22}"/>
              </a:ext>
            </a:extLst>
          </p:cNvPr>
          <p:cNvSpPr>
            <a:spLocks/>
          </p:cNvSpPr>
          <p:nvPr/>
        </p:nvSpPr>
        <p:spPr>
          <a:xfrm rot="5400000" flipV="1">
            <a:off x="532304" y="4751395"/>
            <a:ext cx="540000" cy="1080000"/>
          </a:xfrm>
          <a:prstGeom prst="arc">
            <a:avLst>
              <a:gd name="adj1" fmla="val 7101909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503D32A-C95B-1D6F-1A61-A35D5C49CAAE}"/>
              </a:ext>
            </a:extLst>
          </p:cNvPr>
          <p:cNvSpPr txBox="1"/>
          <p:nvPr/>
        </p:nvSpPr>
        <p:spPr>
          <a:xfrm>
            <a:off x="171297" y="514394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58F0FDB-49C6-1D3E-C8AE-43B4FBB677FB}"/>
              </a:ext>
            </a:extLst>
          </p:cNvPr>
          <p:cNvSpPr txBox="1"/>
          <p:nvPr/>
        </p:nvSpPr>
        <p:spPr>
          <a:xfrm rot="18812380">
            <a:off x="2266111" y="574162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496B781-1429-974A-C40B-6BF3B28B7EE4}"/>
              </a:ext>
            </a:extLst>
          </p:cNvPr>
          <p:cNvSpPr txBox="1"/>
          <p:nvPr/>
        </p:nvSpPr>
        <p:spPr>
          <a:xfrm rot="829980">
            <a:off x="5664453" y="475587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6C2EF2-0FFF-9268-500D-170741F9FD39}"/>
              </a:ext>
            </a:extLst>
          </p:cNvPr>
          <p:cNvSpPr>
            <a:spLocks noChangeAspect="1"/>
          </p:cNvSpPr>
          <p:nvPr/>
        </p:nvSpPr>
        <p:spPr>
          <a:xfrm>
            <a:off x="7076416" y="5223023"/>
            <a:ext cx="540000" cy="540000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dirty="0">
                <a:solidFill>
                  <a:srgbClr val="0070C0"/>
                </a:solidFill>
              </a:rPr>
              <a:t>₁₁</a:t>
            </a:r>
            <a:endParaRPr lang="lv-LV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9B43D-6A4B-D095-C7AA-0938B24B8062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7616416" y="2779544"/>
            <a:ext cx="1684368" cy="2713479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D7F4A0-338D-1E6D-7311-0636ACEE649F}"/>
              </a:ext>
            </a:extLst>
          </p:cNvPr>
          <p:cNvCxnSpPr>
            <a:cxnSpLocks/>
            <a:stCxn id="197" idx="6"/>
            <a:endCxn id="10" idx="1"/>
          </p:cNvCxnSpPr>
          <p:nvPr/>
        </p:nvCxnSpPr>
        <p:spPr>
          <a:xfrm>
            <a:off x="5474698" y="4953023"/>
            <a:ext cx="1680799" cy="34908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288F85-9279-6068-7B77-FB86F7D10DA0}"/>
              </a:ext>
            </a:extLst>
          </p:cNvPr>
          <p:cNvCxnSpPr>
            <a:cxnSpLocks/>
            <a:stCxn id="199" idx="6"/>
            <a:endCxn id="10" idx="3"/>
          </p:cNvCxnSpPr>
          <p:nvPr/>
        </p:nvCxnSpPr>
        <p:spPr>
          <a:xfrm flipV="1">
            <a:off x="5471711" y="5683942"/>
            <a:ext cx="1683786" cy="56243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D49061-5CFC-F5C3-A459-026692098D0E}"/>
              </a:ext>
            </a:extLst>
          </p:cNvPr>
          <p:cNvSpPr txBox="1"/>
          <p:nvPr/>
        </p:nvSpPr>
        <p:spPr>
          <a:xfrm rot="18051988">
            <a:off x="8150304" y="396026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1,0→L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6F4E643E-CC0A-9866-D6BC-FA67E335BDD5}"/>
              </a:ext>
            </a:extLst>
          </p:cNvPr>
          <p:cNvSpPr>
            <a:spLocks noChangeAspect="1"/>
          </p:cNvSpPr>
          <p:nvPr/>
        </p:nvSpPr>
        <p:spPr>
          <a:xfrm>
            <a:off x="4934698" y="468302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B9027C87-5E1F-D2F5-26CA-82EFD5AC2545}"/>
              </a:ext>
            </a:extLst>
          </p:cNvPr>
          <p:cNvSpPr>
            <a:spLocks noChangeAspect="1"/>
          </p:cNvSpPr>
          <p:nvPr/>
        </p:nvSpPr>
        <p:spPr>
          <a:xfrm>
            <a:off x="4931711" y="597637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A9669-D73A-382A-7BB4-8F6C84F09E5C}"/>
              </a:ext>
            </a:extLst>
          </p:cNvPr>
          <p:cNvSpPr txBox="1"/>
          <p:nvPr/>
        </p:nvSpPr>
        <p:spPr>
          <a:xfrm>
            <a:off x="2031112" y="946477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0A21FB-F2EB-3A65-E090-037648E25320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698311" y="1595474"/>
            <a:ext cx="2081138" cy="651925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40C9CAE-62E3-42EF-6C43-848EF65AF165}"/>
              </a:ext>
            </a:extLst>
          </p:cNvPr>
          <p:cNvSpPr txBox="1"/>
          <p:nvPr/>
        </p:nvSpPr>
        <p:spPr>
          <a:xfrm>
            <a:off x="814223" y="16874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_→</a:t>
            </a:r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</a:rPr>
              <a:t>,R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34240-22FE-92F8-CDF0-1BE2EA293C23}"/>
              </a:ext>
            </a:extLst>
          </p:cNvPr>
          <p:cNvSpPr txBox="1"/>
          <p:nvPr/>
        </p:nvSpPr>
        <p:spPr>
          <a:xfrm>
            <a:off x="4589737" y="1404474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14705A-A4B5-5A2B-634D-714BFB0311EC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138068" y="1728973"/>
            <a:ext cx="1451669" cy="1662056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F54903-23F7-FFEE-168F-38EECA11CD78}"/>
              </a:ext>
            </a:extLst>
          </p:cNvPr>
          <p:cNvCxnSpPr>
            <a:cxnSpLocks/>
            <a:endCxn id="148" idx="0"/>
          </p:cNvCxnSpPr>
          <p:nvPr/>
        </p:nvCxnSpPr>
        <p:spPr>
          <a:xfrm flipH="1">
            <a:off x="3755718" y="2044044"/>
            <a:ext cx="1517849" cy="2065243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138382-A0D8-95E0-F920-2D384A1FDFC3}"/>
              </a:ext>
            </a:extLst>
          </p:cNvPr>
          <p:cNvSpPr txBox="1"/>
          <p:nvPr/>
        </p:nvSpPr>
        <p:spPr>
          <a:xfrm>
            <a:off x="3952342" y="21423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23B124-C3E0-8630-11DA-B050511E05B0}"/>
              </a:ext>
            </a:extLst>
          </p:cNvPr>
          <p:cNvSpPr txBox="1"/>
          <p:nvPr/>
        </p:nvSpPr>
        <p:spPr>
          <a:xfrm>
            <a:off x="198067" y="6034433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BC83A0-7766-0E14-55D3-6447599B854C}"/>
              </a:ext>
            </a:extLst>
          </p:cNvPr>
          <p:cNvCxnSpPr>
            <a:cxnSpLocks/>
            <a:stCxn id="167" idx="4"/>
            <a:endCxn id="17" idx="0"/>
          </p:cNvCxnSpPr>
          <p:nvPr/>
        </p:nvCxnSpPr>
        <p:spPr>
          <a:xfrm flipH="1">
            <a:off x="881897" y="5569252"/>
            <a:ext cx="459073" cy="46518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0CA796-3C50-B3C0-11D2-A0E414151404}"/>
              </a:ext>
            </a:extLst>
          </p:cNvPr>
          <p:cNvSpPr txBox="1"/>
          <p:nvPr/>
        </p:nvSpPr>
        <p:spPr>
          <a:xfrm>
            <a:off x="179832" y="56569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607EBCF-566C-0337-AA81-19AE69B6456C}"/>
              </a:ext>
            </a:extLst>
          </p:cNvPr>
          <p:cNvCxnSpPr>
            <a:cxnSpLocks/>
            <a:stCxn id="17" idx="3"/>
            <a:endCxn id="174" idx="2"/>
          </p:cNvCxnSpPr>
          <p:nvPr/>
        </p:nvCxnSpPr>
        <p:spPr>
          <a:xfrm flipV="1">
            <a:off x="1565727" y="6242555"/>
            <a:ext cx="400725" cy="116377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AA8C4D48-13B9-8A7A-6240-F3C04D39922F}"/>
              </a:ext>
            </a:extLst>
          </p:cNvPr>
          <p:cNvSpPr>
            <a:spLocks noChangeAspect="1"/>
          </p:cNvSpPr>
          <p:nvPr/>
        </p:nvSpPr>
        <p:spPr>
          <a:xfrm>
            <a:off x="1070970" y="502925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642C91-B406-66D4-1505-C0CB82D3B716}"/>
              </a:ext>
            </a:extLst>
          </p:cNvPr>
          <p:cNvSpPr txBox="1"/>
          <p:nvPr/>
        </p:nvSpPr>
        <p:spPr>
          <a:xfrm>
            <a:off x="1314430" y="6557633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1F7342-B111-6369-8AFE-03913001FE0D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993FDF-988A-8193-B68D-94375008266F}"/>
              </a:ext>
            </a:extLst>
          </p:cNvPr>
          <p:cNvSpPr txBox="1"/>
          <p:nvPr/>
        </p:nvSpPr>
        <p:spPr>
          <a:xfrm>
            <a:off x="4987124" y="2047407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</p:spTree>
    <p:extLst>
      <p:ext uri="{BB962C8B-B14F-4D97-AF65-F5344CB8AC3E}">
        <p14:creationId xmlns:p14="http://schemas.microsoft.com/office/powerpoint/2010/main" val="91685221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EE00321-E61C-4676-AA92-44ABA70495F1}"/>
              </a:ext>
            </a:extLst>
          </p:cNvPr>
          <p:cNvCxnSpPr>
            <a:cxnSpLocks/>
            <a:endCxn id="145" idx="6"/>
          </p:cNvCxnSpPr>
          <p:nvPr/>
        </p:nvCxnSpPr>
        <p:spPr>
          <a:xfrm flipH="1" flipV="1">
            <a:off x="2504883" y="4375467"/>
            <a:ext cx="980485" cy="59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FDE3105-7CA5-E013-250E-E4742D0444F7}"/>
              </a:ext>
            </a:extLst>
          </p:cNvPr>
          <p:cNvSpPr>
            <a:spLocks noChangeAspect="1"/>
          </p:cNvSpPr>
          <p:nvPr/>
        </p:nvSpPr>
        <p:spPr>
          <a:xfrm>
            <a:off x="1964883" y="410546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₆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447E3E-3CAF-0256-083B-1226F4C81F8D}"/>
              </a:ext>
            </a:extLst>
          </p:cNvPr>
          <p:cNvSpPr txBox="1"/>
          <p:nvPr/>
        </p:nvSpPr>
        <p:spPr>
          <a:xfrm>
            <a:off x="2520357" y="409380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</p:cNvCxnSpPr>
          <p:nvPr/>
        </p:nvCxnSpPr>
        <p:spPr>
          <a:xfrm>
            <a:off x="802304" y="1256062"/>
            <a:ext cx="1211226" cy="13649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6E5255D-48F6-5ABF-9963-C63F9E39BE16}"/>
              </a:ext>
            </a:extLst>
          </p:cNvPr>
          <p:cNvCxnSpPr>
            <a:cxnSpLocks/>
            <a:endCxn id="167" idx="7"/>
          </p:cNvCxnSpPr>
          <p:nvPr/>
        </p:nvCxnSpPr>
        <p:spPr>
          <a:xfrm flipH="1">
            <a:off x="1531889" y="457078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C5022FC-5139-19AB-C8AC-7C1A8B49A8C3}"/>
              </a:ext>
            </a:extLst>
          </p:cNvPr>
          <p:cNvSpPr txBox="1"/>
          <p:nvPr/>
        </p:nvSpPr>
        <p:spPr>
          <a:xfrm rot="18806060">
            <a:off x="1216721" y="454452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923817D-5088-0691-2D68-2EA1D70A02E7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421071" y="457078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93A43A4-7F5A-CE30-30C9-933DE94A5BA5}"/>
              </a:ext>
            </a:extLst>
          </p:cNvPr>
          <p:cNvSpPr txBox="1"/>
          <p:nvPr/>
        </p:nvSpPr>
        <p:spPr>
          <a:xfrm rot="2657338">
            <a:off x="1978136" y="473456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A7F1B61-B092-490E-99B2-CB4DA45C3EAA}"/>
              </a:ext>
            </a:extLst>
          </p:cNvPr>
          <p:cNvSpPr>
            <a:spLocks noChangeAspect="1"/>
          </p:cNvSpPr>
          <p:nvPr/>
        </p:nvSpPr>
        <p:spPr>
          <a:xfrm>
            <a:off x="2879863" y="502117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E9911A95-9B4F-955D-34C9-5C676B091836}"/>
              </a:ext>
            </a:extLst>
          </p:cNvPr>
          <p:cNvSpPr>
            <a:spLocks/>
          </p:cNvSpPr>
          <p:nvPr/>
        </p:nvSpPr>
        <p:spPr>
          <a:xfrm rot="16200000" flipH="1" flipV="1">
            <a:off x="3405910" y="4759252"/>
            <a:ext cx="540000" cy="1080000"/>
          </a:xfrm>
          <a:prstGeom prst="arc">
            <a:avLst>
              <a:gd name="adj1" fmla="val 7341091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38F746D-622E-E766-BC0C-4D305BD28128}"/>
              </a:ext>
            </a:extLst>
          </p:cNvPr>
          <p:cNvSpPr txBox="1"/>
          <p:nvPr/>
        </p:nvSpPr>
        <p:spPr>
          <a:xfrm>
            <a:off x="3252853" y="516075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670AF2-31BE-5AE4-BD6A-F886FE54C585}"/>
              </a:ext>
            </a:extLst>
          </p:cNvPr>
          <p:cNvCxnSpPr>
            <a:cxnSpLocks/>
            <a:stCxn id="167" idx="5"/>
            <a:endCxn id="174" idx="1"/>
          </p:cNvCxnSpPr>
          <p:nvPr/>
        </p:nvCxnSpPr>
        <p:spPr>
          <a:xfrm>
            <a:off x="1531889" y="5490171"/>
            <a:ext cx="513644" cy="561465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E2D6D11-0958-8E0D-8E29-96EEB3A0B095}"/>
              </a:ext>
            </a:extLst>
          </p:cNvPr>
          <p:cNvCxnSpPr>
            <a:cxnSpLocks/>
            <a:stCxn id="162" idx="3"/>
            <a:endCxn id="174" idx="7"/>
          </p:cNvCxnSpPr>
          <p:nvPr/>
        </p:nvCxnSpPr>
        <p:spPr>
          <a:xfrm flipH="1">
            <a:off x="2427371" y="5482096"/>
            <a:ext cx="531573" cy="56954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Oval 173">
            <a:extLst>
              <a:ext uri="{FF2B5EF4-FFF2-40B4-BE49-F238E27FC236}">
                <a16:creationId xmlns:a16="http://schemas.microsoft.com/office/drawing/2014/main" id="{91F091EA-DDD0-D3E7-7699-CA194F810235}"/>
              </a:ext>
            </a:extLst>
          </p:cNvPr>
          <p:cNvSpPr>
            <a:spLocks noChangeAspect="1"/>
          </p:cNvSpPr>
          <p:nvPr/>
        </p:nvSpPr>
        <p:spPr>
          <a:xfrm>
            <a:off x="1966452" y="597255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₈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DBEB2D5-F225-1354-20E9-F77029F88FC8}"/>
              </a:ext>
            </a:extLst>
          </p:cNvPr>
          <p:cNvSpPr>
            <a:spLocks noChangeAspect="1"/>
          </p:cNvSpPr>
          <p:nvPr/>
        </p:nvSpPr>
        <p:spPr>
          <a:xfrm>
            <a:off x="3487287" y="597637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₉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DDA0C7A-E2E6-D51F-B0B5-E9C890547BBC}"/>
              </a:ext>
            </a:extLst>
          </p:cNvPr>
          <p:cNvCxnSpPr>
            <a:cxnSpLocks/>
            <a:stCxn id="174" idx="6"/>
            <a:endCxn id="178" idx="2"/>
          </p:cNvCxnSpPr>
          <p:nvPr/>
        </p:nvCxnSpPr>
        <p:spPr>
          <a:xfrm>
            <a:off x="2506452" y="6242555"/>
            <a:ext cx="980835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65DA7C4C-80DB-B350-9671-002FD66EC280}"/>
              </a:ext>
            </a:extLst>
          </p:cNvPr>
          <p:cNvSpPr txBox="1"/>
          <p:nvPr/>
        </p:nvSpPr>
        <p:spPr>
          <a:xfrm>
            <a:off x="2404947" y="625761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3ECF36-AFD3-25BC-6FC8-79012D34A489}"/>
              </a:ext>
            </a:extLst>
          </p:cNvPr>
          <p:cNvCxnSpPr>
            <a:cxnSpLocks/>
            <a:stCxn id="178" idx="6"/>
            <a:endCxn id="199" idx="2"/>
          </p:cNvCxnSpPr>
          <p:nvPr/>
        </p:nvCxnSpPr>
        <p:spPr>
          <a:xfrm flipV="1">
            <a:off x="4027287" y="6246373"/>
            <a:ext cx="904424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E9E119C-F67C-2FE4-185D-CE5BD1F5C8E5}"/>
              </a:ext>
            </a:extLst>
          </p:cNvPr>
          <p:cNvCxnSpPr>
            <a:cxnSpLocks/>
            <a:stCxn id="178" idx="7"/>
            <a:endCxn id="197" idx="3"/>
          </p:cNvCxnSpPr>
          <p:nvPr/>
        </p:nvCxnSpPr>
        <p:spPr>
          <a:xfrm flipV="1">
            <a:off x="3948206" y="5143942"/>
            <a:ext cx="1065573" cy="91151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79AD0C8D-EE3C-951B-A46A-B02B0F90E126}"/>
              </a:ext>
            </a:extLst>
          </p:cNvPr>
          <p:cNvSpPr txBox="1"/>
          <p:nvPr/>
        </p:nvSpPr>
        <p:spPr>
          <a:xfrm rot="2766598">
            <a:off x="1441727" y="549209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⎵→0,R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D3D6FB0-DB13-888D-3861-57374EF550F5}"/>
              </a:ext>
            </a:extLst>
          </p:cNvPr>
          <p:cNvGrpSpPr/>
          <p:nvPr/>
        </p:nvGrpSpPr>
        <p:grpSpPr>
          <a:xfrm>
            <a:off x="4661711" y="4257389"/>
            <a:ext cx="1080000" cy="540000"/>
            <a:chOff x="6207712" y="4257391"/>
            <a:chExt cx="1080000" cy="540000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1C34435E-3EF7-E561-F52D-FC5B95A0DA71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BE2083C-0C99-234C-FE18-05B498D7987D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B68323D8-7FD7-C565-2C6A-8E3B68843D94}"/>
              </a:ext>
            </a:extLst>
          </p:cNvPr>
          <p:cNvSpPr txBox="1"/>
          <p:nvPr/>
        </p:nvSpPr>
        <p:spPr>
          <a:xfrm>
            <a:off x="3880086" y="625526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C95F2A-5314-D93E-00D8-8058FB340F2C}"/>
              </a:ext>
            </a:extLst>
          </p:cNvPr>
          <p:cNvSpPr txBox="1"/>
          <p:nvPr/>
        </p:nvSpPr>
        <p:spPr>
          <a:xfrm rot="19200869">
            <a:off x="3770095" y="543453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AD80CC-FDB2-F7A8-90DD-7B15DEBF5E09}"/>
              </a:ext>
            </a:extLst>
          </p:cNvPr>
          <p:cNvGrpSpPr/>
          <p:nvPr/>
        </p:nvGrpSpPr>
        <p:grpSpPr>
          <a:xfrm>
            <a:off x="4662155" y="5559828"/>
            <a:ext cx="1080000" cy="540000"/>
            <a:chOff x="6207712" y="4257391"/>
            <a:chExt cx="1080000" cy="540000"/>
          </a:xfrm>
        </p:grpSpPr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E5292260-6E6B-58AD-2AD5-576830773622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5667A8B-7243-8412-C9BC-499CDBBF7B4C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23" name="TextBox 222">
            <a:extLst>
              <a:ext uri="{FF2B5EF4-FFF2-40B4-BE49-F238E27FC236}">
                <a16:creationId xmlns:a16="http://schemas.microsoft.com/office/drawing/2014/main" id="{91E1212E-5EFD-D8FD-C35D-83930EF929F3}"/>
              </a:ext>
            </a:extLst>
          </p:cNvPr>
          <p:cNvSpPr txBox="1"/>
          <p:nvPr/>
        </p:nvSpPr>
        <p:spPr>
          <a:xfrm rot="20532152">
            <a:off x="5594377" y="604012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25" name="Arc 224">
            <a:extLst>
              <a:ext uri="{FF2B5EF4-FFF2-40B4-BE49-F238E27FC236}">
                <a16:creationId xmlns:a16="http://schemas.microsoft.com/office/drawing/2014/main" id="{85604071-A11D-BCF6-C18B-18E8EC20AF22}"/>
              </a:ext>
            </a:extLst>
          </p:cNvPr>
          <p:cNvSpPr>
            <a:spLocks/>
          </p:cNvSpPr>
          <p:nvPr/>
        </p:nvSpPr>
        <p:spPr>
          <a:xfrm rot="5400000" flipV="1">
            <a:off x="532304" y="4751395"/>
            <a:ext cx="540000" cy="1080000"/>
          </a:xfrm>
          <a:prstGeom prst="arc">
            <a:avLst>
              <a:gd name="adj1" fmla="val 7101909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503D32A-C95B-1D6F-1A61-A35D5C49CAAE}"/>
              </a:ext>
            </a:extLst>
          </p:cNvPr>
          <p:cNvSpPr txBox="1"/>
          <p:nvPr/>
        </p:nvSpPr>
        <p:spPr>
          <a:xfrm>
            <a:off x="171297" y="514394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58F0FDB-49C6-1D3E-C8AE-43B4FBB677FB}"/>
              </a:ext>
            </a:extLst>
          </p:cNvPr>
          <p:cNvSpPr txBox="1"/>
          <p:nvPr/>
        </p:nvSpPr>
        <p:spPr>
          <a:xfrm rot="18812380">
            <a:off x="2266111" y="574162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496B781-1429-974A-C40B-6BF3B28B7EE4}"/>
              </a:ext>
            </a:extLst>
          </p:cNvPr>
          <p:cNvSpPr txBox="1"/>
          <p:nvPr/>
        </p:nvSpPr>
        <p:spPr>
          <a:xfrm rot="829980">
            <a:off x="5664453" y="475587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6C2EF2-0FFF-9268-500D-170741F9FD39}"/>
              </a:ext>
            </a:extLst>
          </p:cNvPr>
          <p:cNvSpPr>
            <a:spLocks noChangeAspect="1"/>
          </p:cNvSpPr>
          <p:nvPr/>
        </p:nvSpPr>
        <p:spPr>
          <a:xfrm>
            <a:off x="7076416" y="5223023"/>
            <a:ext cx="540000" cy="540000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dirty="0">
                <a:solidFill>
                  <a:srgbClr val="0070C0"/>
                </a:solidFill>
              </a:rPr>
              <a:t>₁₁</a:t>
            </a:r>
            <a:endParaRPr lang="lv-LV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9B43D-6A4B-D095-C7AA-0938B24B8062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7616416" y="2779544"/>
            <a:ext cx="1684368" cy="2713479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D7F4A0-338D-1E6D-7311-0636ACEE649F}"/>
              </a:ext>
            </a:extLst>
          </p:cNvPr>
          <p:cNvCxnSpPr>
            <a:cxnSpLocks/>
            <a:stCxn id="197" idx="6"/>
            <a:endCxn id="10" idx="1"/>
          </p:cNvCxnSpPr>
          <p:nvPr/>
        </p:nvCxnSpPr>
        <p:spPr>
          <a:xfrm>
            <a:off x="5474698" y="4953023"/>
            <a:ext cx="1680799" cy="34908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288F85-9279-6068-7B77-FB86F7D10DA0}"/>
              </a:ext>
            </a:extLst>
          </p:cNvPr>
          <p:cNvCxnSpPr>
            <a:cxnSpLocks/>
            <a:stCxn id="199" idx="6"/>
            <a:endCxn id="10" idx="3"/>
          </p:cNvCxnSpPr>
          <p:nvPr/>
        </p:nvCxnSpPr>
        <p:spPr>
          <a:xfrm flipV="1">
            <a:off x="5471711" y="5683942"/>
            <a:ext cx="1683786" cy="56243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D49061-5CFC-F5C3-A459-026692098D0E}"/>
              </a:ext>
            </a:extLst>
          </p:cNvPr>
          <p:cNvSpPr txBox="1"/>
          <p:nvPr/>
        </p:nvSpPr>
        <p:spPr>
          <a:xfrm rot="18051988">
            <a:off x="8150304" y="396026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1,0→L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6F4E643E-CC0A-9866-D6BC-FA67E335BDD5}"/>
              </a:ext>
            </a:extLst>
          </p:cNvPr>
          <p:cNvSpPr>
            <a:spLocks noChangeAspect="1"/>
          </p:cNvSpPr>
          <p:nvPr/>
        </p:nvSpPr>
        <p:spPr>
          <a:xfrm>
            <a:off x="4934698" y="468302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B9027C87-5E1F-D2F5-26CA-82EFD5AC2545}"/>
              </a:ext>
            </a:extLst>
          </p:cNvPr>
          <p:cNvSpPr>
            <a:spLocks noChangeAspect="1"/>
          </p:cNvSpPr>
          <p:nvPr/>
        </p:nvSpPr>
        <p:spPr>
          <a:xfrm>
            <a:off x="4931711" y="597637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A9669-D73A-382A-7BB4-8F6C84F09E5C}"/>
              </a:ext>
            </a:extLst>
          </p:cNvPr>
          <p:cNvSpPr txBox="1"/>
          <p:nvPr/>
        </p:nvSpPr>
        <p:spPr>
          <a:xfrm>
            <a:off x="2031112" y="946477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0A21FB-F2EB-3A65-E090-037648E25320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698311" y="1595474"/>
            <a:ext cx="2081138" cy="651925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40C9CAE-62E3-42EF-6C43-848EF65AF165}"/>
              </a:ext>
            </a:extLst>
          </p:cNvPr>
          <p:cNvSpPr txBox="1"/>
          <p:nvPr/>
        </p:nvSpPr>
        <p:spPr>
          <a:xfrm>
            <a:off x="814223" y="16874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_→</a:t>
            </a:r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</a:rPr>
              <a:t>,R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34240-22FE-92F8-CDF0-1BE2EA293C23}"/>
              </a:ext>
            </a:extLst>
          </p:cNvPr>
          <p:cNvSpPr txBox="1"/>
          <p:nvPr/>
        </p:nvSpPr>
        <p:spPr>
          <a:xfrm>
            <a:off x="4589737" y="1404474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14705A-A4B5-5A2B-634D-714BFB0311EC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138068" y="1728973"/>
            <a:ext cx="1451669" cy="1662056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F54903-23F7-FFEE-168F-38EECA11CD78}"/>
              </a:ext>
            </a:extLst>
          </p:cNvPr>
          <p:cNvCxnSpPr>
            <a:cxnSpLocks/>
            <a:endCxn id="148" idx="0"/>
          </p:cNvCxnSpPr>
          <p:nvPr/>
        </p:nvCxnSpPr>
        <p:spPr>
          <a:xfrm flipH="1">
            <a:off x="3755718" y="2044044"/>
            <a:ext cx="1517849" cy="2065243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138382-A0D8-95E0-F920-2D384A1FDFC3}"/>
              </a:ext>
            </a:extLst>
          </p:cNvPr>
          <p:cNvSpPr txBox="1"/>
          <p:nvPr/>
        </p:nvSpPr>
        <p:spPr>
          <a:xfrm>
            <a:off x="3952342" y="21423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23B124-C3E0-8630-11DA-B050511E05B0}"/>
              </a:ext>
            </a:extLst>
          </p:cNvPr>
          <p:cNvSpPr txBox="1"/>
          <p:nvPr/>
        </p:nvSpPr>
        <p:spPr>
          <a:xfrm>
            <a:off x="198067" y="6034433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BC83A0-7766-0E14-55D3-6447599B854C}"/>
              </a:ext>
            </a:extLst>
          </p:cNvPr>
          <p:cNvCxnSpPr>
            <a:cxnSpLocks/>
            <a:stCxn id="167" idx="4"/>
            <a:endCxn id="17" idx="0"/>
          </p:cNvCxnSpPr>
          <p:nvPr/>
        </p:nvCxnSpPr>
        <p:spPr>
          <a:xfrm flipH="1">
            <a:off x="881897" y="5569252"/>
            <a:ext cx="459073" cy="46518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0CA796-3C50-B3C0-11D2-A0E414151404}"/>
              </a:ext>
            </a:extLst>
          </p:cNvPr>
          <p:cNvSpPr txBox="1"/>
          <p:nvPr/>
        </p:nvSpPr>
        <p:spPr>
          <a:xfrm>
            <a:off x="179832" y="56569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607EBCF-566C-0337-AA81-19AE69B6456C}"/>
              </a:ext>
            </a:extLst>
          </p:cNvPr>
          <p:cNvCxnSpPr>
            <a:cxnSpLocks/>
            <a:stCxn id="17" idx="3"/>
            <a:endCxn id="174" idx="2"/>
          </p:cNvCxnSpPr>
          <p:nvPr/>
        </p:nvCxnSpPr>
        <p:spPr>
          <a:xfrm flipV="1">
            <a:off x="1565727" y="6242555"/>
            <a:ext cx="400725" cy="116377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AA8C4D48-13B9-8A7A-6240-F3C04D39922F}"/>
              </a:ext>
            </a:extLst>
          </p:cNvPr>
          <p:cNvSpPr>
            <a:spLocks noChangeAspect="1"/>
          </p:cNvSpPr>
          <p:nvPr/>
        </p:nvSpPr>
        <p:spPr>
          <a:xfrm>
            <a:off x="1070970" y="502925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642C91-B406-66D4-1505-C0CB82D3B716}"/>
              </a:ext>
            </a:extLst>
          </p:cNvPr>
          <p:cNvSpPr txBox="1"/>
          <p:nvPr/>
        </p:nvSpPr>
        <p:spPr>
          <a:xfrm>
            <a:off x="1314430" y="6557633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439533-593A-8AC8-2C39-9B898D439C7C}"/>
              </a:ext>
            </a:extLst>
          </p:cNvPr>
          <p:cNvSpPr txBox="1"/>
          <p:nvPr/>
        </p:nvSpPr>
        <p:spPr>
          <a:xfrm>
            <a:off x="6268177" y="1823675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5D83C7E-8495-3A46-B2A8-217007E94BFA}"/>
              </a:ext>
            </a:extLst>
          </p:cNvPr>
          <p:cNvCxnSpPr>
            <a:cxnSpLocks/>
            <a:stCxn id="57" idx="0"/>
            <a:endCxn id="20" idx="1"/>
          </p:cNvCxnSpPr>
          <p:nvPr/>
        </p:nvCxnSpPr>
        <p:spPr>
          <a:xfrm flipV="1">
            <a:off x="4675429" y="2148174"/>
            <a:ext cx="1592748" cy="1014353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1E7FB16-A092-234C-596A-180C7A42F71C}"/>
              </a:ext>
            </a:extLst>
          </p:cNvPr>
          <p:cNvSpPr txBox="1"/>
          <p:nvPr/>
        </p:nvSpPr>
        <p:spPr>
          <a:xfrm rot="2766598">
            <a:off x="2976503" y="363214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557DA6-68EC-9CD0-DA20-1F089C6E3E0F}"/>
              </a:ext>
            </a:extLst>
          </p:cNvPr>
          <p:cNvSpPr txBox="1"/>
          <p:nvPr/>
        </p:nvSpPr>
        <p:spPr>
          <a:xfrm>
            <a:off x="4987124" y="2047407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D00A52-A3F7-5FCA-5120-7198A5CD2839}"/>
              </a:ext>
            </a:extLst>
          </p:cNvPr>
          <p:cNvSpPr txBox="1"/>
          <p:nvPr/>
        </p:nvSpPr>
        <p:spPr>
          <a:xfrm>
            <a:off x="4829068" y="282282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5C9EFC-E373-40AC-047D-7110A7C1191B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⎵→1,R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AE460A7-94BC-D01F-A479-1B9FC90731CF}"/>
              </a:ext>
            </a:extLst>
          </p:cNvPr>
          <p:cNvCxnSpPr>
            <a:cxnSpLocks/>
            <a:stCxn id="20" idx="2"/>
            <a:endCxn id="148" idx="6"/>
          </p:cNvCxnSpPr>
          <p:nvPr/>
        </p:nvCxnSpPr>
        <p:spPr>
          <a:xfrm flipH="1">
            <a:off x="4025718" y="2472672"/>
            <a:ext cx="2926289" cy="1906615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73FD60B-C5FA-9EF0-BF30-1D28CC064609}"/>
              </a:ext>
            </a:extLst>
          </p:cNvPr>
          <p:cNvSpPr txBox="1"/>
          <p:nvPr/>
        </p:nvSpPr>
        <p:spPr>
          <a:xfrm>
            <a:off x="5627652" y="251592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</p:spTree>
    <p:extLst>
      <p:ext uri="{BB962C8B-B14F-4D97-AF65-F5344CB8AC3E}">
        <p14:creationId xmlns:p14="http://schemas.microsoft.com/office/powerpoint/2010/main" val="356447314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EA679767-E7B5-4EE4-F18D-7806482F4C33}"/>
              </a:ext>
            </a:extLst>
          </p:cNvPr>
          <p:cNvSpPr txBox="1"/>
          <p:nvPr/>
        </p:nvSpPr>
        <p:spPr>
          <a:xfrm rot="18812380">
            <a:off x="2266111" y="574162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2F94E5-29F6-21EA-A847-BD4E5B8BB615}"/>
              </a:ext>
            </a:extLst>
          </p:cNvPr>
          <p:cNvSpPr txBox="1"/>
          <p:nvPr/>
        </p:nvSpPr>
        <p:spPr>
          <a:xfrm>
            <a:off x="3252853" y="516075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EE00321-E61C-4676-AA92-44ABA70495F1}"/>
              </a:ext>
            </a:extLst>
          </p:cNvPr>
          <p:cNvCxnSpPr>
            <a:cxnSpLocks/>
            <a:endCxn id="145" idx="6"/>
          </p:cNvCxnSpPr>
          <p:nvPr/>
        </p:nvCxnSpPr>
        <p:spPr>
          <a:xfrm flipH="1" flipV="1">
            <a:off x="2504883" y="4375467"/>
            <a:ext cx="980485" cy="59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FDE3105-7CA5-E013-250E-E4742D0444F7}"/>
              </a:ext>
            </a:extLst>
          </p:cNvPr>
          <p:cNvSpPr>
            <a:spLocks noChangeAspect="1"/>
          </p:cNvSpPr>
          <p:nvPr/>
        </p:nvSpPr>
        <p:spPr>
          <a:xfrm>
            <a:off x="1964883" y="410546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₆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447E3E-3CAF-0256-083B-1226F4C81F8D}"/>
              </a:ext>
            </a:extLst>
          </p:cNvPr>
          <p:cNvSpPr txBox="1"/>
          <p:nvPr/>
        </p:nvSpPr>
        <p:spPr>
          <a:xfrm>
            <a:off x="2520357" y="409380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</p:cNvCxnSpPr>
          <p:nvPr/>
        </p:nvCxnSpPr>
        <p:spPr>
          <a:xfrm>
            <a:off x="802304" y="1256062"/>
            <a:ext cx="1211226" cy="13649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6E5255D-48F6-5ABF-9963-C63F9E39BE16}"/>
              </a:ext>
            </a:extLst>
          </p:cNvPr>
          <p:cNvCxnSpPr>
            <a:cxnSpLocks/>
            <a:endCxn id="167" idx="7"/>
          </p:cNvCxnSpPr>
          <p:nvPr/>
        </p:nvCxnSpPr>
        <p:spPr>
          <a:xfrm flipH="1">
            <a:off x="1531889" y="457078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C5022FC-5139-19AB-C8AC-7C1A8B49A8C3}"/>
              </a:ext>
            </a:extLst>
          </p:cNvPr>
          <p:cNvSpPr txBox="1"/>
          <p:nvPr/>
        </p:nvSpPr>
        <p:spPr>
          <a:xfrm rot="18806060">
            <a:off x="1216721" y="454452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923817D-5088-0691-2D68-2EA1D70A02E7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421071" y="457078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93A43A4-7F5A-CE30-30C9-933DE94A5BA5}"/>
              </a:ext>
            </a:extLst>
          </p:cNvPr>
          <p:cNvSpPr txBox="1"/>
          <p:nvPr/>
        </p:nvSpPr>
        <p:spPr>
          <a:xfrm rot="2657338">
            <a:off x="1978136" y="473456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E9911A95-9B4F-955D-34C9-5C676B091836}"/>
              </a:ext>
            </a:extLst>
          </p:cNvPr>
          <p:cNvSpPr>
            <a:spLocks/>
          </p:cNvSpPr>
          <p:nvPr/>
        </p:nvSpPr>
        <p:spPr>
          <a:xfrm rot="16200000" flipH="1" flipV="1">
            <a:off x="3405910" y="4759252"/>
            <a:ext cx="540000" cy="1080000"/>
          </a:xfrm>
          <a:prstGeom prst="arc">
            <a:avLst>
              <a:gd name="adj1" fmla="val 7341091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670AF2-31BE-5AE4-BD6A-F886FE54C585}"/>
              </a:ext>
            </a:extLst>
          </p:cNvPr>
          <p:cNvCxnSpPr>
            <a:cxnSpLocks/>
            <a:stCxn id="167" idx="5"/>
            <a:endCxn id="174" idx="1"/>
          </p:cNvCxnSpPr>
          <p:nvPr/>
        </p:nvCxnSpPr>
        <p:spPr>
          <a:xfrm>
            <a:off x="1531889" y="5490171"/>
            <a:ext cx="513644" cy="561465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Oval 173">
            <a:extLst>
              <a:ext uri="{FF2B5EF4-FFF2-40B4-BE49-F238E27FC236}">
                <a16:creationId xmlns:a16="http://schemas.microsoft.com/office/drawing/2014/main" id="{91F091EA-DDD0-D3E7-7699-CA194F810235}"/>
              </a:ext>
            </a:extLst>
          </p:cNvPr>
          <p:cNvSpPr>
            <a:spLocks noChangeAspect="1"/>
          </p:cNvSpPr>
          <p:nvPr/>
        </p:nvSpPr>
        <p:spPr>
          <a:xfrm>
            <a:off x="1966452" y="597255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₈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DBEB2D5-F225-1354-20E9-F77029F88FC8}"/>
              </a:ext>
            </a:extLst>
          </p:cNvPr>
          <p:cNvSpPr>
            <a:spLocks noChangeAspect="1"/>
          </p:cNvSpPr>
          <p:nvPr/>
        </p:nvSpPr>
        <p:spPr>
          <a:xfrm>
            <a:off x="3487287" y="597637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₉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DDA0C7A-E2E6-D51F-B0B5-E9C890547BBC}"/>
              </a:ext>
            </a:extLst>
          </p:cNvPr>
          <p:cNvCxnSpPr>
            <a:cxnSpLocks/>
            <a:stCxn id="174" idx="6"/>
            <a:endCxn id="178" idx="2"/>
          </p:cNvCxnSpPr>
          <p:nvPr/>
        </p:nvCxnSpPr>
        <p:spPr>
          <a:xfrm>
            <a:off x="2506452" y="6242555"/>
            <a:ext cx="980835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3ECF36-AFD3-25BC-6FC8-79012D34A489}"/>
              </a:ext>
            </a:extLst>
          </p:cNvPr>
          <p:cNvCxnSpPr>
            <a:cxnSpLocks/>
            <a:stCxn id="178" idx="6"/>
            <a:endCxn id="199" idx="2"/>
          </p:cNvCxnSpPr>
          <p:nvPr/>
        </p:nvCxnSpPr>
        <p:spPr>
          <a:xfrm flipV="1">
            <a:off x="4027287" y="6246373"/>
            <a:ext cx="904424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E9E119C-F67C-2FE4-185D-CE5BD1F5C8E5}"/>
              </a:ext>
            </a:extLst>
          </p:cNvPr>
          <p:cNvCxnSpPr>
            <a:cxnSpLocks/>
            <a:stCxn id="178" idx="7"/>
            <a:endCxn id="197" idx="3"/>
          </p:cNvCxnSpPr>
          <p:nvPr/>
        </p:nvCxnSpPr>
        <p:spPr>
          <a:xfrm flipV="1">
            <a:off x="3948206" y="5143942"/>
            <a:ext cx="1065573" cy="91151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79AD0C8D-EE3C-951B-A46A-B02B0F90E126}"/>
              </a:ext>
            </a:extLst>
          </p:cNvPr>
          <p:cNvSpPr txBox="1"/>
          <p:nvPr/>
        </p:nvSpPr>
        <p:spPr>
          <a:xfrm rot="2766598">
            <a:off x="1441727" y="549209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⎵→0,R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D3D6FB0-DB13-888D-3861-57374EF550F5}"/>
              </a:ext>
            </a:extLst>
          </p:cNvPr>
          <p:cNvGrpSpPr/>
          <p:nvPr/>
        </p:nvGrpSpPr>
        <p:grpSpPr>
          <a:xfrm>
            <a:off x="4661711" y="4257389"/>
            <a:ext cx="1080000" cy="540000"/>
            <a:chOff x="6207712" y="4257391"/>
            <a:chExt cx="1080000" cy="540000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1C34435E-3EF7-E561-F52D-FC5B95A0DA71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BE2083C-0C99-234C-FE18-05B498D7987D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B68323D8-7FD7-C565-2C6A-8E3B68843D94}"/>
              </a:ext>
            </a:extLst>
          </p:cNvPr>
          <p:cNvSpPr txBox="1"/>
          <p:nvPr/>
        </p:nvSpPr>
        <p:spPr>
          <a:xfrm>
            <a:off x="3880086" y="625526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C95F2A-5314-D93E-00D8-8058FB340F2C}"/>
              </a:ext>
            </a:extLst>
          </p:cNvPr>
          <p:cNvSpPr txBox="1"/>
          <p:nvPr/>
        </p:nvSpPr>
        <p:spPr>
          <a:xfrm rot="19200869">
            <a:off x="3770095" y="543453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AD80CC-FDB2-F7A8-90DD-7B15DEBF5E09}"/>
              </a:ext>
            </a:extLst>
          </p:cNvPr>
          <p:cNvGrpSpPr/>
          <p:nvPr/>
        </p:nvGrpSpPr>
        <p:grpSpPr>
          <a:xfrm>
            <a:off x="4662155" y="5559828"/>
            <a:ext cx="1080000" cy="540000"/>
            <a:chOff x="6207712" y="4257391"/>
            <a:chExt cx="1080000" cy="540000"/>
          </a:xfrm>
        </p:grpSpPr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E5292260-6E6B-58AD-2AD5-576830773622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5667A8B-7243-8412-C9BC-499CDBBF7B4C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23" name="TextBox 222">
            <a:extLst>
              <a:ext uri="{FF2B5EF4-FFF2-40B4-BE49-F238E27FC236}">
                <a16:creationId xmlns:a16="http://schemas.microsoft.com/office/drawing/2014/main" id="{91E1212E-5EFD-D8FD-C35D-83930EF929F3}"/>
              </a:ext>
            </a:extLst>
          </p:cNvPr>
          <p:cNvSpPr txBox="1"/>
          <p:nvPr/>
        </p:nvSpPr>
        <p:spPr>
          <a:xfrm rot="20532152">
            <a:off x="5594377" y="604012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25" name="Arc 224">
            <a:extLst>
              <a:ext uri="{FF2B5EF4-FFF2-40B4-BE49-F238E27FC236}">
                <a16:creationId xmlns:a16="http://schemas.microsoft.com/office/drawing/2014/main" id="{85604071-A11D-BCF6-C18B-18E8EC20AF22}"/>
              </a:ext>
            </a:extLst>
          </p:cNvPr>
          <p:cNvSpPr>
            <a:spLocks/>
          </p:cNvSpPr>
          <p:nvPr/>
        </p:nvSpPr>
        <p:spPr>
          <a:xfrm rot="5400000" flipV="1">
            <a:off x="532304" y="4751395"/>
            <a:ext cx="540000" cy="1080000"/>
          </a:xfrm>
          <a:prstGeom prst="arc">
            <a:avLst>
              <a:gd name="adj1" fmla="val 7101909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503D32A-C95B-1D6F-1A61-A35D5C49CAAE}"/>
              </a:ext>
            </a:extLst>
          </p:cNvPr>
          <p:cNvSpPr txBox="1"/>
          <p:nvPr/>
        </p:nvSpPr>
        <p:spPr>
          <a:xfrm>
            <a:off x="171297" y="514394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496B781-1429-974A-C40B-6BF3B28B7EE4}"/>
              </a:ext>
            </a:extLst>
          </p:cNvPr>
          <p:cNvSpPr txBox="1"/>
          <p:nvPr/>
        </p:nvSpPr>
        <p:spPr>
          <a:xfrm rot="829980">
            <a:off x="5664453" y="475587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6C2EF2-0FFF-9268-500D-170741F9FD39}"/>
              </a:ext>
            </a:extLst>
          </p:cNvPr>
          <p:cNvSpPr>
            <a:spLocks noChangeAspect="1"/>
          </p:cNvSpPr>
          <p:nvPr/>
        </p:nvSpPr>
        <p:spPr>
          <a:xfrm>
            <a:off x="7076416" y="5223023"/>
            <a:ext cx="540000" cy="540000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dirty="0">
                <a:solidFill>
                  <a:srgbClr val="0070C0"/>
                </a:solidFill>
              </a:rPr>
              <a:t>₁₁</a:t>
            </a:r>
            <a:endParaRPr lang="lv-LV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9B43D-6A4B-D095-C7AA-0938B24B8062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7616416" y="2779544"/>
            <a:ext cx="1684368" cy="2713479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D7F4A0-338D-1E6D-7311-0636ACEE649F}"/>
              </a:ext>
            </a:extLst>
          </p:cNvPr>
          <p:cNvCxnSpPr>
            <a:cxnSpLocks/>
            <a:stCxn id="197" idx="6"/>
            <a:endCxn id="10" idx="1"/>
          </p:cNvCxnSpPr>
          <p:nvPr/>
        </p:nvCxnSpPr>
        <p:spPr>
          <a:xfrm>
            <a:off x="5474698" y="4953023"/>
            <a:ext cx="1680799" cy="349081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288F85-9279-6068-7B77-FB86F7D10DA0}"/>
              </a:ext>
            </a:extLst>
          </p:cNvPr>
          <p:cNvCxnSpPr>
            <a:cxnSpLocks/>
            <a:stCxn id="199" idx="6"/>
            <a:endCxn id="10" idx="3"/>
          </p:cNvCxnSpPr>
          <p:nvPr/>
        </p:nvCxnSpPr>
        <p:spPr>
          <a:xfrm flipV="1">
            <a:off x="5471711" y="5683942"/>
            <a:ext cx="1683786" cy="562431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D49061-5CFC-F5C3-A459-026692098D0E}"/>
              </a:ext>
            </a:extLst>
          </p:cNvPr>
          <p:cNvSpPr txBox="1"/>
          <p:nvPr/>
        </p:nvSpPr>
        <p:spPr>
          <a:xfrm rot="18051988">
            <a:off x="8150304" y="396026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1,0→L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A9669-D73A-382A-7BB4-8F6C84F09E5C}"/>
              </a:ext>
            </a:extLst>
          </p:cNvPr>
          <p:cNvSpPr txBox="1"/>
          <p:nvPr/>
        </p:nvSpPr>
        <p:spPr>
          <a:xfrm>
            <a:off x="2031112" y="946477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0A21FB-F2EB-3A65-E090-037648E25320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698311" y="1595474"/>
            <a:ext cx="2081138" cy="651925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40C9CAE-62E3-42EF-6C43-848EF65AF165}"/>
              </a:ext>
            </a:extLst>
          </p:cNvPr>
          <p:cNvSpPr txBox="1"/>
          <p:nvPr/>
        </p:nvSpPr>
        <p:spPr>
          <a:xfrm>
            <a:off x="814223" y="16874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_→</a:t>
            </a:r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</a:rPr>
              <a:t>,R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34240-22FE-92F8-CDF0-1BE2EA293C23}"/>
              </a:ext>
            </a:extLst>
          </p:cNvPr>
          <p:cNvSpPr txBox="1"/>
          <p:nvPr/>
        </p:nvSpPr>
        <p:spPr>
          <a:xfrm>
            <a:off x="4589737" y="1404474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14705A-A4B5-5A2B-634D-714BFB0311EC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138068" y="1728973"/>
            <a:ext cx="1451669" cy="1662056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F54903-23F7-FFEE-168F-38EECA11CD78}"/>
              </a:ext>
            </a:extLst>
          </p:cNvPr>
          <p:cNvCxnSpPr>
            <a:cxnSpLocks/>
            <a:endCxn id="148" idx="0"/>
          </p:cNvCxnSpPr>
          <p:nvPr/>
        </p:nvCxnSpPr>
        <p:spPr>
          <a:xfrm flipH="1">
            <a:off x="3755718" y="2044044"/>
            <a:ext cx="1517849" cy="2065243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138382-A0D8-95E0-F920-2D384A1FDFC3}"/>
              </a:ext>
            </a:extLst>
          </p:cNvPr>
          <p:cNvSpPr txBox="1"/>
          <p:nvPr/>
        </p:nvSpPr>
        <p:spPr>
          <a:xfrm>
            <a:off x="3952342" y="21423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23B124-C3E0-8630-11DA-B050511E05B0}"/>
              </a:ext>
            </a:extLst>
          </p:cNvPr>
          <p:cNvSpPr txBox="1"/>
          <p:nvPr/>
        </p:nvSpPr>
        <p:spPr>
          <a:xfrm>
            <a:off x="198067" y="6034433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BC83A0-7766-0E14-55D3-6447599B854C}"/>
              </a:ext>
            </a:extLst>
          </p:cNvPr>
          <p:cNvCxnSpPr>
            <a:cxnSpLocks/>
            <a:stCxn id="167" idx="4"/>
            <a:endCxn id="17" idx="0"/>
          </p:cNvCxnSpPr>
          <p:nvPr/>
        </p:nvCxnSpPr>
        <p:spPr>
          <a:xfrm flipH="1">
            <a:off x="881897" y="5569252"/>
            <a:ext cx="459073" cy="46518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0CA796-3C50-B3C0-11D2-A0E414151404}"/>
              </a:ext>
            </a:extLst>
          </p:cNvPr>
          <p:cNvSpPr txBox="1"/>
          <p:nvPr/>
        </p:nvSpPr>
        <p:spPr>
          <a:xfrm>
            <a:off x="179832" y="56569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607EBCF-566C-0337-AA81-19AE69B6456C}"/>
              </a:ext>
            </a:extLst>
          </p:cNvPr>
          <p:cNvCxnSpPr>
            <a:cxnSpLocks/>
            <a:stCxn id="17" idx="3"/>
            <a:endCxn id="174" idx="2"/>
          </p:cNvCxnSpPr>
          <p:nvPr/>
        </p:nvCxnSpPr>
        <p:spPr>
          <a:xfrm flipV="1">
            <a:off x="1565727" y="6242555"/>
            <a:ext cx="400725" cy="116377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AA8C4D48-13B9-8A7A-6240-F3C04D39922F}"/>
              </a:ext>
            </a:extLst>
          </p:cNvPr>
          <p:cNvSpPr>
            <a:spLocks noChangeAspect="1"/>
          </p:cNvSpPr>
          <p:nvPr/>
        </p:nvSpPr>
        <p:spPr>
          <a:xfrm>
            <a:off x="1070970" y="502925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642C91-B406-66D4-1505-C0CB82D3B716}"/>
              </a:ext>
            </a:extLst>
          </p:cNvPr>
          <p:cNvSpPr txBox="1"/>
          <p:nvPr/>
        </p:nvSpPr>
        <p:spPr>
          <a:xfrm>
            <a:off x="1314430" y="6557633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439533-593A-8AC8-2C39-9B898D439C7C}"/>
              </a:ext>
            </a:extLst>
          </p:cNvPr>
          <p:cNvSpPr txBox="1"/>
          <p:nvPr/>
        </p:nvSpPr>
        <p:spPr>
          <a:xfrm>
            <a:off x="6268177" y="1823675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5D83C7E-8495-3A46-B2A8-217007E94BFA}"/>
              </a:ext>
            </a:extLst>
          </p:cNvPr>
          <p:cNvCxnSpPr>
            <a:cxnSpLocks/>
            <a:stCxn id="57" idx="0"/>
            <a:endCxn id="20" idx="1"/>
          </p:cNvCxnSpPr>
          <p:nvPr/>
        </p:nvCxnSpPr>
        <p:spPr>
          <a:xfrm flipV="1">
            <a:off x="4675429" y="2148174"/>
            <a:ext cx="1592748" cy="1014353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1E7FB16-A092-234C-596A-180C7A42F71C}"/>
              </a:ext>
            </a:extLst>
          </p:cNvPr>
          <p:cNvSpPr txBox="1"/>
          <p:nvPr/>
        </p:nvSpPr>
        <p:spPr>
          <a:xfrm rot="2766598">
            <a:off x="2976502" y="363214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557DA6-68EC-9CD0-DA20-1F089C6E3E0F}"/>
              </a:ext>
            </a:extLst>
          </p:cNvPr>
          <p:cNvSpPr txBox="1"/>
          <p:nvPr/>
        </p:nvSpPr>
        <p:spPr>
          <a:xfrm>
            <a:off x="4987124" y="2047407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D00A52-A3F7-5FCA-5120-7198A5CD2839}"/>
              </a:ext>
            </a:extLst>
          </p:cNvPr>
          <p:cNvSpPr txBox="1"/>
          <p:nvPr/>
        </p:nvSpPr>
        <p:spPr>
          <a:xfrm>
            <a:off x="4829068" y="282282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5C9EFC-E373-40AC-047D-7110A7C1191B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⎵→1,R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AE460A7-94BC-D01F-A479-1B9FC90731CF}"/>
              </a:ext>
            </a:extLst>
          </p:cNvPr>
          <p:cNvCxnSpPr>
            <a:cxnSpLocks/>
            <a:stCxn id="20" idx="2"/>
            <a:endCxn id="148" idx="6"/>
          </p:cNvCxnSpPr>
          <p:nvPr/>
        </p:nvCxnSpPr>
        <p:spPr>
          <a:xfrm flipH="1">
            <a:off x="4025718" y="2472672"/>
            <a:ext cx="2926289" cy="1906615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73FD60B-C5FA-9EF0-BF30-1D28CC064609}"/>
              </a:ext>
            </a:extLst>
          </p:cNvPr>
          <p:cNvSpPr txBox="1"/>
          <p:nvPr/>
        </p:nvSpPr>
        <p:spPr>
          <a:xfrm>
            <a:off x="5627652" y="251592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47AA2A-7A4D-D4C3-70A4-EFACC24606A8}"/>
              </a:ext>
            </a:extLst>
          </p:cNvPr>
          <p:cNvSpPr txBox="1"/>
          <p:nvPr/>
        </p:nvSpPr>
        <p:spPr>
          <a:xfrm>
            <a:off x="3311563" y="5581346"/>
            <a:ext cx="1367660" cy="648997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16FA1C-12B3-2D2A-C46B-6DD904691078}"/>
              </a:ext>
            </a:extLst>
          </p:cNvPr>
          <p:cNvCxnSpPr>
            <a:cxnSpLocks/>
            <a:stCxn id="162" idx="6"/>
            <a:endCxn id="24" idx="0"/>
          </p:cNvCxnSpPr>
          <p:nvPr/>
        </p:nvCxnSpPr>
        <p:spPr>
          <a:xfrm>
            <a:off x="3419863" y="5291177"/>
            <a:ext cx="575530" cy="290169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8985CD4-BC2D-AB49-9CC7-8924ED1FC074}"/>
              </a:ext>
            </a:extLst>
          </p:cNvPr>
          <p:cNvCxnSpPr>
            <a:cxnSpLocks/>
            <a:stCxn id="24" idx="1"/>
            <a:endCxn id="174" idx="6"/>
          </p:cNvCxnSpPr>
          <p:nvPr/>
        </p:nvCxnSpPr>
        <p:spPr>
          <a:xfrm flipH="1">
            <a:off x="2506452" y="5905845"/>
            <a:ext cx="805111" cy="336710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9754F8E-3FC7-A437-8D3A-5865EF0B7EBD}"/>
              </a:ext>
            </a:extLst>
          </p:cNvPr>
          <p:cNvSpPr txBox="1"/>
          <p:nvPr/>
        </p:nvSpPr>
        <p:spPr>
          <a:xfrm>
            <a:off x="2404947" y="625761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E2D6D11-0958-8E0D-8E29-96EEB3A0B095}"/>
              </a:ext>
            </a:extLst>
          </p:cNvPr>
          <p:cNvCxnSpPr>
            <a:cxnSpLocks/>
            <a:stCxn id="162" idx="3"/>
            <a:endCxn id="174" idx="7"/>
          </p:cNvCxnSpPr>
          <p:nvPr/>
        </p:nvCxnSpPr>
        <p:spPr>
          <a:xfrm flipH="1">
            <a:off x="2427371" y="5482096"/>
            <a:ext cx="531573" cy="569540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Oval 161">
            <a:extLst>
              <a:ext uri="{FF2B5EF4-FFF2-40B4-BE49-F238E27FC236}">
                <a16:creationId xmlns:a16="http://schemas.microsoft.com/office/drawing/2014/main" id="{7A7F1B61-B092-490E-99B2-CB4DA45C3EAA}"/>
              </a:ext>
            </a:extLst>
          </p:cNvPr>
          <p:cNvSpPr>
            <a:spLocks noChangeAspect="1"/>
          </p:cNvSpPr>
          <p:nvPr/>
        </p:nvSpPr>
        <p:spPr>
          <a:xfrm>
            <a:off x="2879863" y="502117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5EE080-F436-4908-0CFF-51073E5FAE3D}"/>
              </a:ext>
            </a:extLst>
          </p:cNvPr>
          <p:cNvSpPr txBox="1"/>
          <p:nvPr/>
        </p:nvSpPr>
        <p:spPr>
          <a:xfrm>
            <a:off x="3792898" y="5291885"/>
            <a:ext cx="754995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3B332C-FEAA-D682-F850-D994FED21C50}"/>
              </a:ext>
            </a:extLst>
          </p:cNvPr>
          <p:cNvSpPr txBox="1"/>
          <p:nvPr/>
        </p:nvSpPr>
        <p:spPr>
          <a:xfrm>
            <a:off x="2456647" y="600666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342B2A-B7D0-17CC-8346-5687FFA2CC93}"/>
              </a:ext>
            </a:extLst>
          </p:cNvPr>
          <p:cNvSpPr txBox="1"/>
          <p:nvPr/>
        </p:nvSpPr>
        <p:spPr>
          <a:xfrm>
            <a:off x="5810789" y="3631208"/>
            <a:ext cx="1367660" cy="648997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E3E0A6-89DE-4541-8CAB-94F4B0253F10}"/>
              </a:ext>
            </a:extLst>
          </p:cNvPr>
          <p:cNvSpPr txBox="1"/>
          <p:nvPr/>
        </p:nvSpPr>
        <p:spPr>
          <a:xfrm>
            <a:off x="6602727" y="6101702"/>
            <a:ext cx="1367660" cy="648997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779464E-6B3B-98DE-E822-69CEF893ABE0}"/>
              </a:ext>
            </a:extLst>
          </p:cNvPr>
          <p:cNvCxnSpPr>
            <a:cxnSpLocks/>
            <a:stCxn id="197" idx="0"/>
            <a:endCxn id="55" idx="1"/>
          </p:cNvCxnSpPr>
          <p:nvPr/>
        </p:nvCxnSpPr>
        <p:spPr>
          <a:xfrm flipV="1">
            <a:off x="5204698" y="3955707"/>
            <a:ext cx="606091" cy="727316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A66A48F-B0AF-BBAE-74C0-1E2D4514931D}"/>
              </a:ext>
            </a:extLst>
          </p:cNvPr>
          <p:cNvCxnSpPr>
            <a:cxnSpLocks/>
            <a:stCxn id="55" idx="2"/>
            <a:endCxn id="10" idx="0"/>
          </p:cNvCxnSpPr>
          <p:nvPr/>
        </p:nvCxnSpPr>
        <p:spPr>
          <a:xfrm>
            <a:off x="6494619" y="4280205"/>
            <a:ext cx="851797" cy="942818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9D03E51-7936-4F88-ED6F-38F32F61FB26}"/>
              </a:ext>
            </a:extLst>
          </p:cNvPr>
          <p:cNvCxnSpPr>
            <a:cxnSpLocks/>
            <a:stCxn id="199" idx="5"/>
            <a:endCxn id="56" idx="1"/>
          </p:cNvCxnSpPr>
          <p:nvPr/>
        </p:nvCxnSpPr>
        <p:spPr>
          <a:xfrm flipV="1">
            <a:off x="5392630" y="6426201"/>
            <a:ext cx="1210097" cy="1109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67B3431-3D3E-21E4-6B9E-A131A08B8892}"/>
              </a:ext>
            </a:extLst>
          </p:cNvPr>
          <p:cNvCxnSpPr>
            <a:cxnSpLocks/>
            <a:stCxn id="56" idx="0"/>
            <a:endCxn id="10" idx="4"/>
          </p:cNvCxnSpPr>
          <p:nvPr/>
        </p:nvCxnSpPr>
        <p:spPr>
          <a:xfrm flipV="1">
            <a:off x="7286557" y="5763023"/>
            <a:ext cx="59859" cy="338679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Oval 198">
            <a:extLst>
              <a:ext uri="{FF2B5EF4-FFF2-40B4-BE49-F238E27FC236}">
                <a16:creationId xmlns:a16="http://schemas.microsoft.com/office/drawing/2014/main" id="{B9027C87-5E1F-D2F5-26CA-82EFD5AC2545}"/>
              </a:ext>
            </a:extLst>
          </p:cNvPr>
          <p:cNvSpPr>
            <a:spLocks noChangeAspect="1"/>
          </p:cNvSpPr>
          <p:nvPr/>
        </p:nvSpPr>
        <p:spPr>
          <a:xfrm>
            <a:off x="4931711" y="597637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6F4E643E-CC0A-9866-D6BC-FA67E335BDD5}"/>
              </a:ext>
            </a:extLst>
          </p:cNvPr>
          <p:cNvSpPr>
            <a:spLocks noChangeAspect="1"/>
          </p:cNvSpPr>
          <p:nvPr/>
        </p:nvSpPr>
        <p:spPr>
          <a:xfrm>
            <a:off x="4934698" y="468302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DE2ADD-270C-138D-9EC3-14C4DBD0EAD6}"/>
              </a:ext>
            </a:extLst>
          </p:cNvPr>
          <p:cNvSpPr txBox="1"/>
          <p:nvPr/>
        </p:nvSpPr>
        <p:spPr>
          <a:xfrm>
            <a:off x="4839491" y="3881307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9E3836-1696-3F81-A6CA-019C3D7F388E}"/>
              </a:ext>
            </a:extLst>
          </p:cNvPr>
          <p:cNvSpPr txBox="1"/>
          <p:nvPr/>
        </p:nvSpPr>
        <p:spPr>
          <a:xfrm>
            <a:off x="5669075" y="6462796"/>
            <a:ext cx="797246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E184F62-0735-F660-0434-91965775A854}"/>
              </a:ext>
            </a:extLst>
          </p:cNvPr>
          <p:cNvSpPr txBox="1"/>
          <p:nvPr/>
        </p:nvSpPr>
        <p:spPr>
          <a:xfrm>
            <a:off x="7227852" y="574063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6086E6A-A688-707A-F366-790CFC4D63DF}"/>
              </a:ext>
            </a:extLst>
          </p:cNvPr>
          <p:cNvSpPr txBox="1"/>
          <p:nvPr/>
        </p:nvSpPr>
        <p:spPr>
          <a:xfrm>
            <a:off x="5718569" y="433800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</p:spTree>
    <p:extLst>
      <p:ext uri="{BB962C8B-B14F-4D97-AF65-F5344CB8AC3E}">
        <p14:creationId xmlns:p14="http://schemas.microsoft.com/office/powerpoint/2010/main" val="325384444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EA679767-E7B5-4EE4-F18D-7806482F4C33}"/>
              </a:ext>
            </a:extLst>
          </p:cNvPr>
          <p:cNvSpPr txBox="1"/>
          <p:nvPr/>
        </p:nvSpPr>
        <p:spPr>
          <a:xfrm rot="18812380">
            <a:off x="2266111" y="574162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2F94E5-29F6-21EA-A847-BD4E5B8BB615}"/>
              </a:ext>
            </a:extLst>
          </p:cNvPr>
          <p:cNvSpPr txBox="1"/>
          <p:nvPr/>
        </p:nvSpPr>
        <p:spPr>
          <a:xfrm>
            <a:off x="3252853" y="516075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 algn="r">
              <a:buNone/>
            </a:pPr>
            <a:r>
              <a:rPr lang="en-US" dirty="0">
                <a:solidFill>
                  <a:srgbClr val="FF0000"/>
                </a:solidFill>
              </a:rPr>
              <a:t>doubly-infinite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→ </a:t>
            </a:r>
            <a:r>
              <a:rPr lang="en-US" dirty="0">
                <a:solidFill>
                  <a:srgbClr val="00B050"/>
                </a:solidFill>
              </a:rPr>
              <a:t>singly-infinite</a:t>
            </a:r>
            <a:r>
              <a:rPr lang="en-US" dirty="0"/>
              <a:t> tape!</a:t>
            </a: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EE00321-E61C-4676-AA92-44ABA70495F1}"/>
              </a:ext>
            </a:extLst>
          </p:cNvPr>
          <p:cNvCxnSpPr>
            <a:cxnSpLocks/>
            <a:endCxn id="145" idx="6"/>
          </p:cNvCxnSpPr>
          <p:nvPr/>
        </p:nvCxnSpPr>
        <p:spPr>
          <a:xfrm flipH="1" flipV="1">
            <a:off x="2504883" y="4375467"/>
            <a:ext cx="980485" cy="59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FDE3105-7CA5-E013-250E-E4742D0444F7}"/>
              </a:ext>
            </a:extLst>
          </p:cNvPr>
          <p:cNvSpPr>
            <a:spLocks noChangeAspect="1"/>
          </p:cNvSpPr>
          <p:nvPr/>
        </p:nvSpPr>
        <p:spPr>
          <a:xfrm>
            <a:off x="1964883" y="410546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₆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447E3E-3CAF-0256-083B-1226F4C81F8D}"/>
              </a:ext>
            </a:extLst>
          </p:cNvPr>
          <p:cNvSpPr txBox="1"/>
          <p:nvPr/>
        </p:nvSpPr>
        <p:spPr>
          <a:xfrm>
            <a:off x="2520357" y="409380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</p:cNvCxnSpPr>
          <p:nvPr/>
        </p:nvCxnSpPr>
        <p:spPr>
          <a:xfrm>
            <a:off x="802304" y="1256062"/>
            <a:ext cx="1211226" cy="13649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6E5255D-48F6-5ABF-9963-C63F9E39BE16}"/>
              </a:ext>
            </a:extLst>
          </p:cNvPr>
          <p:cNvCxnSpPr>
            <a:cxnSpLocks/>
            <a:endCxn id="167" idx="7"/>
          </p:cNvCxnSpPr>
          <p:nvPr/>
        </p:nvCxnSpPr>
        <p:spPr>
          <a:xfrm flipH="1">
            <a:off x="1531889" y="457078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C5022FC-5139-19AB-C8AC-7C1A8B49A8C3}"/>
              </a:ext>
            </a:extLst>
          </p:cNvPr>
          <p:cNvSpPr txBox="1"/>
          <p:nvPr/>
        </p:nvSpPr>
        <p:spPr>
          <a:xfrm rot="18806060">
            <a:off x="1216721" y="454452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923817D-5088-0691-2D68-2EA1D70A02E7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421071" y="457078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93A43A4-7F5A-CE30-30C9-933DE94A5BA5}"/>
              </a:ext>
            </a:extLst>
          </p:cNvPr>
          <p:cNvSpPr txBox="1"/>
          <p:nvPr/>
        </p:nvSpPr>
        <p:spPr>
          <a:xfrm rot="2657338">
            <a:off x="1978136" y="473456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E9911A95-9B4F-955D-34C9-5C676B091836}"/>
              </a:ext>
            </a:extLst>
          </p:cNvPr>
          <p:cNvSpPr>
            <a:spLocks/>
          </p:cNvSpPr>
          <p:nvPr/>
        </p:nvSpPr>
        <p:spPr>
          <a:xfrm rot="16200000" flipH="1" flipV="1">
            <a:off x="3405910" y="4759252"/>
            <a:ext cx="540000" cy="1080000"/>
          </a:xfrm>
          <a:prstGeom prst="arc">
            <a:avLst>
              <a:gd name="adj1" fmla="val 7341091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670AF2-31BE-5AE4-BD6A-F886FE54C585}"/>
              </a:ext>
            </a:extLst>
          </p:cNvPr>
          <p:cNvCxnSpPr>
            <a:cxnSpLocks/>
            <a:stCxn id="167" idx="5"/>
            <a:endCxn id="174" idx="1"/>
          </p:cNvCxnSpPr>
          <p:nvPr/>
        </p:nvCxnSpPr>
        <p:spPr>
          <a:xfrm>
            <a:off x="1531889" y="5490171"/>
            <a:ext cx="513644" cy="561465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Oval 173">
            <a:extLst>
              <a:ext uri="{FF2B5EF4-FFF2-40B4-BE49-F238E27FC236}">
                <a16:creationId xmlns:a16="http://schemas.microsoft.com/office/drawing/2014/main" id="{91F091EA-DDD0-D3E7-7699-CA194F810235}"/>
              </a:ext>
            </a:extLst>
          </p:cNvPr>
          <p:cNvSpPr>
            <a:spLocks noChangeAspect="1"/>
          </p:cNvSpPr>
          <p:nvPr/>
        </p:nvSpPr>
        <p:spPr>
          <a:xfrm>
            <a:off x="1966452" y="597255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₈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DBEB2D5-F225-1354-20E9-F77029F88FC8}"/>
              </a:ext>
            </a:extLst>
          </p:cNvPr>
          <p:cNvSpPr>
            <a:spLocks noChangeAspect="1"/>
          </p:cNvSpPr>
          <p:nvPr/>
        </p:nvSpPr>
        <p:spPr>
          <a:xfrm>
            <a:off x="3487287" y="597637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₉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DDA0C7A-E2E6-D51F-B0B5-E9C890547BBC}"/>
              </a:ext>
            </a:extLst>
          </p:cNvPr>
          <p:cNvCxnSpPr>
            <a:cxnSpLocks/>
            <a:stCxn id="174" idx="6"/>
            <a:endCxn id="178" idx="2"/>
          </p:cNvCxnSpPr>
          <p:nvPr/>
        </p:nvCxnSpPr>
        <p:spPr>
          <a:xfrm>
            <a:off x="2506452" y="6242555"/>
            <a:ext cx="980835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3ECF36-AFD3-25BC-6FC8-79012D34A489}"/>
              </a:ext>
            </a:extLst>
          </p:cNvPr>
          <p:cNvCxnSpPr>
            <a:cxnSpLocks/>
            <a:stCxn id="178" idx="6"/>
            <a:endCxn id="199" idx="2"/>
          </p:cNvCxnSpPr>
          <p:nvPr/>
        </p:nvCxnSpPr>
        <p:spPr>
          <a:xfrm flipV="1">
            <a:off x="4027287" y="6246373"/>
            <a:ext cx="904424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E9E119C-F67C-2FE4-185D-CE5BD1F5C8E5}"/>
              </a:ext>
            </a:extLst>
          </p:cNvPr>
          <p:cNvCxnSpPr>
            <a:cxnSpLocks/>
            <a:stCxn id="178" idx="7"/>
            <a:endCxn id="197" idx="3"/>
          </p:cNvCxnSpPr>
          <p:nvPr/>
        </p:nvCxnSpPr>
        <p:spPr>
          <a:xfrm flipV="1">
            <a:off x="3948206" y="5143942"/>
            <a:ext cx="1065573" cy="91151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79AD0C8D-EE3C-951B-A46A-B02B0F90E126}"/>
              </a:ext>
            </a:extLst>
          </p:cNvPr>
          <p:cNvSpPr txBox="1"/>
          <p:nvPr/>
        </p:nvSpPr>
        <p:spPr>
          <a:xfrm rot="2766598">
            <a:off x="1441727" y="549209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⎵→0,R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D3D6FB0-DB13-888D-3861-57374EF550F5}"/>
              </a:ext>
            </a:extLst>
          </p:cNvPr>
          <p:cNvGrpSpPr/>
          <p:nvPr/>
        </p:nvGrpSpPr>
        <p:grpSpPr>
          <a:xfrm>
            <a:off x="4661711" y="4257389"/>
            <a:ext cx="1080000" cy="540000"/>
            <a:chOff x="6207712" y="4257391"/>
            <a:chExt cx="1080000" cy="540000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1C34435E-3EF7-E561-F52D-FC5B95A0DA71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BE2083C-0C99-234C-FE18-05B498D7987D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B68323D8-7FD7-C565-2C6A-8E3B68843D94}"/>
              </a:ext>
            </a:extLst>
          </p:cNvPr>
          <p:cNvSpPr txBox="1"/>
          <p:nvPr/>
        </p:nvSpPr>
        <p:spPr>
          <a:xfrm>
            <a:off x="3880086" y="625526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C95F2A-5314-D93E-00D8-8058FB340F2C}"/>
              </a:ext>
            </a:extLst>
          </p:cNvPr>
          <p:cNvSpPr txBox="1"/>
          <p:nvPr/>
        </p:nvSpPr>
        <p:spPr>
          <a:xfrm rot="19200869">
            <a:off x="3770095" y="543453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AD80CC-FDB2-F7A8-90DD-7B15DEBF5E09}"/>
              </a:ext>
            </a:extLst>
          </p:cNvPr>
          <p:cNvGrpSpPr/>
          <p:nvPr/>
        </p:nvGrpSpPr>
        <p:grpSpPr>
          <a:xfrm>
            <a:off x="4662155" y="5559828"/>
            <a:ext cx="1080000" cy="540000"/>
            <a:chOff x="6207712" y="4257391"/>
            <a:chExt cx="1080000" cy="540000"/>
          </a:xfrm>
        </p:grpSpPr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E5292260-6E6B-58AD-2AD5-576830773622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5667A8B-7243-8412-C9BC-499CDBBF7B4C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23" name="TextBox 222">
            <a:extLst>
              <a:ext uri="{FF2B5EF4-FFF2-40B4-BE49-F238E27FC236}">
                <a16:creationId xmlns:a16="http://schemas.microsoft.com/office/drawing/2014/main" id="{91E1212E-5EFD-D8FD-C35D-83930EF929F3}"/>
              </a:ext>
            </a:extLst>
          </p:cNvPr>
          <p:cNvSpPr txBox="1"/>
          <p:nvPr/>
        </p:nvSpPr>
        <p:spPr>
          <a:xfrm rot="20532152">
            <a:off x="5594377" y="604012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25" name="Arc 224">
            <a:extLst>
              <a:ext uri="{FF2B5EF4-FFF2-40B4-BE49-F238E27FC236}">
                <a16:creationId xmlns:a16="http://schemas.microsoft.com/office/drawing/2014/main" id="{85604071-A11D-BCF6-C18B-18E8EC20AF22}"/>
              </a:ext>
            </a:extLst>
          </p:cNvPr>
          <p:cNvSpPr>
            <a:spLocks/>
          </p:cNvSpPr>
          <p:nvPr/>
        </p:nvSpPr>
        <p:spPr>
          <a:xfrm rot="5400000" flipV="1">
            <a:off x="532304" y="4751395"/>
            <a:ext cx="540000" cy="1080000"/>
          </a:xfrm>
          <a:prstGeom prst="arc">
            <a:avLst>
              <a:gd name="adj1" fmla="val 7101909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503D32A-C95B-1D6F-1A61-A35D5C49CAAE}"/>
              </a:ext>
            </a:extLst>
          </p:cNvPr>
          <p:cNvSpPr txBox="1"/>
          <p:nvPr/>
        </p:nvSpPr>
        <p:spPr>
          <a:xfrm>
            <a:off x="171297" y="514394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496B781-1429-974A-C40B-6BF3B28B7EE4}"/>
              </a:ext>
            </a:extLst>
          </p:cNvPr>
          <p:cNvSpPr txBox="1"/>
          <p:nvPr/>
        </p:nvSpPr>
        <p:spPr>
          <a:xfrm rot="829980">
            <a:off x="5664453" y="475587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6C2EF2-0FFF-9268-500D-170741F9FD39}"/>
              </a:ext>
            </a:extLst>
          </p:cNvPr>
          <p:cNvSpPr>
            <a:spLocks noChangeAspect="1"/>
          </p:cNvSpPr>
          <p:nvPr/>
        </p:nvSpPr>
        <p:spPr>
          <a:xfrm>
            <a:off x="7076416" y="5223023"/>
            <a:ext cx="540000" cy="540000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dirty="0">
                <a:solidFill>
                  <a:srgbClr val="0070C0"/>
                </a:solidFill>
              </a:rPr>
              <a:t>₁₁</a:t>
            </a:r>
            <a:endParaRPr lang="lv-LV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9B43D-6A4B-D095-C7AA-0938B24B8062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7616416" y="2779544"/>
            <a:ext cx="1684368" cy="2713479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D7F4A0-338D-1E6D-7311-0636ACEE649F}"/>
              </a:ext>
            </a:extLst>
          </p:cNvPr>
          <p:cNvCxnSpPr>
            <a:cxnSpLocks/>
            <a:stCxn id="197" idx="6"/>
            <a:endCxn id="10" idx="1"/>
          </p:cNvCxnSpPr>
          <p:nvPr/>
        </p:nvCxnSpPr>
        <p:spPr>
          <a:xfrm>
            <a:off x="5474698" y="4953023"/>
            <a:ext cx="1680799" cy="349081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288F85-9279-6068-7B77-FB86F7D10DA0}"/>
              </a:ext>
            </a:extLst>
          </p:cNvPr>
          <p:cNvCxnSpPr>
            <a:cxnSpLocks/>
            <a:stCxn id="199" idx="6"/>
            <a:endCxn id="10" idx="3"/>
          </p:cNvCxnSpPr>
          <p:nvPr/>
        </p:nvCxnSpPr>
        <p:spPr>
          <a:xfrm flipV="1">
            <a:off x="5471711" y="5683942"/>
            <a:ext cx="1683786" cy="562431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D49061-5CFC-F5C3-A459-026692098D0E}"/>
              </a:ext>
            </a:extLst>
          </p:cNvPr>
          <p:cNvSpPr txBox="1"/>
          <p:nvPr/>
        </p:nvSpPr>
        <p:spPr>
          <a:xfrm rot="18051988">
            <a:off x="8150304" y="396026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1,0→L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A9669-D73A-382A-7BB4-8F6C84F09E5C}"/>
              </a:ext>
            </a:extLst>
          </p:cNvPr>
          <p:cNvSpPr txBox="1"/>
          <p:nvPr/>
        </p:nvSpPr>
        <p:spPr>
          <a:xfrm>
            <a:off x="2031112" y="946477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0A21FB-F2EB-3A65-E090-037648E25320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698311" y="1595474"/>
            <a:ext cx="2081138" cy="651925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40C9CAE-62E3-42EF-6C43-848EF65AF165}"/>
              </a:ext>
            </a:extLst>
          </p:cNvPr>
          <p:cNvSpPr txBox="1"/>
          <p:nvPr/>
        </p:nvSpPr>
        <p:spPr>
          <a:xfrm>
            <a:off x="814223" y="16874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_→</a:t>
            </a:r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</a:rPr>
              <a:t>,R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34240-22FE-92F8-CDF0-1BE2EA293C23}"/>
              </a:ext>
            </a:extLst>
          </p:cNvPr>
          <p:cNvSpPr txBox="1"/>
          <p:nvPr/>
        </p:nvSpPr>
        <p:spPr>
          <a:xfrm>
            <a:off x="4589737" y="1404474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14705A-A4B5-5A2B-634D-714BFB0311EC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138068" y="1728973"/>
            <a:ext cx="1451669" cy="1662056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F54903-23F7-FFEE-168F-38EECA11CD78}"/>
              </a:ext>
            </a:extLst>
          </p:cNvPr>
          <p:cNvCxnSpPr>
            <a:cxnSpLocks/>
            <a:endCxn id="148" idx="0"/>
          </p:cNvCxnSpPr>
          <p:nvPr/>
        </p:nvCxnSpPr>
        <p:spPr>
          <a:xfrm flipH="1">
            <a:off x="3755718" y="2044044"/>
            <a:ext cx="1517849" cy="2065243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138382-A0D8-95E0-F920-2D384A1FDFC3}"/>
              </a:ext>
            </a:extLst>
          </p:cNvPr>
          <p:cNvSpPr txBox="1"/>
          <p:nvPr/>
        </p:nvSpPr>
        <p:spPr>
          <a:xfrm>
            <a:off x="3952342" y="21423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23B124-C3E0-8630-11DA-B050511E05B0}"/>
              </a:ext>
            </a:extLst>
          </p:cNvPr>
          <p:cNvSpPr txBox="1"/>
          <p:nvPr/>
        </p:nvSpPr>
        <p:spPr>
          <a:xfrm>
            <a:off x="198067" y="6034433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BC83A0-7766-0E14-55D3-6447599B854C}"/>
              </a:ext>
            </a:extLst>
          </p:cNvPr>
          <p:cNvCxnSpPr>
            <a:cxnSpLocks/>
            <a:stCxn id="167" idx="4"/>
            <a:endCxn id="17" idx="0"/>
          </p:cNvCxnSpPr>
          <p:nvPr/>
        </p:nvCxnSpPr>
        <p:spPr>
          <a:xfrm flipH="1">
            <a:off x="881897" y="5569252"/>
            <a:ext cx="459073" cy="46518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0CA796-3C50-B3C0-11D2-A0E414151404}"/>
              </a:ext>
            </a:extLst>
          </p:cNvPr>
          <p:cNvSpPr txBox="1"/>
          <p:nvPr/>
        </p:nvSpPr>
        <p:spPr>
          <a:xfrm>
            <a:off x="179832" y="56569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607EBCF-566C-0337-AA81-19AE69B6456C}"/>
              </a:ext>
            </a:extLst>
          </p:cNvPr>
          <p:cNvCxnSpPr>
            <a:cxnSpLocks/>
            <a:stCxn id="17" idx="3"/>
            <a:endCxn id="174" idx="2"/>
          </p:cNvCxnSpPr>
          <p:nvPr/>
        </p:nvCxnSpPr>
        <p:spPr>
          <a:xfrm flipV="1">
            <a:off x="1565727" y="6242555"/>
            <a:ext cx="400725" cy="116377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AA8C4D48-13B9-8A7A-6240-F3C04D39922F}"/>
              </a:ext>
            </a:extLst>
          </p:cNvPr>
          <p:cNvSpPr>
            <a:spLocks noChangeAspect="1"/>
          </p:cNvSpPr>
          <p:nvPr/>
        </p:nvSpPr>
        <p:spPr>
          <a:xfrm>
            <a:off x="1070970" y="502925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642C91-B406-66D4-1505-C0CB82D3B716}"/>
              </a:ext>
            </a:extLst>
          </p:cNvPr>
          <p:cNvSpPr txBox="1"/>
          <p:nvPr/>
        </p:nvSpPr>
        <p:spPr>
          <a:xfrm>
            <a:off x="1314430" y="6557633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439533-593A-8AC8-2C39-9B898D439C7C}"/>
              </a:ext>
            </a:extLst>
          </p:cNvPr>
          <p:cNvSpPr txBox="1"/>
          <p:nvPr/>
        </p:nvSpPr>
        <p:spPr>
          <a:xfrm>
            <a:off x="6268177" y="1823675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5D83C7E-8495-3A46-B2A8-217007E94BFA}"/>
              </a:ext>
            </a:extLst>
          </p:cNvPr>
          <p:cNvCxnSpPr>
            <a:cxnSpLocks/>
            <a:stCxn id="57" idx="0"/>
            <a:endCxn id="20" idx="1"/>
          </p:cNvCxnSpPr>
          <p:nvPr/>
        </p:nvCxnSpPr>
        <p:spPr>
          <a:xfrm flipV="1">
            <a:off x="4675429" y="2148174"/>
            <a:ext cx="1592748" cy="1014353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1E7FB16-A092-234C-596A-180C7A42F71C}"/>
              </a:ext>
            </a:extLst>
          </p:cNvPr>
          <p:cNvSpPr txBox="1"/>
          <p:nvPr/>
        </p:nvSpPr>
        <p:spPr>
          <a:xfrm rot="2766598">
            <a:off x="2976502" y="363214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557DA6-68EC-9CD0-DA20-1F089C6E3E0F}"/>
              </a:ext>
            </a:extLst>
          </p:cNvPr>
          <p:cNvSpPr txBox="1"/>
          <p:nvPr/>
        </p:nvSpPr>
        <p:spPr>
          <a:xfrm>
            <a:off x="4987124" y="2047407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D00A52-A3F7-5FCA-5120-7198A5CD2839}"/>
              </a:ext>
            </a:extLst>
          </p:cNvPr>
          <p:cNvSpPr txBox="1"/>
          <p:nvPr/>
        </p:nvSpPr>
        <p:spPr>
          <a:xfrm>
            <a:off x="4829068" y="282282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5C9EFC-E373-40AC-047D-7110A7C1191B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⎵→1,R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AE460A7-94BC-D01F-A479-1B9FC90731CF}"/>
              </a:ext>
            </a:extLst>
          </p:cNvPr>
          <p:cNvCxnSpPr>
            <a:cxnSpLocks/>
            <a:stCxn id="20" idx="2"/>
            <a:endCxn id="148" idx="6"/>
          </p:cNvCxnSpPr>
          <p:nvPr/>
        </p:nvCxnSpPr>
        <p:spPr>
          <a:xfrm flipH="1">
            <a:off x="4025718" y="2472672"/>
            <a:ext cx="2926289" cy="1906615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73FD60B-C5FA-9EF0-BF30-1D28CC064609}"/>
              </a:ext>
            </a:extLst>
          </p:cNvPr>
          <p:cNvSpPr txBox="1"/>
          <p:nvPr/>
        </p:nvSpPr>
        <p:spPr>
          <a:xfrm>
            <a:off x="5627652" y="251592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47AA2A-7A4D-D4C3-70A4-EFACC24606A8}"/>
              </a:ext>
            </a:extLst>
          </p:cNvPr>
          <p:cNvSpPr txBox="1"/>
          <p:nvPr/>
        </p:nvSpPr>
        <p:spPr>
          <a:xfrm>
            <a:off x="3311563" y="5581346"/>
            <a:ext cx="1367660" cy="648997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16FA1C-12B3-2D2A-C46B-6DD904691078}"/>
              </a:ext>
            </a:extLst>
          </p:cNvPr>
          <p:cNvCxnSpPr>
            <a:cxnSpLocks/>
            <a:stCxn id="162" idx="6"/>
            <a:endCxn id="24" idx="0"/>
          </p:cNvCxnSpPr>
          <p:nvPr/>
        </p:nvCxnSpPr>
        <p:spPr>
          <a:xfrm>
            <a:off x="3419863" y="5291177"/>
            <a:ext cx="575530" cy="290169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8985CD4-BC2D-AB49-9CC7-8924ED1FC074}"/>
              </a:ext>
            </a:extLst>
          </p:cNvPr>
          <p:cNvCxnSpPr>
            <a:cxnSpLocks/>
            <a:stCxn id="24" idx="1"/>
            <a:endCxn id="174" idx="6"/>
          </p:cNvCxnSpPr>
          <p:nvPr/>
        </p:nvCxnSpPr>
        <p:spPr>
          <a:xfrm flipH="1">
            <a:off x="2506452" y="5905845"/>
            <a:ext cx="805111" cy="336710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9754F8E-3FC7-A437-8D3A-5865EF0B7EBD}"/>
              </a:ext>
            </a:extLst>
          </p:cNvPr>
          <p:cNvSpPr txBox="1"/>
          <p:nvPr/>
        </p:nvSpPr>
        <p:spPr>
          <a:xfrm>
            <a:off x="2404947" y="625761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E2D6D11-0958-8E0D-8E29-96EEB3A0B095}"/>
              </a:ext>
            </a:extLst>
          </p:cNvPr>
          <p:cNvCxnSpPr>
            <a:cxnSpLocks/>
            <a:stCxn id="162" idx="3"/>
            <a:endCxn id="174" idx="7"/>
          </p:cNvCxnSpPr>
          <p:nvPr/>
        </p:nvCxnSpPr>
        <p:spPr>
          <a:xfrm flipH="1">
            <a:off x="2427371" y="5482096"/>
            <a:ext cx="531573" cy="569540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Oval 161">
            <a:extLst>
              <a:ext uri="{FF2B5EF4-FFF2-40B4-BE49-F238E27FC236}">
                <a16:creationId xmlns:a16="http://schemas.microsoft.com/office/drawing/2014/main" id="{7A7F1B61-B092-490E-99B2-CB4DA45C3EAA}"/>
              </a:ext>
            </a:extLst>
          </p:cNvPr>
          <p:cNvSpPr>
            <a:spLocks noChangeAspect="1"/>
          </p:cNvSpPr>
          <p:nvPr/>
        </p:nvSpPr>
        <p:spPr>
          <a:xfrm>
            <a:off x="2879863" y="502117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5EE080-F436-4908-0CFF-51073E5FAE3D}"/>
              </a:ext>
            </a:extLst>
          </p:cNvPr>
          <p:cNvSpPr txBox="1"/>
          <p:nvPr/>
        </p:nvSpPr>
        <p:spPr>
          <a:xfrm>
            <a:off x="3792898" y="5291885"/>
            <a:ext cx="754995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3B332C-FEAA-D682-F850-D994FED21C50}"/>
              </a:ext>
            </a:extLst>
          </p:cNvPr>
          <p:cNvSpPr txBox="1"/>
          <p:nvPr/>
        </p:nvSpPr>
        <p:spPr>
          <a:xfrm>
            <a:off x="2456647" y="600666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342B2A-B7D0-17CC-8346-5687FFA2CC93}"/>
              </a:ext>
            </a:extLst>
          </p:cNvPr>
          <p:cNvSpPr txBox="1"/>
          <p:nvPr/>
        </p:nvSpPr>
        <p:spPr>
          <a:xfrm>
            <a:off x="5810789" y="3631208"/>
            <a:ext cx="1367660" cy="648997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E3E0A6-89DE-4541-8CAB-94F4B0253F10}"/>
              </a:ext>
            </a:extLst>
          </p:cNvPr>
          <p:cNvSpPr txBox="1"/>
          <p:nvPr/>
        </p:nvSpPr>
        <p:spPr>
          <a:xfrm>
            <a:off x="6602727" y="6101702"/>
            <a:ext cx="1367660" cy="648997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779464E-6B3B-98DE-E822-69CEF893ABE0}"/>
              </a:ext>
            </a:extLst>
          </p:cNvPr>
          <p:cNvCxnSpPr>
            <a:cxnSpLocks/>
            <a:stCxn id="197" idx="0"/>
            <a:endCxn id="55" idx="1"/>
          </p:cNvCxnSpPr>
          <p:nvPr/>
        </p:nvCxnSpPr>
        <p:spPr>
          <a:xfrm flipV="1">
            <a:off x="5204698" y="3955707"/>
            <a:ext cx="606091" cy="727316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A66A48F-B0AF-BBAE-74C0-1E2D4514931D}"/>
              </a:ext>
            </a:extLst>
          </p:cNvPr>
          <p:cNvCxnSpPr>
            <a:cxnSpLocks/>
            <a:stCxn id="55" idx="2"/>
            <a:endCxn id="10" idx="0"/>
          </p:cNvCxnSpPr>
          <p:nvPr/>
        </p:nvCxnSpPr>
        <p:spPr>
          <a:xfrm>
            <a:off x="6494619" y="4280205"/>
            <a:ext cx="851797" cy="942818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9D03E51-7936-4F88-ED6F-38F32F61FB26}"/>
              </a:ext>
            </a:extLst>
          </p:cNvPr>
          <p:cNvCxnSpPr>
            <a:cxnSpLocks/>
            <a:stCxn id="199" idx="5"/>
            <a:endCxn id="56" idx="1"/>
          </p:cNvCxnSpPr>
          <p:nvPr/>
        </p:nvCxnSpPr>
        <p:spPr>
          <a:xfrm flipV="1">
            <a:off x="5392630" y="6426201"/>
            <a:ext cx="1210097" cy="1109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67B3431-3D3E-21E4-6B9E-A131A08B8892}"/>
              </a:ext>
            </a:extLst>
          </p:cNvPr>
          <p:cNvCxnSpPr>
            <a:cxnSpLocks/>
            <a:stCxn id="56" idx="0"/>
            <a:endCxn id="10" idx="4"/>
          </p:cNvCxnSpPr>
          <p:nvPr/>
        </p:nvCxnSpPr>
        <p:spPr>
          <a:xfrm flipV="1">
            <a:off x="7286557" y="5763023"/>
            <a:ext cx="59859" cy="338679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Oval 198">
            <a:extLst>
              <a:ext uri="{FF2B5EF4-FFF2-40B4-BE49-F238E27FC236}">
                <a16:creationId xmlns:a16="http://schemas.microsoft.com/office/drawing/2014/main" id="{B9027C87-5E1F-D2F5-26CA-82EFD5AC2545}"/>
              </a:ext>
            </a:extLst>
          </p:cNvPr>
          <p:cNvSpPr>
            <a:spLocks noChangeAspect="1"/>
          </p:cNvSpPr>
          <p:nvPr/>
        </p:nvSpPr>
        <p:spPr>
          <a:xfrm>
            <a:off x="4931711" y="597637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6F4E643E-CC0A-9866-D6BC-FA67E335BDD5}"/>
              </a:ext>
            </a:extLst>
          </p:cNvPr>
          <p:cNvSpPr>
            <a:spLocks noChangeAspect="1"/>
          </p:cNvSpPr>
          <p:nvPr/>
        </p:nvSpPr>
        <p:spPr>
          <a:xfrm>
            <a:off x="4934698" y="468302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DE2ADD-270C-138D-9EC3-14C4DBD0EAD6}"/>
              </a:ext>
            </a:extLst>
          </p:cNvPr>
          <p:cNvSpPr txBox="1"/>
          <p:nvPr/>
        </p:nvSpPr>
        <p:spPr>
          <a:xfrm>
            <a:off x="4839491" y="3881307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9E3836-1696-3F81-A6CA-019C3D7F388E}"/>
              </a:ext>
            </a:extLst>
          </p:cNvPr>
          <p:cNvSpPr txBox="1"/>
          <p:nvPr/>
        </p:nvSpPr>
        <p:spPr>
          <a:xfrm>
            <a:off x="5669075" y="6462796"/>
            <a:ext cx="797246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E184F62-0735-F660-0434-91965775A854}"/>
              </a:ext>
            </a:extLst>
          </p:cNvPr>
          <p:cNvSpPr txBox="1"/>
          <p:nvPr/>
        </p:nvSpPr>
        <p:spPr>
          <a:xfrm>
            <a:off x="7227852" y="574063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6086E6A-A688-707A-F366-790CFC4D63DF}"/>
              </a:ext>
            </a:extLst>
          </p:cNvPr>
          <p:cNvSpPr txBox="1"/>
          <p:nvPr/>
        </p:nvSpPr>
        <p:spPr>
          <a:xfrm>
            <a:off x="5718569" y="433800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</p:spTree>
    <p:extLst>
      <p:ext uri="{BB962C8B-B14F-4D97-AF65-F5344CB8AC3E}">
        <p14:creationId xmlns:p14="http://schemas.microsoft.com/office/powerpoint/2010/main" val="23924047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EA679767-E7B5-4EE4-F18D-7806482F4C33}"/>
              </a:ext>
            </a:extLst>
          </p:cNvPr>
          <p:cNvSpPr txBox="1"/>
          <p:nvPr/>
        </p:nvSpPr>
        <p:spPr>
          <a:xfrm rot="18812380">
            <a:off x="2266111" y="574162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2F94E5-29F6-21EA-A847-BD4E5B8BB615}"/>
              </a:ext>
            </a:extLst>
          </p:cNvPr>
          <p:cNvSpPr txBox="1"/>
          <p:nvPr/>
        </p:nvSpPr>
        <p:spPr>
          <a:xfrm>
            <a:off x="3252853" y="516075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C7893-65D0-DD0C-50FC-B80A08A7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77" y="1848412"/>
            <a:ext cx="5905500" cy="4981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A0E-18AA-2F20-EF23-20A4665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386499"/>
            <a:ext cx="11132597" cy="57904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Build</a:t>
            </a:r>
            <a:r>
              <a:rPr lang="lv-LV" dirty="0"/>
              <a:t> a TM </a:t>
            </a:r>
            <a:r>
              <a:rPr lang="lv-LV" dirty="0" err="1"/>
              <a:t>that</a:t>
            </a:r>
            <a:r>
              <a:rPr lang="lv-LV" dirty="0"/>
              <a:t> </a:t>
            </a:r>
            <a:r>
              <a:rPr lang="lv-LV" dirty="0" err="1"/>
              <a:t>recognizes</a:t>
            </a:r>
            <a:r>
              <a:rPr lang="lv-LV" dirty="0"/>
              <a:t> 𝐿 = {</a:t>
            </a:r>
            <a:r>
              <a:rPr lang="en-US" dirty="0"/>
              <a:t>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#</a:t>
            </a:r>
            <a:r>
              <a:rPr lang="en-US" dirty="0"/>
              <a:t> 𝑥𝑦𝑧 𝑥𝑦𝑧 </a:t>
            </a:r>
            <a:r>
              <a:rPr lang="lv-LV" dirty="0"/>
              <a:t>𝑤</a:t>
            </a:r>
            <a:r>
              <a:rPr lang="en-US" dirty="0"/>
              <a:t> </a:t>
            </a:r>
            <a:r>
              <a:rPr lang="lv-LV" dirty="0"/>
              <a:t>|</a:t>
            </a:r>
            <a:r>
              <a:rPr lang="en-US" dirty="0"/>
              <a:t> 𝑥,𝑦,𝑧</a:t>
            </a:r>
            <a:r>
              <a:rPr lang="lv-LV" dirty="0"/>
              <a:t>∈{0,1}</a:t>
            </a:r>
            <a:r>
              <a:rPr lang="en-US" dirty="0"/>
              <a:t>, </a:t>
            </a:r>
            <a:r>
              <a:rPr lang="lv-LV" dirty="0"/>
              <a:t>𝑤∈{0,1}</a:t>
            </a:r>
            <a:r>
              <a:rPr lang="lv-LV" baseline="30000" dirty="0"/>
              <a:t>∗</a:t>
            </a:r>
            <a:r>
              <a:rPr lang="lv-LV" dirty="0"/>
              <a:t>}</a:t>
            </a:r>
            <a:endParaRPr lang="en-US" dirty="0"/>
          </a:p>
          <a:p>
            <a:pPr marL="0" indent="0" algn="r">
              <a:buNone/>
            </a:pPr>
            <a:r>
              <a:rPr lang="en-US" dirty="0">
                <a:solidFill>
                  <a:srgbClr val="FF0000"/>
                </a:solidFill>
              </a:rPr>
              <a:t>doubly-infinite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→ </a:t>
            </a:r>
            <a:r>
              <a:rPr lang="en-US" dirty="0">
                <a:solidFill>
                  <a:srgbClr val="00B050"/>
                </a:solidFill>
              </a:rPr>
              <a:t>singly-infinite</a:t>
            </a:r>
            <a:r>
              <a:rPr lang="en-US" dirty="0"/>
              <a:t> tape!</a:t>
            </a:r>
            <a:endParaRPr lang="lv-LV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9EC9EE2-7730-9B48-09E4-AA204711EEAE}"/>
              </a:ext>
            </a:extLst>
          </p:cNvPr>
          <p:cNvSpPr>
            <a:spLocks noChangeAspect="1"/>
          </p:cNvSpPr>
          <p:nvPr/>
        </p:nvSpPr>
        <p:spPr>
          <a:xfrm>
            <a:off x="428311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4E84AD-FBF5-2F7A-6DF5-9C9C3D2AEC75}"/>
              </a:ext>
            </a:extLst>
          </p:cNvPr>
          <p:cNvSpPr>
            <a:spLocks noChangeAspect="1"/>
          </p:cNvSpPr>
          <p:nvPr/>
        </p:nvSpPr>
        <p:spPr>
          <a:xfrm>
            <a:off x="1959665" y="224739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₂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BE972-50D7-BA06-F24F-321E0BEE852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968311" y="2517399"/>
            <a:ext cx="99135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7C896-EFC8-F152-F36E-DC1CED03B7DB}"/>
              </a:ext>
            </a:extLst>
          </p:cNvPr>
          <p:cNvSpPr txBox="1"/>
          <p:nvPr/>
        </p:nvSpPr>
        <p:spPr>
          <a:xfrm>
            <a:off x="906717" y="219885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480DB8-3275-A167-3B62-EF1963990DA9}"/>
              </a:ext>
            </a:extLst>
          </p:cNvPr>
          <p:cNvSpPr>
            <a:spLocks noChangeAspect="1"/>
          </p:cNvSpPr>
          <p:nvPr/>
        </p:nvSpPr>
        <p:spPr>
          <a:xfrm>
            <a:off x="3485718" y="2251219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₃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C8F7E1-3C5D-C250-2093-6ACB3BFDADB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499665" y="2517399"/>
            <a:ext cx="986053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F78B47-8E33-6188-EAE3-40105C436886}"/>
              </a:ext>
            </a:extLst>
          </p:cNvPr>
          <p:cNvSpPr txBox="1"/>
          <p:nvPr/>
        </p:nvSpPr>
        <p:spPr>
          <a:xfrm>
            <a:off x="2380848" y="220481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C93146-9476-0C5F-013C-2D7D4140BEEC}"/>
              </a:ext>
            </a:extLst>
          </p:cNvPr>
          <p:cNvCxnSpPr>
            <a:cxnSpLocks/>
            <a:stCxn id="14" idx="3"/>
            <a:endCxn id="103" idx="7"/>
          </p:cNvCxnSpPr>
          <p:nvPr/>
        </p:nvCxnSpPr>
        <p:spPr>
          <a:xfrm flipH="1">
            <a:off x="3057455" y="271213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913C6C-5B83-BA05-C70B-E1DB1FEA4675}"/>
              </a:ext>
            </a:extLst>
          </p:cNvPr>
          <p:cNvSpPr txBox="1"/>
          <p:nvPr/>
        </p:nvSpPr>
        <p:spPr>
          <a:xfrm rot="18806060">
            <a:off x="2958620" y="28653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82C48F-61EE-6EDC-DA98-5EDDF646F287}"/>
              </a:ext>
            </a:extLst>
          </p:cNvPr>
          <p:cNvCxnSpPr>
            <a:cxnSpLocks/>
            <a:stCxn id="14" idx="5"/>
            <a:endCxn id="57" idx="1"/>
          </p:cNvCxnSpPr>
          <p:nvPr/>
        </p:nvCxnSpPr>
        <p:spPr>
          <a:xfrm>
            <a:off x="3946637" y="271213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F5A787-3DAE-67C7-5AC2-8F6F900FD533}"/>
              </a:ext>
            </a:extLst>
          </p:cNvPr>
          <p:cNvSpPr txBox="1"/>
          <p:nvPr/>
        </p:nvSpPr>
        <p:spPr>
          <a:xfrm rot="2657338">
            <a:off x="3755017" y="264104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4E253C26-2908-93A9-6EB5-167CB5585BE7}"/>
              </a:ext>
            </a:extLst>
          </p:cNvPr>
          <p:cNvSpPr>
            <a:spLocks/>
          </p:cNvSpPr>
          <p:nvPr/>
        </p:nvSpPr>
        <p:spPr>
          <a:xfrm rot="16200000" flipH="1" flipV="1">
            <a:off x="4931476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551266-D85C-B9CC-3270-B6ED7B88F17A}"/>
              </a:ext>
            </a:extLst>
          </p:cNvPr>
          <p:cNvSpPr txBox="1"/>
          <p:nvPr/>
        </p:nvSpPr>
        <p:spPr>
          <a:xfrm>
            <a:off x="4778419" y="330210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EC4A952-5BB0-5B4C-A878-FA049B33BADA}"/>
              </a:ext>
            </a:extLst>
          </p:cNvPr>
          <p:cNvCxnSpPr>
            <a:cxnSpLocks/>
            <a:stCxn id="103" idx="5"/>
            <a:endCxn id="148" idx="1"/>
          </p:cNvCxnSpPr>
          <p:nvPr/>
        </p:nvCxnSpPr>
        <p:spPr>
          <a:xfrm>
            <a:off x="3057455" y="3631521"/>
            <a:ext cx="507344" cy="556847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C5A33-A29B-B8FC-B3C7-5CBD6104859D}"/>
              </a:ext>
            </a:extLst>
          </p:cNvPr>
          <p:cNvCxnSpPr>
            <a:cxnSpLocks/>
            <a:stCxn id="57" idx="3"/>
            <a:endCxn id="148" idx="7"/>
          </p:cNvCxnSpPr>
          <p:nvPr/>
        </p:nvCxnSpPr>
        <p:spPr>
          <a:xfrm flipH="1">
            <a:off x="3946637" y="3623446"/>
            <a:ext cx="537873" cy="564922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ACF8FF88-C2EE-774F-5CB2-51DA9D208203}"/>
              </a:ext>
            </a:extLst>
          </p:cNvPr>
          <p:cNvSpPr txBox="1"/>
          <p:nvPr/>
        </p:nvSpPr>
        <p:spPr>
          <a:xfrm>
            <a:off x="1725955" y="329050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EE00321-E61C-4676-AA92-44ABA70495F1}"/>
              </a:ext>
            </a:extLst>
          </p:cNvPr>
          <p:cNvCxnSpPr>
            <a:cxnSpLocks/>
            <a:endCxn id="145" idx="6"/>
          </p:cNvCxnSpPr>
          <p:nvPr/>
        </p:nvCxnSpPr>
        <p:spPr>
          <a:xfrm flipH="1" flipV="1">
            <a:off x="2504883" y="4375467"/>
            <a:ext cx="980485" cy="59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20C6796B-7847-7CA9-34DF-7C37D5FAAA31}"/>
              </a:ext>
            </a:extLst>
          </p:cNvPr>
          <p:cNvSpPr>
            <a:spLocks/>
          </p:cNvSpPr>
          <p:nvPr/>
        </p:nvSpPr>
        <p:spPr>
          <a:xfrm rot="5400000" flipV="1">
            <a:off x="2070489" y="2900602"/>
            <a:ext cx="540000" cy="1080000"/>
          </a:xfrm>
          <a:prstGeom prst="arc">
            <a:avLst>
              <a:gd name="adj1" fmla="val 7341091"/>
              <a:gd name="adj2" fmla="val 3462955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FDE3105-7CA5-E013-250E-E4742D0444F7}"/>
              </a:ext>
            </a:extLst>
          </p:cNvPr>
          <p:cNvSpPr>
            <a:spLocks noChangeAspect="1"/>
          </p:cNvSpPr>
          <p:nvPr/>
        </p:nvSpPr>
        <p:spPr>
          <a:xfrm>
            <a:off x="1964883" y="410546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₆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D810CB-BFB0-F98C-F14F-05B003C4A84D}"/>
              </a:ext>
            </a:extLst>
          </p:cNvPr>
          <p:cNvSpPr>
            <a:spLocks noChangeAspect="1"/>
          </p:cNvSpPr>
          <p:nvPr/>
        </p:nvSpPr>
        <p:spPr>
          <a:xfrm>
            <a:off x="3485718" y="410928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₅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447E3E-3CAF-0256-083B-1226F4C81F8D}"/>
              </a:ext>
            </a:extLst>
          </p:cNvPr>
          <p:cNvSpPr txBox="1"/>
          <p:nvPr/>
        </p:nvSpPr>
        <p:spPr>
          <a:xfrm>
            <a:off x="2520357" y="409380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2DCBAAE-D6F9-1A49-EDF3-82282376173F}"/>
              </a:ext>
            </a:extLst>
          </p:cNvPr>
          <p:cNvCxnSpPr>
            <a:cxnSpLocks/>
          </p:cNvCxnSpPr>
          <p:nvPr/>
        </p:nvCxnSpPr>
        <p:spPr>
          <a:xfrm>
            <a:off x="802304" y="1256062"/>
            <a:ext cx="1211226" cy="13649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6E5255D-48F6-5ABF-9963-C63F9E39BE16}"/>
              </a:ext>
            </a:extLst>
          </p:cNvPr>
          <p:cNvCxnSpPr>
            <a:cxnSpLocks/>
            <a:endCxn id="167" idx="7"/>
          </p:cNvCxnSpPr>
          <p:nvPr/>
        </p:nvCxnSpPr>
        <p:spPr>
          <a:xfrm flipH="1">
            <a:off x="1531889" y="4570788"/>
            <a:ext cx="507344" cy="53754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C5022FC-5139-19AB-C8AC-7C1A8B49A8C3}"/>
              </a:ext>
            </a:extLst>
          </p:cNvPr>
          <p:cNvSpPr txBox="1"/>
          <p:nvPr/>
        </p:nvSpPr>
        <p:spPr>
          <a:xfrm rot="18806060">
            <a:off x="1216721" y="454452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923817D-5088-0691-2D68-2EA1D70A02E7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421071" y="4570788"/>
            <a:ext cx="537873" cy="52947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93A43A4-7F5A-CE30-30C9-933DE94A5BA5}"/>
              </a:ext>
            </a:extLst>
          </p:cNvPr>
          <p:cNvSpPr txBox="1"/>
          <p:nvPr/>
        </p:nvSpPr>
        <p:spPr>
          <a:xfrm rot="2657338">
            <a:off x="1978136" y="473456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E9911A95-9B4F-955D-34C9-5C676B091836}"/>
              </a:ext>
            </a:extLst>
          </p:cNvPr>
          <p:cNvSpPr>
            <a:spLocks/>
          </p:cNvSpPr>
          <p:nvPr/>
        </p:nvSpPr>
        <p:spPr>
          <a:xfrm rot="16200000" flipH="1" flipV="1">
            <a:off x="3405910" y="4759252"/>
            <a:ext cx="540000" cy="1080000"/>
          </a:xfrm>
          <a:prstGeom prst="arc">
            <a:avLst>
              <a:gd name="adj1" fmla="val 7341091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670AF2-31BE-5AE4-BD6A-F886FE54C585}"/>
              </a:ext>
            </a:extLst>
          </p:cNvPr>
          <p:cNvCxnSpPr>
            <a:cxnSpLocks/>
            <a:stCxn id="167" idx="5"/>
            <a:endCxn id="174" idx="1"/>
          </p:cNvCxnSpPr>
          <p:nvPr/>
        </p:nvCxnSpPr>
        <p:spPr>
          <a:xfrm>
            <a:off x="1531889" y="5490171"/>
            <a:ext cx="513644" cy="561465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Oval 173">
            <a:extLst>
              <a:ext uri="{FF2B5EF4-FFF2-40B4-BE49-F238E27FC236}">
                <a16:creationId xmlns:a16="http://schemas.microsoft.com/office/drawing/2014/main" id="{91F091EA-DDD0-D3E7-7699-CA194F810235}"/>
              </a:ext>
            </a:extLst>
          </p:cNvPr>
          <p:cNvSpPr>
            <a:spLocks noChangeAspect="1"/>
          </p:cNvSpPr>
          <p:nvPr/>
        </p:nvSpPr>
        <p:spPr>
          <a:xfrm>
            <a:off x="1966452" y="597255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₈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DBEB2D5-F225-1354-20E9-F77029F88FC8}"/>
              </a:ext>
            </a:extLst>
          </p:cNvPr>
          <p:cNvSpPr>
            <a:spLocks noChangeAspect="1"/>
          </p:cNvSpPr>
          <p:nvPr/>
        </p:nvSpPr>
        <p:spPr>
          <a:xfrm>
            <a:off x="3487287" y="5976375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₉</a:t>
            </a:r>
            <a:endParaRPr lang="lv-LV" dirty="0">
              <a:solidFill>
                <a:schemeClr val="tx1"/>
              </a:solidFill>
            </a:endParaRP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DDA0C7A-E2E6-D51F-B0B5-E9C890547BBC}"/>
              </a:ext>
            </a:extLst>
          </p:cNvPr>
          <p:cNvCxnSpPr>
            <a:cxnSpLocks/>
            <a:stCxn id="174" idx="6"/>
            <a:endCxn id="178" idx="2"/>
          </p:cNvCxnSpPr>
          <p:nvPr/>
        </p:nvCxnSpPr>
        <p:spPr>
          <a:xfrm>
            <a:off x="2506452" y="6242555"/>
            <a:ext cx="980835" cy="382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93ECF36-AFD3-25BC-6FC8-79012D34A489}"/>
              </a:ext>
            </a:extLst>
          </p:cNvPr>
          <p:cNvCxnSpPr>
            <a:cxnSpLocks/>
            <a:stCxn id="178" idx="6"/>
            <a:endCxn id="199" idx="2"/>
          </p:cNvCxnSpPr>
          <p:nvPr/>
        </p:nvCxnSpPr>
        <p:spPr>
          <a:xfrm flipV="1">
            <a:off x="4027287" y="6246373"/>
            <a:ext cx="904424" cy="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E9E119C-F67C-2FE4-185D-CE5BD1F5C8E5}"/>
              </a:ext>
            </a:extLst>
          </p:cNvPr>
          <p:cNvCxnSpPr>
            <a:cxnSpLocks/>
            <a:stCxn id="178" idx="7"/>
            <a:endCxn id="197" idx="3"/>
          </p:cNvCxnSpPr>
          <p:nvPr/>
        </p:nvCxnSpPr>
        <p:spPr>
          <a:xfrm flipV="1">
            <a:off x="3948206" y="5143942"/>
            <a:ext cx="1065573" cy="91151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79AD0C8D-EE3C-951B-A46A-B02B0F90E126}"/>
              </a:ext>
            </a:extLst>
          </p:cNvPr>
          <p:cNvSpPr txBox="1"/>
          <p:nvPr/>
        </p:nvSpPr>
        <p:spPr>
          <a:xfrm rot="2766598">
            <a:off x="1441727" y="549209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⎵→0,R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D3D6FB0-DB13-888D-3861-57374EF550F5}"/>
              </a:ext>
            </a:extLst>
          </p:cNvPr>
          <p:cNvGrpSpPr/>
          <p:nvPr/>
        </p:nvGrpSpPr>
        <p:grpSpPr>
          <a:xfrm>
            <a:off x="4661711" y="4257389"/>
            <a:ext cx="1080000" cy="540000"/>
            <a:chOff x="6207712" y="4257391"/>
            <a:chExt cx="1080000" cy="540000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1C34435E-3EF7-E561-F52D-FC5B95A0DA71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BE2083C-0C99-234C-FE18-05B498D7987D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B68323D8-7FD7-C565-2C6A-8E3B68843D94}"/>
              </a:ext>
            </a:extLst>
          </p:cNvPr>
          <p:cNvSpPr txBox="1"/>
          <p:nvPr/>
        </p:nvSpPr>
        <p:spPr>
          <a:xfrm>
            <a:off x="3880086" y="625526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1→L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C95F2A-5314-D93E-00D8-8058FB340F2C}"/>
              </a:ext>
            </a:extLst>
          </p:cNvPr>
          <p:cNvSpPr txBox="1"/>
          <p:nvPr/>
        </p:nvSpPr>
        <p:spPr>
          <a:xfrm rot="19200869">
            <a:off x="3770095" y="543453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0→L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AD80CC-FDB2-F7A8-90DD-7B15DEBF5E09}"/>
              </a:ext>
            </a:extLst>
          </p:cNvPr>
          <p:cNvGrpSpPr/>
          <p:nvPr/>
        </p:nvGrpSpPr>
        <p:grpSpPr>
          <a:xfrm>
            <a:off x="4662155" y="5559828"/>
            <a:ext cx="1080000" cy="540000"/>
            <a:chOff x="6207712" y="4257391"/>
            <a:chExt cx="1080000" cy="540000"/>
          </a:xfrm>
        </p:grpSpPr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E5292260-6E6B-58AD-2AD5-576830773622}"/>
                </a:ext>
              </a:extLst>
            </p:cNvPr>
            <p:cNvSpPr>
              <a:spLocks/>
            </p:cNvSpPr>
            <p:nvPr/>
          </p:nvSpPr>
          <p:spPr>
            <a:xfrm rot="16200000" flipH="1" flipV="1">
              <a:off x="6477712" y="3987391"/>
              <a:ext cx="540000" cy="1080000"/>
            </a:xfrm>
            <a:prstGeom prst="arc">
              <a:avLst>
                <a:gd name="adj1" fmla="val 2537580"/>
                <a:gd name="adj2" fmla="val 19214976"/>
              </a:avLst>
            </a:prstGeom>
            <a:ln w="254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lv-LV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5667A8B-7243-8412-C9BC-499CDBBF7B4C}"/>
                </a:ext>
              </a:extLst>
            </p:cNvPr>
            <p:cNvSpPr txBox="1"/>
            <p:nvPr/>
          </p:nvSpPr>
          <p:spPr>
            <a:xfrm>
              <a:off x="6211801" y="4343613"/>
              <a:ext cx="1053494" cy="2769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dirty="0">
                  <a:cs typeface="Courier New" panose="02070309020205020404" pitchFamily="49" charset="0"/>
                </a:rPr>
                <a:t>0,1→L</a:t>
              </a:r>
            </a:p>
          </p:txBody>
        </p:sp>
      </p:grpSp>
      <p:sp>
        <p:nvSpPr>
          <p:cNvPr id="223" name="TextBox 222">
            <a:extLst>
              <a:ext uri="{FF2B5EF4-FFF2-40B4-BE49-F238E27FC236}">
                <a16:creationId xmlns:a16="http://schemas.microsoft.com/office/drawing/2014/main" id="{91E1212E-5EFD-D8FD-C35D-83930EF929F3}"/>
              </a:ext>
            </a:extLst>
          </p:cNvPr>
          <p:cNvSpPr txBox="1"/>
          <p:nvPr/>
        </p:nvSpPr>
        <p:spPr>
          <a:xfrm rot="20532152">
            <a:off x="5594377" y="6040128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25" name="Arc 224">
            <a:extLst>
              <a:ext uri="{FF2B5EF4-FFF2-40B4-BE49-F238E27FC236}">
                <a16:creationId xmlns:a16="http://schemas.microsoft.com/office/drawing/2014/main" id="{85604071-A11D-BCF6-C18B-18E8EC20AF22}"/>
              </a:ext>
            </a:extLst>
          </p:cNvPr>
          <p:cNvSpPr>
            <a:spLocks/>
          </p:cNvSpPr>
          <p:nvPr/>
        </p:nvSpPr>
        <p:spPr>
          <a:xfrm rot="5400000" flipV="1">
            <a:off x="532304" y="4751395"/>
            <a:ext cx="540000" cy="1080000"/>
          </a:xfrm>
          <a:prstGeom prst="arc">
            <a:avLst>
              <a:gd name="adj1" fmla="val 7101909"/>
              <a:gd name="adj2" fmla="val 3686019"/>
            </a:avLst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lv-LV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503D32A-C95B-1D6F-1A61-A35D5C49CAAE}"/>
              </a:ext>
            </a:extLst>
          </p:cNvPr>
          <p:cNvSpPr txBox="1"/>
          <p:nvPr/>
        </p:nvSpPr>
        <p:spPr>
          <a:xfrm>
            <a:off x="171297" y="5143942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0,1→L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496B781-1429-974A-C40B-6BF3B28B7EE4}"/>
              </a:ext>
            </a:extLst>
          </p:cNvPr>
          <p:cNvSpPr txBox="1"/>
          <p:nvPr/>
        </p:nvSpPr>
        <p:spPr>
          <a:xfrm rot="829980">
            <a:off x="5664453" y="475587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6C2EF2-0FFF-9268-500D-170741F9FD39}"/>
              </a:ext>
            </a:extLst>
          </p:cNvPr>
          <p:cNvSpPr>
            <a:spLocks noChangeAspect="1"/>
          </p:cNvSpPr>
          <p:nvPr/>
        </p:nvSpPr>
        <p:spPr>
          <a:xfrm>
            <a:off x="7076416" y="5223023"/>
            <a:ext cx="540000" cy="540000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dirty="0">
                <a:solidFill>
                  <a:srgbClr val="0070C0"/>
                </a:solidFill>
              </a:rPr>
              <a:t>₁₁</a:t>
            </a:r>
            <a:endParaRPr lang="lv-LV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9B43D-6A4B-D095-C7AA-0938B24B8062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7616416" y="2779544"/>
            <a:ext cx="1684368" cy="2713479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D7F4A0-338D-1E6D-7311-0636ACEE649F}"/>
              </a:ext>
            </a:extLst>
          </p:cNvPr>
          <p:cNvCxnSpPr>
            <a:cxnSpLocks/>
            <a:stCxn id="197" idx="6"/>
            <a:endCxn id="10" idx="1"/>
          </p:cNvCxnSpPr>
          <p:nvPr/>
        </p:nvCxnSpPr>
        <p:spPr>
          <a:xfrm>
            <a:off x="5474698" y="4953023"/>
            <a:ext cx="1680799" cy="349081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288F85-9279-6068-7B77-FB86F7D10DA0}"/>
              </a:ext>
            </a:extLst>
          </p:cNvPr>
          <p:cNvCxnSpPr>
            <a:cxnSpLocks/>
            <a:stCxn id="199" idx="6"/>
            <a:endCxn id="10" idx="3"/>
          </p:cNvCxnSpPr>
          <p:nvPr/>
        </p:nvCxnSpPr>
        <p:spPr>
          <a:xfrm flipV="1">
            <a:off x="5471711" y="5683942"/>
            <a:ext cx="1683786" cy="562431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D49061-5CFC-F5C3-A459-026692098D0E}"/>
              </a:ext>
            </a:extLst>
          </p:cNvPr>
          <p:cNvSpPr txBox="1"/>
          <p:nvPr/>
        </p:nvSpPr>
        <p:spPr>
          <a:xfrm rot="18051988">
            <a:off x="8150304" y="396026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1,0→L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A9669-D73A-382A-7BB4-8F6C84F09E5C}"/>
              </a:ext>
            </a:extLst>
          </p:cNvPr>
          <p:cNvSpPr txBox="1"/>
          <p:nvPr/>
        </p:nvSpPr>
        <p:spPr>
          <a:xfrm>
            <a:off x="2031112" y="946477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0A21FB-F2EB-3A65-E090-037648E25320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698311" y="1595474"/>
            <a:ext cx="2081138" cy="651925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40C9CAE-62E3-42EF-6C43-848EF65AF165}"/>
              </a:ext>
            </a:extLst>
          </p:cNvPr>
          <p:cNvSpPr txBox="1"/>
          <p:nvPr/>
        </p:nvSpPr>
        <p:spPr>
          <a:xfrm>
            <a:off x="814223" y="16874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_→</a:t>
            </a:r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</a:rPr>
              <a:t>,R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34240-22FE-92F8-CDF0-1BE2EA293C23}"/>
              </a:ext>
            </a:extLst>
          </p:cNvPr>
          <p:cNvSpPr txBox="1"/>
          <p:nvPr/>
        </p:nvSpPr>
        <p:spPr>
          <a:xfrm>
            <a:off x="4589737" y="1404474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14705A-A4B5-5A2B-634D-714BFB0311EC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138068" y="1728973"/>
            <a:ext cx="1451669" cy="1662056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F54903-23F7-FFEE-168F-38EECA11CD78}"/>
              </a:ext>
            </a:extLst>
          </p:cNvPr>
          <p:cNvCxnSpPr>
            <a:cxnSpLocks/>
            <a:endCxn id="148" idx="0"/>
          </p:cNvCxnSpPr>
          <p:nvPr/>
        </p:nvCxnSpPr>
        <p:spPr>
          <a:xfrm flipH="1">
            <a:off x="3755718" y="2044044"/>
            <a:ext cx="1517849" cy="2065243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138382-A0D8-95E0-F920-2D384A1FDFC3}"/>
              </a:ext>
            </a:extLst>
          </p:cNvPr>
          <p:cNvSpPr txBox="1"/>
          <p:nvPr/>
        </p:nvSpPr>
        <p:spPr>
          <a:xfrm>
            <a:off x="3952342" y="214234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23B124-C3E0-8630-11DA-B050511E05B0}"/>
              </a:ext>
            </a:extLst>
          </p:cNvPr>
          <p:cNvSpPr txBox="1"/>
          <p:nvPr/>
        </p:nvSpPr>
        <p:spPr>
          <a:xfrm>
            <a:off x="198067" y="6034433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BC83A0-7766-0E14-55D3-6447599B854C}"/>
              </a:ext>
            </a:extLst>
          </p:cNvPr>
          <p:cNvCxnSpPr>
            <a:cxnSpLocks/>
            <a:stCxn id="167" idx="4"/>
            <a:endCxn id="17" idx="0"/>
          </p:cNvCxnSpPr>
          <p:nvPr/>
        </p:nvCxnSpPr>
        <p:spPr>
          <a:xfrm flipH="1">
            <a:off x="881897" y="5569252"/>
            <a:ext cx="459073" cy="46518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0CA796-3C50-B3C0-11D2-A0E414151404}"/>
              </a:ext>
            </a:extLst>
          </p:cNvPr>
          <p:cNvSpPr txBox="1"/>
          <p:nvPr/>
        </p:nvSpPr>
        <p:spPr>
          <a:xfrm>
            <a:off x="179832" y="5656936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607EBCF-566C-0337-AA81-19AE69B6456C}"/>
              </a:ext>
            </a:extLst>
          </p:cNvPr>
          <p:cNvCxnSpPr>
            <a:cxnSpLocks/>
            <a:stCxn id="17" idx="3"/>
            <a:endCxn id="174" idx="2"/>
          </p:cNvCxnSpPr>
          <p:nvPr/>
        </p:nvCxnSpPr>
        <p:spPr>
          <a:xfrm flipV="1">
            <a:off x="1565727" y="6242555"/>
            <a:ext cx="400725" cy="116377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AA8C4D48-13B9-8A7A-6240-F3C04D39922F}"/>
              </a:ext>
            </a:extLst>
          </p:cNvPr>
          <p:cNvSpPr>
            <a:spLocks noChangeAspect="1"/>
          </p:cNvSpPr>
          <p:nvPr/>
        </p:nvSpPr>
        <p:spPr>
          <a:xfrm>
            <a:off x="1070970" y="502925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7741C2C-DF05-E494-22AE-1EF5B027DAE9}"/>
              </a:ext>
            </a:extLst>
          </p:cNvPr>
          <p:cNvSpPr>
            <a:spLocks noChangeAspect="1"/>
          </p:cNvSpPr>
          <p:nvPr/>
        </p:nvSpPr>
        <p:spPr>
          <a:xfrm>
            <a:off x="2596536" y="3170602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642C91-B406-66D4-1505-C0CB82D3B716}"/>
              </a:ext>
            </a:extLst>
          </p:cNvPr>
          <p:cNvSpPr txBox="1"/>
          <p:nvPr/>
        </p:nvSpPr>
        <p:spPr>
          <a:xfrm>
            <a:off x="1314430" y="6557633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439533-593A-8AC8-2C39-9B898D439C7C}"/>
              </a:ext>
            </a:extLst>
          </p:cNvPr>
          <p:cNvSpPr txBox="1"/>
          <p:nvPr/>
        </p:nvSpPr>
        <p:spPr>
          <a:xfrm>
            <a:off x="6268177" y="1823675"/>
            <a:ext cx="1367660" cy="648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5D83C7E-8495-3A46-B2A8-217007E94BFA}"/>
              </a:ext>
            </a:extLst>
          </p:cNvPr>
          <p:cNvCxnSpPr>
            <a:cxnSpLocks/>
            <a:stCxn id="57" idx="0"/>
            <a:endCxn id="20" idx="1"/>
          </p:cNvCxnSpPr>
          <p:nvPr/>
        </p:nvCxnSpPr>
        <p:spPr>
          <a:xfrm flipV="1">
            <a:off x="4675429" y="2148174"/>
            <a:ext cx="1592748" cy="1014353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1E7FB16-A092-234C-596A-180C7A42F71C}"/>
              </a:ext>
            </a:extLst>
          </p:cNvPr>
          <p:cNvSpPr txBox="1"/>
          <p:nvPr/>
        </p:nvSpPr>
        <p:spPr>
          <a:xfrm rot="2766598">
            <a:off x="2976502" y="3632140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557DA6-68EC-9CD0-DA20-1F089C6E3E0F}"/>
              </a:ext>
            </a:extLst>
          </p:cNvPr>
          <p:cNvSpPr txBox="1"/>
          <p:nvPr/>
        </p:nvSpPr>
        <p:spPr>
          <a:xfrm>
            <a:off x="4987124" y="2047407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BC9C68-7A67-4E1D-5871-F9523C4CE9F1}"/>
              </a:ext>
            </a:extLst>
          </p:cNvPr>
          <p:cNvSpPr>
            <a:spLocks noChangeAspect="1"/>
          </p:cNvSpPr>
          <p:nvPr/>
        </p:nvSpPr>
        <p:spPr>
          <a:xfrm>
            <a:off x="4405429" y="316252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₄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D00A52-A3F7-5FCA-5120-7198A5CD2839}"/>
              </a:ext>
            </a:extLst>
          </p:cNvPr>
          <p:cNvSpPr txBox="1"/>
          <p:nvPr/>
        </p:nvSpPr>
        <p:spPr>
          <a:xfrm>
            <a:off x="4829068" y="282282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5C9EFC-E373-40AC-047D-7110A7C1191B}"/>
              </a:ext>
            </a:extLst>
          </p:cNvPr>
          <p:cNvSpPr txBox="1"/>
          <p:nvPr/>
        </p:nvSpPr>
        <p:spPr>
          <a:xfrm rot="18812380">
            <a:off x="3800887" y="3881675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⎵→1,R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AE460A7-94BC-D01F-A479-1B9FC90731CF}"/>
              </a:ext>
            </a:extLst>
          </p:cNvPr>
          <p:cNvCxnSpPr>
            <a:cxnSpLocks/>
            <a:stCxn id="20" idx="2"/>
            <a:endCxn id="148" idx="6"/>
          </p:cNvCxnSpPr>
          <p:nvPr/>
        </p:nvCxnSpPr>
        <p:spPr>
          <a:xfrm flipH="1">
            <a:off x="4025718" y="2472672"/>
            <a:ext cx="2926289" cy="1906615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73FD60B-C5FA-9EF0-BF30-1D28CC064609}"/>
              </a:ext>
            </a:extLst>
          </p:cNvPr>
          <p:cNvSpPr txBox="1"/>
          <p:nvPr/>
        </p:nvSpPr>
        <p:spPr>
          <a:xfrm>
            <a:off x="5627652" y="251592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47AA2A-7A4D-D4C3-70A4-EFACC24606A8}"/>
              </a:ext>
            </a:extLst>
          </p:cNvPr>
          <p:cNvSpPr txBox="1"/>
          <p:nvPr/>
        </p:nvSpPr>
        <p:spPr>
          <a:xfrm>
            <a:off x="3311563" y="5581346"/>
            <a:ext cx="1367660" cy="648997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16FA1C-12B3-2D2A-C46B-6DD904691078}"/>
              </a:ext>
            </a:extLst>
          </p:cNvPr>
          <p:cNvCxnSpPr>
            <a:cxnSpLocks/>
            <a:stCxn id="162" idx="6"/>
            <a:endCxn id="24" idx="0"/>
          </p:cNvCxnSpPr>
          <p:nvPr/>
        </p:nvCxnSpPr>
        <p:spPr>
          <a:xfrm>
            <a:off x="3419863" y="5291177"/>
            <a:ext cx="575530" cy="290169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8985CD4-BC2D-AB49-9CC7-8924ED1FC074}"/>
              </a:ext>
            </a:extLst>
          </p:cNvPr>
          <p:cNvCxnSpPr>
            <a:cxnSpLocks/>
            <a:stCxn id="24" idx="1"/>
            <a:endCxn id="174" idx="6"/>
          </p:cNvCxnSpPr>
          <p:nvPr/>
        </p:nvCxnSpPr>
        <p:spPr>
          <a:xfrm flipH="1">
            <a:off x="2506452" y="5905845"/>
            <a:ext cx="805111" cy="336710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9754F8E-3FC7-A437-8D3A-5865EF0B7EBD}"/>
              </a:ext>
            </a:extLst>
          </p:cNvPr>
          <p:cNvSpPr txBox="1"/>
          <p:nvPr/>
        </p:nvSpPr>
        <p:spPr>
          <a:xfrm>
            <a:off x="2404947" y="625761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cs typeface="Courier New" panose="02070309020205020404" pitchFamily="49" charset="0"/>
              </a:rPr>
              <a:t>0,1→R</a:t>
            </a: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E2D6D11-0958-8E0D-8E29-96EEB3A0B095}"/>
              </a:ext>
            </a:extLst>
          </p:cNvPr>
          <p:cNvCxnSpPr>
            <a:cxnSpLocks/>
            <a:stCxn id="162" idx="3"/>
            <a:endCxn id="174" idx="7"/>
          </p:cNvCxnSpPr>
          <p:nvPr/>
        </p:nvCxnSpPr>
        <p:spPr>
          <a:xfrm flipH="1">
            <a:off x="2427371" y="5482096"/>
            <a:ext cx="531573" cy="569540"/>
          </a:xfrm>
          <a:prstGeom prst="straightConnector1">
            <a:avLst/>
          </a:prstGeom>
          <a:ln w="254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Oval 161">
            <a:extLst>
              <a:ext uri="{FF2B5EF4-FFF2-40B4-BE49-F238E27FC236}">
                <a16:creationId xmlns:a16="http://schemas.microsoft.com/office/drawing/2014/main" id="{7A7F1B61-B092-490E-99B2-CB4DA45C3EAA}"/>
              </a:ext>
            </a:extLst>
          </p:cNvPr>
          <p:cNvSpPr>
            <a:spLocks noChangeAspect="1"/>
          </p:cNvSpPr>
          <p:nvPr/>
        </p:nvSpPr>
        <p:spPr>
          <a:xfrm>
            <a:off x="2879863" y="5021177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₇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5EE080-F436-4908-0CFF-51073E5FAE3D}"/>
              </a:ext>
            </a:extLst>
          </p:cNvPr>
          <p:cNvSpPr txBox="1"/>
          <p:nvPr/>
        </p:nvSpPr>
        <p:spPr>
          <a:xfrm>
            <a:off x="3792898" y="5291885"/>
            <a:ext cx="754995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3B332C-FEAA-D682-F850-D994FED21C50}"/>
              </a:ext>
            </a:extLst>
          </p:cNvPr>
          <p:cNvSpPr txBox="1"/>
          <p:nvPr/>
        </p:nvSpPr>
        <p:spPr>
          <a:xfrm>
            <a:off x="2456647" y="6006661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342B2A-B7D0-17CC-8346-5687FFA2CC93}"/>
              </a:ext>
            </a:extLst>
          </p:cNvPr>
          <p:cNvSpPr txBox="1"/>
          <p:nvPr/>
        </p:nvSpPr>
        <p:spPr>
          <a:xfrm>
            <a:off x="5810789" y="3631208"/>
            <a:ext cx="1367660" cy="648997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E3E0A6-89DE-4541-8CAB-94F4B0253F10}"/>
              </a:ext>
            </a:extLst>
          </p:cNvPr>
          <p:cNvSpPr txBox="1"/>
          <p:nvPr/>
        </p:nvSpPr>
        <p:spPr>
          <a:xfrm>
            <a:off x="6602727" y="6101702"/>
            <a:ext cx="1367660" cy="648997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ShiftR</a:t>
            </a:r>
            <a:endParaRPr lang="lv-LV" sz="2800" dirty="0">
              <a:solidFill>
                <a:srgbClr val="0070C0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779464E-6B3B-98DE-E822-69CEF893ABE0}"/>
              </a:ext>
            </a:extLst>
          </p:cNvPr>
          <p:cNvCxnSpPr>
            <a:cxnSpLocks/>
            <a:stCxn id="197" idx="0"/>
            <a:endCxn id="55" idx="1"/>
          </p:cNvCxnSpPr>
          <p:nvPr/>
        </p:nvCxnSpPr>
        <p:spPr>
          <a:xfrm flipV="1">
            <a:off x="5204698" y="3955707"/>
            <a:ext cx="606091" cy="727316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A66A48F-B0AF-BBAE-74C0-1E2D4514931D}"/>
              </a:ext>
            </a:extLst>
          </p:cNvPr>
          <p:cNvCxnSpPr>
            <a:cxnSpLocks/>
            <a:stCxn id="55" idx="2"/>
            <a:endCxn id="10" idx="0"/>
          </p:cNvCxnSpPr>
          <p:nvPr/>
        </p:nvCxnSpPr>
        <p:spPr>
          <a:xfrm>
            <a:off x="6494619" y="4280205"/>
            <a:ext cx="851797" cy="942818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9D03E51-7936-4F88-ED6F-38F32F61FB26}"/>
              </a:ext>
            </a:extLst>
          </p:cNvPr>
          <p:cNvCxnSpPr>
            <a:cxnSpLocks/>
            <a:stCxn id="199" idx="5"/>
            <a:endCxn id="56" idx="1"/>
          </p:cNvCxnSpPr>
          <p:nvPr/>
        </p:nvCxnSpPr>
        <p:spPr>
          <a:xfrm flipV="1">
            <a:off x="5392630" y="6426201"/>
            <a:ext cx="1210097" cy="11091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67B3431-3D3E-21E4-6B9E-A131A08B8892}"/>
              </a:ext>
            </a:extLst>
          </p:cNvPr>
          <p:cNvCxnSpPr>
            <a:cxnSpLocks/>
            <a:stCxn id="56" idx="0"/>
            <a:endCxn id="10" idx="4"/>
          </p:cNvCxnSpPr>
          <p:nvPr/>
        </p:nvCxnSpPr>
        <p:spPr>
          <a:xfrm flipV="1">
            <a:off x="7286557" y="5763023"/>
            <a:ext cx="59859" cy="338679"/>
          </a:xfrm>
          <a:prstGeom prst="straightConnector1">
            <a:avLst/>
          </a:prstGeom>
          <a:ln w="25400">
            <a:solidFill>
              <a:srgbClr val="0070C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Oval 198">
            <a:extLst>
              <a:ext uri="{FF2B5EF4-FFF2-40B4-BE49-F238E27FC236}">
                <a16:creationId xmlns:a16="http://schemas.microsoft.com/office/drawing/2014/main" id="{B9027C87-5E1F-D2F5-26CA-82EFD5AC2545}"/>
              </a:ext>
            </a:extLst>
          </p:cNvPr>
          <p:cNvSpPr>
            <a:spLocks noChangeAspect="1"/>
          </p:cNvSpPr>
          <p:nvPr/>
        </p:nvSpPr>
        <p:spPr>
          <a:xfrm>
            <a:off x="4931711" y="597637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₁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6F4E643E-CC0A-9866-D6BC-FA67E335BDD5}"/>
              </a:ext>
            </a:extLst>
          </p:cNvPr>
          <p:cNvSpPr>
            <a:spLocks noChangeAspect="1"/>
          </p:cNvSpPr>
          <p:nvPr/>
        </p:nvSpPr>
        <p:spPr>
          <a:xfrm>
            <a:off x="4934698" y="4683023"/>
            <a:ext cx="540000" cy="540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00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₀</a:t>
            </a:r>
            <a:r>
              <a:rPr lang="en-US" i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₁₀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DE2ADD-270C-138D-9EC3-14C4DBD0EAD6}"/>
              </a:ext>
            </a:extLst>
          </p:cNvPr>
          <p:cNvSpPr txBox="1"/>
          <p:nvPr/>
        </p:nvSpPr>
        <p:spPr>
          <a:xfrm>
            <a:off x="4839491" y="3881307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9E3836-1696-3F81-A6CA-019C3D7F388E}"/>
              </a:ext>
            </a:extLst>
          </p:cNvPr>
          <p:cNvSpPr txBox="1"/>
          <p:nvPr/>
        </p:nvSpPr>
        <p:spPr>
          <a:xfrm>
            <a:off x="5669075" y="6462796"/>
            <a:ext cx="797246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∗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→</a:t>
            </a:r>
            <a:r>
              <a:rPr lang="en-US" dirty="0">
                <a:solidFill>
                  <a:srgbClr val="0070C0"/>
                </a:solidFill>
              </a:rPr>
              <a:t>R</a:t>
            </a:r>
            <a:endParaRPr lang="en-US" dirty="0">
              <a:solidFill>
                <a:srgbClr val="0070C0"/>
              </a:solidFill>
              <a:cs typeface="Courier New" panose="02070309020205020404" pitchFamily="49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E184F62-0735-F660-0434-91965775A854}"/>
              </a:ext>
            </a:extLst>
          </p:cNvPr>
          <p:cNvSpPr txBox="1"/>
          <p:nvPr/>
        </p:nvSpPr>
        <p:spPr>
          <a:xfrm>
            <a:off x="7227852" y="5740639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⎵→1,R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6086E6A-A688-707A-F366-790CFC4D63DF}"/>
              </a:ext>
            </a:extLst>
          </p:cNvPr>
          <p:cNvSpPr txBox="1"/>
          <p:nvPr/>
        </p:nvSpPr>
        <p:spPr>
          <a:xfrm>
            <a:off x="5718569" y="4338004"/>
            <a:ext cx="1053494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⎵→0,R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41F822-B7AC-4689-19A4-0625CC3DE62B}"/>
              </a:ext>
            </a:extLst>
          </p:cNvPr>
          <p:cNvSpPr txBox="1"/>
          <p:nvPr/>
        </p:nvSpPr>
        <p:spPr>
          <a:xfrm>
            <a:off x="3135910" y="-22589"/>
            <a:ext cx="1856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or decides?</a:t>
            </a:r>
            <a:endParaRPr lang="lv-LV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11889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AF04E-012F-8860-63B0-8DCE1B5F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v-LV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F216B-D701-9539-C1A8-5B767D4D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  <a:p>
            <a:pPr marL="0" indent="0" algn="ctr">
              <a:buNone/>
            </a:pPr>
            <a:endParaRPr lang="en-US" sz="4400" dirty="0">
              <a:solidFill>
                <a:prstClr val="black"/>
              </a:solidFill>
              <a:latin typeface="Calibri Light" panose="020F0302020204030204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Thanks!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406490201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C0DA1-42B1-4ECD-8244-DBB553F8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Multi-tape TM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53A81C-D5FC-440E-9033-A3B0A30C0D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8" y="1825624"/>
                <a:ext cx="5472123" cy="4667251"/>
              </a:xfrm>
            </p:spPr>
            <p:txBody>
              <a:bodyPr>
                <a:normAutofit/>
              </a:bodyPr>
              <a:lstStyle/>
              <a:p>
                <a:r>
                  <a:rPr lang="lv-LV" dirty="0"/>
                  <a:t>Has multiple tapes and heads</a:t>
                </a:r>
              </a:p>
              <a:p>
                <a:r>
                  <a:rPr lang="lv-LV" dirty="0"/>
                  <a:t>The additional tapes are empty at the start</a:t>
                </a:r>
              </a:p>
              <a:p>
                <a:r>
                  <a:rPr lang="lv-LV" dirty="0"/>
                  <a:t>TM sees all the symbols under the heads simultaneously and can move the heads independently</a:t>
                </a:r>
                <a:br>
                  <a:rPr lang="lv-LV" dirty="0"/>
                </a:b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lv-LV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lv-LV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  <m: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53A81C-D5FC-440E-9033-A3B0A30C0D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8" y="1825624"/>
                <a:ext cx="5472123" cy="4667251"/>
              </a:xfrm>
              <a:blipFill>
                <a:blip r:embed="rId2"/>
                <a:stretch>
                  <a:fillRect l="-1893" t="-2089" r="-1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34CD922-5316-48A3-BE48-9C3B51CA6D30}"/>
                  </a:ext>
                </a:extLst>
              </p:cNvPr>
              <p:cNvSpPr/>
              <p:nvPr/>
            </p:nvSpPr>
            <p:spPr>
              <a:xfrm>
                <a:off x="7486976" y="2294629"/>
                <a:ext cx="294873" cy="2948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i="1" smtClean="0">
                          <a:latin typeface="Cambria Math" panose="02040503050406030204" pitchFamily="18" charset="0"/>
                        </a:rPr>
                        <m:t>_</m:t>
                      </m: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34CD922-5316-48A3-BE48-9C3B51CA6D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976" y="2294629"/>
                <a:ext cx="294873" cy="2948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A98F0F39-B8F9-41D4-8E1E-A4480F35C3E0}"/>
              </a:ext>
            </a:extLst>
          </p:cNvPr>
          <p:cNvSpPr/>
          <p:nvPr/>
        </p:nvSpPr>
        <p:spPr>
          <a:xfrm>
            <a:off x="7781849" y="2294627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7FBE6D-11E8-48B7-B137-40484BAF3112}"/>
              </a:ext>
            </a:extLst>
          </p:cNvPr>
          <p:cNvSpPr/>
          <p:nvPr/>
        </p:nvSpPr>
        <p:spPr>
          <a:xfrm>
            <a:off x="8076722" y="2294630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A722BF-9397-469E-B703-B15328736542}"/>
              </a:ext>
            </a:extLst>
          </p:cNvPr>
          <p:cNvSpPr/>
          <p:nvPr/>
        </p:nvSpPr>
        <p:spPr>
          <a:xfrm>
            <a:off x="8371595" y="2294630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C2F2D9-106B-4219-925F-B44CA2B080A2}"/>
              </a:ext>
            </a:extLst>
          </p:cNvPr>
          <p:cNvSpPr/>
          <p:nvPr/>
        </p:nvSpPr>
        <p:spPr>
          <a:xfrm>
            <a:off x="8666468" y="2294627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A693D6-12D7-4562-A32E-67F4AEFAFCAC}"/>
              </a:ext>
            </a:extLst>
          </p:cNvPr>
          <p:cNvSpPr/>
          <p:nvPr/>
        </p:nvSpPr>
        <p:spPr>
          <a:xfrm>
            <a:off x="8961341" y="2293323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452415-271E-4E41-8EE9-7C8AC75E020A}"/>
              </a:ext>
            </a:extLst>
          </p:cNvPr>
          <p:cNvSpPr/>
          <p:nvPr/>
        </p:nvSpPr>
        <p:spPr>
          <a:xfrm>
            <a:off x="9256287" y="2293323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35C90E-C489-48CA-A10B-1B03CDA711A7}"/>
              </a:ext>
            </a:extLst>
          </p:cNvPr>
          <p:cNvSpPr/>
          <p:nvPr/>
        </p:nvSpPr>
        <p:spPr>
          <a:xfrm>
            <a:off x="9551087" y="2290713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0A9572-6A6B-4C6B-8FFE-B466C624D83A}"/>
              </a:ext>
            </a:extLst>
          </p:cNvPr>
          <p:cNvSpPr/>
          <p:nvPr/>
        </p:nvSpPr>
        <p:spPr>
          <a:xfrm>
            <a:off x="7223680" y="2292013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E482A9C-04A5-425D-98CB-A9E6EED22217}"/>
                  </a:ext>
                </a:extLst>
              </p:cNvPr>
              <p:cNvSpPr/>
              <p:nvPr/>
            </p:nvSpPr>
            <p:spPr>
              <a:xfrm>
                <a:off x="7512925" y="3035439"/>
                <a:ext cx="294873" cy="2948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i="1" smtClean="0">
                          <a:latin typeface="Cambria Math" panose="02040503050406030204" pitchFamily="18" charset="0"/>
                        </a:rPr>
                        <m:t>_</m:t>
                      </m: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E482A9C-04A5-425D-98CB-A9E6EED222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925" y="3035439"/>
                <a:ext cx="294873" cy="2948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D281440F-3ECB-45ED-9BF8-E5ABC4225B6A}"/>
              </a:ext>
            </a:extLst>
          </p:cNvPr>
          <p:cNvSpPr/>
          <p:nvPr/>
        </p:nvSpPr>
        <p:spPr>
          <a:xfrm>
            <a:off x="7807798" y="3035437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283C81-66B2-45E3-AC7D-91749651EB34}"/>
              </a:ext>
            </a:extLst>
          </p:cNvPr>
          <p:cNvSpPr/>
          <p:nvPr/>
        </p:nvSpPr>
        <p:spPr>
          <a:xfrm>
            <a:off x="8102671" y="3035440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AA27DE-5F42-4569-B9AB-2CD52FEEBEDD}"/>
              </a:ext>
            </a:extLst>
          </p:cNvPr>
          <p:cNvSpPr/>
          <p:nvPr/>
        </p:nvSpPr>
        <p:spPr>
          <a:xfrm>
            <a:off x="8397544" y="3035440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79930C-A6CE-43D0-9765-415D0F6635E4}"/>
              </a:ext>
            </a:extLst>
          </p:cNvPr>
          <p:cNvSpPr/>
          <p:nvPr/>
        </p:nvSpPr>
        <p:spPr>
          <a:xfrm>
            <a:off x="8692417" y="3035437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35D337-1235-4FCE-8ED5-67E430B7BB84}"/>
              </a:ext>
            </a:extLst>
          </p:cNvPr>
          <p:cNvSpPr/>
          <p:nvPr/>
        </p:nvSpPr>
        <p:spPr>
          <a:xfrm>
            <a:off x="8987290" y="3034133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2FA257-FA44-4387-ABF4-8FB012FF598B}"/>
              </a:ext>
            </a:extLst>
          </p:cNvPr>
          <p:cNvSpPr/>
          <p:nvPr/>
        </p:nvSpPr>
        <p:spPr>
          <a:xfrm>
            <a:off x="9282236" y="3034133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CB1B83-1EDC-4478-9ECD-2D1E69D31EE7}"/>
              </a:ext>
            </a:extLst>
          </p:cNvPr>
          <p:cNvSpPr/>
          <p:nvPr/>
        </p:nvSpPr>
        <p:spPr>
          <a:xfrm>
            <a:off x="9577036" y="3031523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610CFA0-5D3F-4F3A-AFCB-8518A94CD3E8}"/>
              </a:ext>
            </a:extLst>
          </p:cNvPr>
          <p:cNvSpPr/>
          <p:nvPr/>
        </p:nvSpPr>
        <p:spPr>
          <a:xfrm>
            <a:off x="7249629" y="3032823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444FAA9-B045-442D-9304-F0E6F7D3B2A4}"/>
                  </a:ext>
                </a:extLst>
              </p:cNvPr>
              <p:cNvSpPr/>
              <p:nvPr/>
            </p:nvSpPr>
            <p:spPr>
              <a:xfrm>
                <a:off x="10516653" y="853541"/>
                <a:ext cx="837147" cy="837147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444FAA9-B045-442D-9304-F0E6F7D3B2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6653" y="853541"/>
                <a:ext cx="837147" cy="8371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DADEA3C-9781-4850-818B-9E43281DDEFC}"/>
                  </a:ext>
                </a:extLst>
              </p:cNvPr>
              <p:cNvSpPr/>
              <p:nvPr/>
            </p:nvSpPr>
            <p:spPr>
              <a:xfrm>
                <a:off x="7512925" y="3729074"/>
                <a:ext cx="294873" cy="2948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i="1" smtClean="0">
                          <a:latin typeface="Cambria Math" panose="02040503050406030204" pitchFamily="18" charset="0"/>
                        </a:rPr>
                        <m:t>_</m:t>
                      </m: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DADEA3C-9781-4850-818B-9E43281DDE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925" y="3729074"/>
                <a:ext cx="294873" cy="2948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A287DD43-F026-422A-BC52-5F542699DA1A}"/>
              </a:ext>
            </a:extLst>
          </p:cNvPr>
          <p:cNvSpPr/>
          <p:nvPr/>
        </p:nvSpPr>
        <p:spPr>
          <a:xfrm>
            <a:off x="7807798" y="3729072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3B6143F-F1FE-44AB-B80F-B9AD9244CCF8}"/>
              </a:ext>
            </a:extLst>
          </p:cNvPr>
          <p:cNvSpPr/>
          <p:nvPr/>
        </p:nvSpPr>
        <p:spPr>
          <a:xfrm>
            <a:off x="8102671" y="3729075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968FC8D-C7B3-4D13-88A4-3579F4835C53}"/>
              </a:ext>
            </a:extLst>
          </p:cNvPr>
          <p:cNvSpPr/>
          <p:nvPr/>
        </p:nvSpPr>
        <p:spPr>
          <a:xfrm>
            <a:off x="8397544" y="3729075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52CE10-FC96-4EDB-B893-8166AF8CFBE5}"/>
              </a:ext>
            </a:extLst>
          </p:cNvPr>
          <p:cNvSpPr/>
          <p:nvPr/>
        </p:nvSpPr>
        <p:spPr>
          <a:xfrm>
            <a:off x="8692417" y="3729072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4E362C-15B6-44BC-B6CA-E267D1A28585}"/>
              </a:ext>
            </a:extLst>
          </p:cNvPr>
          <p:cNvSpPr/>
          <p:nvPr/>
        </p:nvSpPr>
        <p:spPr>
          <a:xfrm>
            <a:off x="8987290" y="3727768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6A5F45-9CD5-4827-B3BC-3CE8812FAB10}"/>
              </a:ext>
            </a:extLst>
          </p:cNvPr>
          <p:cNvSpPr/>
          <p:nvPr/>
        </p:nvSpPr>
        <p:spPr>
          <a:xfrm>
            <a:off x="9282236" y="3727768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C67DB1A-A8C3-48AA-8B78-8ABE0211A2C1}"/>
              </a:ext>
            </a:extLst>
          </p:cNvPr>
          <p:cNvSpPr/>
          <p:nvPr/>
        </p:nvSpPr>
        <p:spPr>
          <a:xfrm>
            <a:off x="9577036" y="3725158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8E5C5E-F961-4C74-A404-0D727D9D61FF}"/>
              </a:ext>
            </a:extLst>
          </p:cNvPr>
          <p:cNvSpPr/>
          <p:nvPr/>
        </p:nvSpPr>
        <p:spPr>
          <a:xfrm>
            <a:off x="7249629" y="3726458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A921927-815C-404B-9D54-FE9DC5F87C02}"/>
                  </a:ext>
                </a:extLst>
              </p:cNvPr>
              <p:cNvSpPr/>
              <p:nvPr/>
            </p:nvSpPr>
            <p:spPr>
              <a:xfrm>
                <a:off x="7512925" y="4424010"/>
                <a:ext cx="294873" cy="2948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i="1" smtClean="0">
                          <a:latin typeface="Cambria Math" panose="02040503050406030204" pitchFamily="18" charset="0"/>
                        </a:rPr>
                        <m:t>_</m:t>
                      </m: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A921927-815C-404B-9D54-FE9DC5F87C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925" y="4424010"/>
                <a:ext cx="294873" cy="2948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F263A269-78E3-4685-B70C-E6447D957CA7}"/>
              </a:ext>
            </a:extLst>
          </p:cNvPr>
          <p:cNvSpPr/>
          <p:nvPr/>
        </p:nvSpPr>
        <p:spPr>
          <a:xfrm>
            <a:off x="7807798" y="4424008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50C6A4-A290-4B65-9697-5F03FBA339E4}"/>
              </a:ext>
            </a:extLst>
          </p:cNvPr>
          <p:cNvSpPr/>
          <p:nvPr/>
        </p:nvSpPr>
        <p:spPr>
          <a:xfrm>
            <a:off x="8102671" y="4424011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76A2BD6-9FF9-48CA-A468-0E8B7A6F29DB}"/>
              </a:ext>
            </a:extLst>
          </p:cNvPr>
          <p:cNvSpPr/>
          <p:nvPr/>
        </p:nvSpPr>
        <p:spPr>
          <a:xfrm>
            <a:off x="8397544" y="4424011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6CD1502-2E75-4B2D-896E-863A88C2972B}"/>
              </a:ext>
            </a:extLst>
          </p:cNvPr>
          <p:cNvSpPr/>
          <p:nvPr/>
        </p:nvSpPr>
        <p:spPr>
          <a:xfrm>
            <a:off x="8692417" y="4424008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A8B430F-A0EE-4393-9D13-422F934A316D}"/>
              </a:ext>
            </a:extLst>
          </p:cNvPr>
          <p:cNvSpPr/>
          <p:nvPr/>
        </p:nvSpPr>
        <p:spPr>
          <a:xfrm>
            <a:off x="8987290" y="4422704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F843325-1F73-4122-8F85-A309CDA77B2C}"/>
              </a:ext>
            </a:extLst>
          </p:cNvPr>
          <p:cNvSpPr/>
          <p:nvPr/>
        </p:nvSpPr>
        <p:spPr>
          <a:xfrm>
            <a:off x="9282236" y="4422704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1570418-747E-4922-9514-42D861002E37}"/>
              </a:ext>
            </a:extLst>
          </p:cNvPr>
          <p:cNvSpPr/>
          <p:nvPr/>
        </p:nvSpPr>
        <p:spPr>
          <a:xfrm>
            <a:off x="9577036" y="4420094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BDC4B1D-9253-4D35-BBF0-036EC9E5BEF6}"/>
              </a:ext>
            </a:extLst>
          </p:cNvPr>
          <p:cNvSpPr/>
          <p:nvPr/>
        </p:nvSpPr>
        <p:spPr>
          <a:xfrm>
            <a:off x="7249629" y="4421394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8980E297-6C71-434D-8B1D-119390577B63}"/>
              </a:ext>
            </a:extLst>
          </p:cNvPr>
          <p:cNvCxnSpPr>
            <a:stCxn id="32" idx="1"/>
            <a:endCxn id="7" idx="0"/>
          </p:cNvCxnSpPr>
          <p:nvPr/>
        </p:nvCxnSpPr>
        <p:spPr>
          <a:xfrm rot="10800000" flipV="1">
            <a:off x="8224159" y="1272114"/>
            <a:ext cx="2292494" cy="1022515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660899E5-96E9-40E8-B29E-12C7FA677BDC}"/>
              </a:ext>
            </a:extLst>
          </p:cNvPr>
          <p:cNvCxnSpPr>
            <a:stCxn id="32" idx="1"/>
            <a:endCxn id="25" idx="0"/>
          </p:cNvCxnSpPr>
          <p:nvPr/>
        </p:nvCxnSpPr>
        <p:spPr>
          <a:xfrm rot="10800000" flipV="1">
            <a:off x="8250109" y="1272114"/>
            <a:ext cx="2266545" cy="1763325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2DB021FC-A8FF-48E6-BA0D-1FA00C999D7E}"/>
              </a:ext>
            </a:extLst>
          </p:cNvPr>
          <p:cNvCxnSpPr>
            <a:stCxn id="32" idx="1"/>
            <a:endCxn id="35" idx="0"/>
          </p:cNvCxnSpPr>
          <p:nvPr/>
        </p:nvCxnSpPr>
        <p:spPr>
          <a:xfrm rot="10800000" flipV="1">
            <a:off x="8250109" y="1272115"/>
            <a:ext cx="2266545" cy="2456960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2F8265A4-06BF-4BA2-8C94-46C949FCB9F1}"/>
              </a:ext>
            </a:extLst>
          </p:cNvPr>
          <p:cNvCxnSpPr>
            <a:stCxn id="32" idx="1"/>
            <a:endCxn id="44" idx="0"/>
          </p:cNvCxnSpPr>
          <p:nvPr/>
        </p:nvCxnSpPr>
        <p:spPr>
          <a:xfrm rot="10800000" flipV="1">
            <a:off x="8250109" y="1272115"/>
            <a:ext cx="2266545" cy="3151896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81772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C0DA1-42B1-4ECD-8244-DBB553F8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Multi-tape TM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53A81C-D5FC-440E-9033-A3B0A30C0D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8" y="1825624"/>
                <a:ext cx="5472123" cy="4667251"/>
              </a:xfrm>
            </p:spPr>
            <p:txBody>
              <a:bodyPr>
                <a:normAutofit/>
              </a:bodyPr>
              <a:lstStyle/>
              <a:p>
                <a:r>
                  <a:rPr lang="lv-LV" dirty="0"/>
                  <a:t>Has multiple tapes and heads</a:t>
                </a:r>
              </a:p>
              <a:p>
                <a:r>
                  <a:rPr lang="lv-LV" dirty="0"/>
                  <a:t>The additional tapes are empty at the start</a:t>
                </a:r>
              </a:p>
              <a:p>
                <a:r>
                  <a:rPr lang="lv-LV" dirty="0"/>
                  <a:t>TM sees all the symbols under the heads simultaneously and can move the heads independently</a:t>
                </a:r>
                <a:br>
                  <a:rPr lang="lv-LV" dirty="0"/>
                </a:b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lv-LV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lv-LV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  <m: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53A81C-D5FC-440E-9033-A3B0A30C0D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8" y="1825624"/>
                <a:ext cx="5472123" cy="4667251"/>
              </a:xfrm>
              <a:blipFill>
                <a:blip r:embed="rId2"/>
                <a:stretch>
                  <a:fillRect l="-1893" t="-2089" r="-1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34CD922-5316-48A3-BE48-9C3B51CA6D30}"/>
                  </a:ext>
                </a:extLst>
              </p:cNvPr>
              <p:cNvSpPr/>
              <p:nvPr/>
            </p:nvSpPr>
            <p:spPr>
              <a:xfrm>
                <a:off x="7486976" y="2294629"/>
                <a:ext cx="294873" cy="2948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i="1" smtClean="0">
                          <a:latin typeface="Cambria Math" panose="02040503050406030204" pitchFamily="18" charset="0"/>
                        </a:rPr>
                        <m:t>_</m:t>
                      </m: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34CD922-5316-48A3-BE48-9C3B51CA6D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976" y="2294629"/>
                <a:ext cx="294873" cy="2948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A98F0F39-B8F9-41D4-8E1E-A4480F35C3E0}"/>
              </a:ext>
            </a:extLst>
          </p:cNvPr>
          <p:cNvSpPr/>
          <p:nvPr/>
        </p:nvSpPr>
        <p:spPr>
          <a:xfrm>
            <a:off x="7781849" y="2294627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7FBE6D-11E8-48B7-B137-40484BAF3112}"/>
              </a:ext>
            </a:extLst>
          </p:cNvPr>
          <p:cNvSpPr/>
          <p:nvPr/>
        </p:nvSpPr>
        <p:spPr>
          <a:xfrm>
            <a:off x="8076722" y="2294630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A722BF-9397-469E-B703-B15328736542}"/>
              </a:ext>
            </a:extLst>
          </p:cNvPr>
          <p:cNvSpPr/>
          <p:nvPr/>
        </p:nvSpPr>
        <p:spPr>
          <a:xfrm>
            <a:off x="8371595" y="2294630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C2F2D9-106B-4219-925F-B44CA2B080A2}"/>
              </a:ext>
            </a:extLst>
          </p:cNvPr>
          <p:cNvSpPr/>
          <p:nvPr/>
        </p:nvSpPr>
        <p:spPr>
          <a:xfrm>
            <a:off x="8666468" y="2294627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A693D6-12D7-4562-A32E-67F4AEFAFCAC}"/>
              </a:ext>
            </a:extLst>
          </p:cNvPr>
          <p:cNvSpPr/>
          <p:nvPr/>
        </p:nvSpPr>
        <p:spPr>
          <a:xfrm>
            <a:off x="8961341" y="2293323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452415-271E-4E41-8EE9-7C8AC75E020A}"/>
              </a:ext>
            </a:extLst>
          </p:cNvPr>
          <p:cNvSpPr/>
          <p:nvPr/>
        </p:nvSpPr>
        <p:spPr>
          <a:xfrm>
            <a:off x="9256287" y="2293323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35C90E-C489-48CA-A10B-1B03CDA711A7}"/>
              </a:ext>
            </a:extLst>
          </p:cNvPr>
          <p:cNvSpPr/>
          <p:nvPr/>
        </p:nvSpPr>
        <p:spPr>
          <a:xfrm>
            <a:off x="9551087" y="2290713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0A9572-6A6B-4C6B-8FFE-B466C624D83A}"/>
              </a:ext>
            </a:extLst>
          </p:cNvPr>
          <p:cNvSpPr/>
          <p:nvPr/>
        </p:nvSpPr>
        <p:spPr>
          <a:xfrm>
            <a:off x="7223680" y="2292013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E482A9C-04A5-425D-98CB-A9E6EED22217}"/>
                  </a:ext>
                </a:extLst>
              </p:cNvPr>
              <p:cNvSpPr/>
              <p:nvPr/>
            </p:nvSpPr>
            <p:spPr>
              <a:xfrm>
                <a:off x="7512925" y="3035439"/>
                <a:ext cx="294873" cy="2948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i="1" smtClean="0">
                          <a:latin typeface="Cambria Math" panose="02040503050406030204" pitchFamily="18" charset="0"/>
                        </a:rPr>
                        <m:t>_</m:t>
                      </m: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E482A9C-04A5-425D-98CB-A9E6EED222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925" y="3035439"/>
                <a:ext cx="294873" cy="2948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D281440F-3ECB-45ED-9BF8-E5ABC4225B6A}"/>
              </a:ext>
            </a:extLst>
          </p:cNvPr>
          <p:cNvSpPr/>
          <p:nvPr/>
        </p:nvSpPr>
        <p:spPr>
          <a:xfrm>
            <a:off x="7807798" y="3035437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283C81-66B2-45E3-AC7D-91749651EB34}"/>
              </a:ext>
            </a:extLst>
          </p:cNvPr>
          <p:cNvSpPr/>
          <p:nvPr/>
        </p:nvSpPr>
        <p:spPr>
          <a:xfrm>
            <a:off x="8102671" y="3035440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AA27DE-5F42-4569-B9AB-2CD52FEEBEDD}"/>
              </a:ext>
            </a:extLst>
          </p:cNvPr>
          <p:cNvSpPr/>
          <p:nvPr/>
        </p:nvSpPr>
        <p:spPr>
          <a:xfrm>
            <a:off x="8397544" y="3035440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79930C-A6CE-43D0-9765-415D0F6635E4}"/>
              </a:ext>
            </a:extLst>
          </p:cNvPr>
          <p:cNvSpPr/>
          <p:nvPr/>
        </p:nvSpPr>
        <p:spPr>
          <a:xfrm>
            <a:off x="8692417" y="3035437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35D337-1235-4FCE-8ED5-67E430B7BB84}"/>
              </a:ext>
            </a:extLst>
          </p:cNvPr>
          <p:cNvSpPr/>
          <p:nvPr/>
        </p:nvSpPr>
        <p:spPr>
          <a:xfrm>
            <a:off x="8987290" y="3034133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2FA257-FA44-4387-ABF4-8FB012FF598B}"/>
              </a:ext>
            </a:extLst>
          </p:cNvPr>
          <p:cNvSpPr/>
          <p:nvPr/>
        </p:nvSpPr>
        <p:spPr>
          <a:xfrm>
            <a:off x="9282236" y="3034133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CB1B83-1EDC-4478-9ECD-2D1E69D31EE7}"/>
              </a:ext>
            </a:extLst>
          </p:cNvPr>
          <p:cNvSpPr/>
          <p:nvPr/>
        </p:nvSpPr>
        <p:spPr>
          <a:xfrm>
            <a:off x="9577036" y="3031523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610CFA0-5D3F-4F3A-AFCB-8518A94CD3E8}"/>
              </a:ext>
            </a:extLst>
          </p:cNvPr>
          <p:cNvSpPr/>
          <p:nvPr/>
        </p:nvSpPr>
        <p:spPr>
          <a:xfrm>
            <a:off x="7249629" y="3032823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444FAA9-B045-442D-9304-F0E6F7D3B2A4}"/>
                  </a:ext>
                </a:extLst>
              </p:cNvPr>
              <p:cNvSpPr/>
              <p:nvPr/>
            </p:nvSpPr>
            <p:spPr>
              <a:xfrm>
                <a:off x="10516653" y="853541"/>
                <a:ext cx="837147" cy="837147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444FAA9-B045-442D-9304-F0E6F7D3B2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6653" y="853541"/>
                <a:ext cx="837147" cy="8371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DADEA3C-9781-4850-818B-9E43281DDEFC}"/>
                  </a:ext>
                </a:extLst>
              </p:cNvPr>
              <p:cNvSpPr/>
              <p:nvPr/>
            </p:nvSpPr>
            <p:spPr>
              <a:xfrm>
                <a:off x="7512925" y="3729074"/>
                <a:ext cx="294873" cy="2948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i="1" smtClean="0">
                          <a:latin typeface="Cambria Math" panose="02040503050406030204" pitchFamily="18" charset="0"/>
                        </a:rPr>
                        <m:t>_</m:t>
                      </m: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DADEA3C-9781-4850-818B-9E43281DDE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925" y="3729074"/>
                <a:ext cx="294873" cy="2948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A287DD43-F026-422A-BC52-5F542699DA1A}"/>
              </a:ext>
            </a:extLst>
          </p:cNvPr>
          <p:cNvSpPr/>
          <p:nvPr/>
        </p:nvSpPr>
        <p:spPr>
          <a:xfrm>
            <a:off x="7807798" y="3729072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3B6143F-F1FE-44AB-B80F-B9AD9244CCF8}"/>
              </a:ext>
            </a:extLst>
          </p:cNvPr>
          <p:cNvSpPr/>
          <p:nvPr/>
        </p:nvSpPr>
        <p:spPr>
          <a:xfrm>
            <a:off x="8102671" y="3729075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968FC8D-C7B3-4D13-88A4-3579F4835C53}"/>
              </a:ext>
            </a:extLst>
          </p:cNvPr>
          <p:cNvSpPr/>
          <p:nvPr/>
        </p:nvSpPr>
        <p:spPr>
          <a:xfrm>
            <a:off x="8397544" y="3729075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52CE10-FC96-4EDB-B893-8166AF8CFBE5}"/>
              </a:ext>
            </a:extLst>
          </p:cNvPr>
          <p:cNvSpPr/>
          <p:nvPr/>
        </p:nvSpPr>
        <p:spPr>
          <a:xfrm>
            <a:off x="8692417" y="3729072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4E362C-15B6-44BC-B6CA-E267D1A28585}"/>
              </a:ext>
            </a:extLst>
          </p:cNvPr>
          <p:cNvSpPr/>
          <p:nvPr/>
        </p:nvSpPr>
        <p:spPr>
          <a:xfrm>
            <a:off x="8987290" y="3727768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6A5F45-9CD5-4827-B3BC-3CE8812FAB10}"/>
              </a:ext>
            </a:extLst>
          </p:cNvPr>
          <p:cNvSpPr/>
          <p:nvPr/>
        </p:nvSpPr>
        <p:spPr>
          <a:xfrm>
            <a:off x="9282236" y="3727768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C67DB1A-A8C3-48AA-8B78-8ABE0211A2C1}"/>
              </a:ext>
            </a:extLst>
          </p:cNvPr>
          <p:cNvSpPr/>
          <p:nvPr/>
        </p:nvSpPr>
        <p:spPr>
          <a:xfrm>
            <a:off x="9577036" y="3725158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8E5C5E-F961-4C74-A404-0D727D9D61FF}"/>
              </a:ext>
            </a:extLst>
          </p:cNvPr>
          <p:cNvSpPr/>
          <p:nvPr/>
        </p:nvSpPr>
        <p:spPr>
          <a:xfrm>
            <a:off x="7249629" y="3726458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A921927-815C-404B-9D54-FE9DC5F87C02}"/>
                  </a:ext>
                </a:extLst>
              </p:cNvPr>
              <p:cNvSpPr/>
              <p:nvPr/>
            </p:nvSpPr>
            <p:spPr>
              <a:xfrm>
                <a:off x="7512925" y="4424010"/>
                <a:ext cx="294873" cy="2948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i="1" smtClean="0">
                          <a:latin typeface="Cambria Math" panose="02040503050406030204" pitchFamily="18" charset="0"/>
                        </a:rPr>
                        <m:t>_</m:t>
                      </m: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A921927-815C-404B-9D54-FE9DC5F87C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925" y="4424010"/>
                <a:ext cx="294873" cy="2948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F263A269-78E3-4685-B70C-E6447D957CA7}"/>
              </a:ext>
            </a:extLst>
          </p:cNvPr>
          <p:cNvSpPr/>
          <p:nvPr/>
        </p:nvSpPr>
        <p:spPr>
          <a:xfrm>
            <a:off x="7807798" y="4424008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50C6A4-A290-4B65-9697-5F03FBA339E4}"/>
              </a:ext>
            </a:extLst>
          </p:cNvPr>
          <p:cNvSpPr/>
          <p:nvPr/>
        </p:nvSpPr>
        <p:spPr>
          <a:xfrm>
            <a:off x="8102671" y="4424011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c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76A2BD6-9FF9-48CA-A468-0E8B7A6F29DB}"/>
              </a:ext>
            </a:extLst>
          </p:cNvPr>
          <p:cNvSpPr/>
          <p:nvPr/>
        </p:nvSpPr>
        <p:spPr>
          <a:xfrm>
            <a:off x="8397544" y="4424011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6CD1502-2E75-4B2D-896E-863A88C2972B}"/>
              </a:ext>
            </a:extLst>
          </p:cNvPr>
          <p:cNvSpPr/>
          <p:nvPr/>
        </p:nvSpPr>
        <p:spPr>
          <a:xfrm>
            <a:off x="8692417" y="4424008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A8B430F-A0EE-4393-9D13-422F934A316D}"/>
              </a:ext>
            </a:extLst>
          </p:cNvPr>
          <p:cNvSpPr/>
          <p:nvPr/>
        </p:nvSpPr>
        <p:spPr>
          <a:xfrm>
            <a:off x="8987290" y="4422704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F843325-1F73-4122-8F85-A309CDA77B2C}"/>
              </a:ext>
            </a:extLst>
          </p:cNvPr>
          <p:cNvSpPr/>
          <p:nvPr/>
        </p:nvSpPr>
        <p:spPr>
          <a:xfrm>
            <a:off x="9282236" y="4422704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1570418-747E-4922-9514-42D861002E37}"/>
              </a:ext>
            </a:extLst>
          </p:cNvPr>
          <p:cNvSpPr/>
          <p:nvPr/>
        </p:nvSpPr>
        <p:spPr>
          <a:xfrm>
            <a:off x="9577036" y="4420094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BDC4B1D-9253-4D35-BBF0-036EC9E5BEF6}"/>
              </a:ext>
            </a:extLst>
          </p:cNvPr>
          <p:cNvSpPr/>
          <p:nvPr/>
        </p:nvSpPr>
        <p:spPr>
          <a:xfrm>
            <a:off x="7249629" y="4421394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8980E297-6C71-434D-8B1D-119390577B63}"/>
              </a:ext>
            </a:extLst>
          </p:cNvPr>
          <p:cNvCxnSpPr>
            <a:cxnSpLocks/>
            <a:stCxn id="32" idx="1"/>
            <a:endCxn id="8" idx="0"/>
          </p:cNvCxnSpPr>
          <p:nvPr/>
        </p:nvCxnSpPr>
        <p:spPr>
          <a:xfrm rot="10800000" flipV="1">
            <a:off x="8519033" y="1272114"/>
            <a:ext cx="1997621" cy="1022515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660899E5-96E9-40E8-B29E-12C7FA677BDC}"/>
              </a:ext>
            </a:extLst>
          </p:cNvPr>
          <p:cNvCxnSpPr>
            <a:cxnSpLocks/>
            <a:stCxn id="32" idx="1"/>
            <a:endCxn id="24" idx="0"/>
          </p:cNvCxnSpPr>
          <p:nvPr/>
        </p:nvCxnSpPr>
        <p:spPr>
          <a:xfrm rot="10800000" flipV="1">
            <a:off x="7955235" y="1272115"/>
            <a:ext cx="2561418" cy="1763322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2DB021FC-A8FF-48E6-BA0D-1FA00C999D7E}"/>
              </a:ext>
            </a:extLst>
          </p:cNvPr>
          <p:cNvCxnSpPr>
            <a:cxnSpLocks/>
            <a:stCxn id="32" idx="1"/>
            <a:endCxn id="36" idx="0"/>
          </p:cNvCxnSpPr>
          <p:nvPr/>
        </p:nvCxnSpPr>
        <p:spPr>
          <a:xfrm rot="10800000" flipV="1">
            <a:off x="8544981" y="1272115"/>
            <a:ext cx="1971672" cy="2456960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2F8265A4-06BF-4BA2-8C94-46C949FCB9F1}"/>
              </a:ext>
            </a:extLst>
          </p:cNvPr>
          <p:cNvCxnSpPr>
            <a:stCxn id="32" idx="1"/>
            <a:endCxn id="44" idx="0"/>
          </p:cNvCxnSpPr>
          <p:nvPr/>
        </p:nvCxnSpPr>
        <p:spPr>
          <a:xfrm rot="10800000" flipV="1">
            <a:off x="8250109" y="1272115"/>
            <a:ext cx="2266545" cy="3151896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81176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C0DA1-42B1-4ECD-8244-DBB553F8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Multi-tape TM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53A81C-D5FC-440E-9033-A3B0A30C0D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8" y="1825624"/>
                <a:ext cx="5472123" cy="4667251"/>
              </a:xfrm>
            </p:spPr>
            <p:txBody>
              <a:bodyPr>
                <a:normAutofit/>
              </a:bodyPr>
              <a:lstStyle/>
              <a:p>
                <a:r>
                  <a:rPr lang="lv-LV" dirty="0"/>
                  <a:t>Has multiple tapes and heads</a:t>
                </a:r>
              </a:p>
              <a:p>
                <a:r>
                  <a:rPr lang="lv-LV" dirty="0"/>
                  <a:t>The additional tapes are empty at the start</a:t>
                </a:r>
              </a:p>
              <a:p>
                <a:r>
                  <a:rPr lang="lv-LV" dirty="0"/>
                  <a:t>TM sees all the symbols under the heads simultaneously and can move the heads independently</a:t>
                </a:r>
                <a:br>
                  <a:rPr lang="lv-LV" dirty="0"/>
                </a:b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lv-LV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lv-LV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  <m: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53A81C-D5FC-440E-9033-A3B0A30C0D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8" y="1825624"/>
                <a:ext cx="5472123" cy="4667251"/>
              </a:xfrm>
              <a:blipFill>
                <a:blip r:embed="rId2"/>
                <a:stretch>
                  <a:fillRect l="-1893" t="-2089" r="-1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34CD922-5316-48A3-BE48-9C3B51CA6D30}"/>
                  </a:ext>
                </a:extLst>
              </p:cNvPr>
              <p:cNvSpPr/>
              <p:nvPr/>
            </p:nvSpPr>
            <p:spPr>
              <a:xfrm>
                <a:off x="7486976" y="2294629"/>
                <a:ext cx="294873" cy="2948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i="1" smtClean="0">
                          <a:latin typeface="Cambria Math" panose="02040503050406030204" pitchFamily="18" charset="0"/>
                        </a:rPr>
                        <m:t>_</m:t>
                      </m: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34CD922-5316-48A3-BE48-9C3B51CA6D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976" y="2294629"/>
                <a:ext cx="294873" cy="2948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A98F0F39-B8F9-41D4-8E1E-A4480F35C3E0}"/>
              </a:ext>
            </a:extLst>
          </p:cNvPr>
          <p:cNvSpPr/>
          <p:nvPr/>
        </p:nvSpPr>
        <p:spPr>
          <a:xfrm>
            <a:off x="7781849" y="2294627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7FBE6D-11E8-48B7-B137-40484BAF3112}"/>
              </a:ext>
            </a:extLst>
          </p:cNvPr>
          <p:cNvSpPr/>
          <p:nvPr/>
        </p:nvSpPr>
        <p:spPr>
          <a:xfrm>
            <a:off x="8076722" y="2294630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A722BF-9397-469E-B703-B15328736542}"/>
              </a:ext>
            </a:extLst>
          </p:cNvPr>
          <p:cNvSpPr/>
          <p:nvPr/>
        </p:nvSpPr>
        <p:spPr>
          <a:xfrm>
            <a:off x="8371595" y="2294630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C2F2D9-106B-4219-925F-B44CA2B080A2}"/>
              </a:ext>
            </a:extLst>
          </p:cNvPr>
          <p:cNvSpPr/>
          <p:nvPr/>
        </p:nvSpPr>
        <p:spPr>
          <a:xfrm>
            <a:off x="8666468" y="2294627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A693D6-12D7-4562-A32E-67F4AEFAFCAC}"/>
              </a:ext>
            </a:extLst>
          </p:cNvPr>
          <p:cNvSpPr/>
          <p:nvPr/>
        </p:nvSpPr>
        <p:spPr>
          <a:xfrm>
            <a:off x="8961341" y="2293323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452415-271E-4E41-8EE9-7C8AC75E020A}"/>
              </a:ext>
            </a:extLst>
          </p:cNvPr>
          <p:cNvSpPr/>
          <p:nvPr/>
        </p:nvSpPr>
        <p:spPr>
          <a:xfrm>
            <a:off x="9256287" y="2293323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35C90E-C489-48CA-A10B-1B03CDA711A7}"/>
              </a:ext>
            </a:extLst>
          </p:cNvPr>
          <p:cNvSpPr/>
          <p:nvPr/>
        </p:nvSpPr>
        <p:spPr>
          <a:xfrm>
            <a:off x="9551087" y="2290713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0A9572-6A6B-4C6B-8FFE-B466C624D83A}"/>
              </a:ext>
            </a:extLst>
          </p:cNvPr>
          <p:cNvSpPr/>
          <p:nvPr/>
        </p:nvSpPr>
        <p:spPr>
          <a:xfrm>
            <a:off x="7223680" y="2292013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E482A9C-04A5-425D-98CB-A9E6EED22217}"/>
                  </a:ext>
                </a:extLst>
              </p:cNvPr>
              <p:cNvSpPr/>
              <p:nvPr/>
            </p:nvSpPr>
            <p:spPr>
              <a:xfrm>
                <a:off x="7512925" y="3035439"/>
                <a:ext cx="294873" cy="2948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i="1" smtClean="0">
                          <a:latin typeface="Cambria Math" panose="02040503050406030204" pitchFamily="18" charset="0"/>
                        </a:rPr>
                        <m:t>_</m:t>
                      </m: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E482A9C-04A5-425D-98CB-A9E6EED222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925" y="3035439"/>
                <a:ext cx="294873" cy="2948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D281440F-3ECB-45ED-9BF8-E5ABC4225B6A}"/>
              </a:ext>
            </a:extLst>
          </p:cNvPr>
          <p:cNvSpPr/>
          <p:nvPr/>
        </p:nvSpPr>
        <p:spPr>
          <a:xfrm>
            <a:off x="7807798" y="3035437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283C81-66B2-45E3-AC7D-91749651EB34}"/>
              </a:ext>
            </a:extLst>
          </p:cNvPr>
          <p:cNvSpPr/>
          <p:nvPr/>
        </p:nvSpPr>
        <p:spPr>
          <a:xfrm>
            <a:off x="8102671" y="3035440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AA27DE-5F42-4569-B9AB-2CD52FEEBEDD}"/>
              </a:ext>
            </a:extLst>
          </p:cNvPr>
          <p:cNvSpPr/>
          <p:nvPr/>
        </p:nvSpPr>
        <p:spPr>
          <a:xfrm>
            <a:off x="8397544" y="3035440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79930C-A6CE-43D0-9765-415D0F6635E4}"/>
              </a:ext>
            </a:extLst>
          </p:cNvPr>
          <p:cNvSpPr/>
          <p:nvPr/>
        </p:nvSpPr>
        <p:spPr>
          <a:xfrm>
            <a:off x="8692417" y="3035437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35D337-1235-4FCE-8ED5-67E430B7BB84}"/>
              </a:ext>
            </a:extLst>
          </p:cNvPr>
          <p:cNvSpPr/>
          <p:nvPr/>
        </p:nvSpPr>
        <p:spPr>
          <a:xfrm>
            <a:off x="8987290" y="3034133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2FA257-FA44-4387-ABF4-8FB012FF598B}"/>
              </a:ext>
            </a:extLst>
          </p:cNvPr>
          <p:cNvSpPr/>
          <p:nvPr/>
        </p:nvSpPr>
        <p:spPr>
          <a:xfrm>
            <a:off x="9282236" y="3034133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CB1B83-1EDC-4478-9ECD-2D1E69D31EE7}"/>
              </a:ext>
            </a:extLst>
          </p:cNvPr>
          <p:cNvSpPr/>
          <p:nvPr/>
        </p:nvSpPr>
        <p:spPr>
          <a:xfrm>
            <a:off x="9577036" y="3031523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610CFA0-5D3F-4F3A-AFCB-8518A94CD3E8}"/>
              </a:ext>
            </a:extLst>
          </p:cNvPr>
          <p:cNvSpPr/>
          <p:nvPr/>
        </p:nvSpPr>
        <p:spPr>
          <a:xfrm>
            <a:off x="7249629" y="3032823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444FAA9-B045-442D-9304-F0E6F7D3B2A4}"/>
                  </a:ext>
                </a:extLst>
              </p:cNvPr>
              <p:cNvSpPr/>
              <p:nvPr/>
            </p:nvSpPr>
            <p:spPr>
              <a:xfrm>
                <a:off x="10516653" y="853541"/>
                <a:ext cx="837147" cy="837147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444FAA9-B045-442D-9304-F0E6F7D3B2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6653" y="853541"/>
                <a:ext cx="837147" cy="8371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DADEA3C-9781-4850-818B-9E43281DDEFC}"/>
                  </a:ext>
                </a:extLst>
              </p:cNvPr>
              <p:cNvSpPr/>
              <p:nvPr/>
            </p:nvSpPr>
            <p:spPr>
              <a:xfrm>
                <a:off x="7512925" y="3729074"/>
                <a:ext cx="294873" cy="2948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i="1" smtClean="0">
                          <a:latin typeface="Cambria Math" panose="02040503050406030204" pitchFamily="18" charset="0"/>
                        </a:rPr>
                        <m:t>_</m:t>
                      </m: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DADEA3C-9781-4850-818B-9E43281DDE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925" y="3729074"/>
                <a:ext cx="294873" cy="2948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A287DD43-F026-422A-BC52-5F542699DA1A}"/>
              </a:ext>
            </a:extLst>
          </p:cNvPr>
          <p:cNvSpPr/>
          <p:nvPr/>
        </p:nvSpPr>
        <p:spPr>
          <a:xfrm>
            <a:off x="7807798" y="3729072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3B6143F-F1FE-44AB-B80F-B9AD9244CCF8}"/>
              </a:ext>
            </a:extLst>
          </p:cNvPr>
          <p:cNvSpPr/>
          <p:nvPr/>
        </p:nvSpPr>
        <p:spPr>
          <a:xfrm>
            <a:off x="8102671" y="3729075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968FC8D-C7B3-4D13-88A4-3579F4835C53}"/>
              </a:ext>
            </a:extLst>
          </p:cNvPr>
          <p:cNvSpPr/>
          <p:nvPr/>
        </p:nvSpPr>
        <p:spPr>
          <a:xfrm>
            <a:off x="8397544" y="3729075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52CE10-FC96-4EDB-B893-8166AF8CFBE5}"/>
              </a:ext>
            </a:extLst>
          </p:cNvPr>
          <p:cNvSpPr/>
          <p:nvPr/>
        </p:nvSpPr>
        <p:spPr>
          <a:xfrm>
            <a:off x="8692417" y="3729072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4E362C-15B6-44BC-B6CA-E267D1A28585}"/>
              </a:ext>
            </a:extLst>
          </p:cNvPr>
          <p:cNvSpPr/>
          <p:nvPr/>
        </p:nvSpPr>
        <p:spPr>
          <a:xfrm>
            <a:off x="8987290" y="3727768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6A5F45-9CD5-4827-B3BC-3CE8812FAB10}"/>
              </a:ext>
            </a:extLst>
          </p:cNvPr>
          <p:cNvSpPr/>
          <p:nvPr/>
        </p:nvSpPr>
        <p:spPr>
          <a:xfrm>
            <a:off x="9282236" y="3727768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C67DB1A-A8C3-48AA-8B78-8ABE0211A2C1}"/>
              </a:ext>
            </a:extLst>
          </p:cNvPr>
          <p:cNvSpPr/>
          <p:nvPr/>
        </p:nvSpPr>
        <p:spPr>
          <a:xfrm>
            <a:off x="9577036" y="3725158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8E5C5E-F961-4C74-A404-0D727D9D61FF}"/>
              </a:ext>
            </a:extLst>
          </p:cNvPr>
          <p:cNvSpPr/>
          <p:nvPr/>
        </p:nvSpPr>
        <p:spPr>
          <a:xfrm>
            <a:off x="7249629" y="3726458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A921927-815C-404B-9D54-FE9DC5F87C02}"/>
                  </a:ext>
                </a:extLst>
              </p:cNvPr>
              <p:cNvSpPr/>
              <p:nvPr/>
            </p:nvSpPr>
            <p:spPr>
              <a:xfrm>
                <a:off x="7512925" y="4424010"/>
                <a:ext cx="294873" cy="2948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i="1" smtClean="0">
                          <a:latin typeface="Cambria Math" panose="02040503050406030204" pitchFamily="18" charset="0"/>
                        </a:rPr>
                        <m:t>_</m:t>
                      </m: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A921927-815C-404B-9D54-FE9DC5F87C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925" y="4424010"/>
                <a:ext cx="294873" cy="2948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F263A269-78E3-4685-B70C-E6447D957CA7}"/>
              </a:ext>
            </a:extLst>
          </p:cNvPr>
          <p:cNvSpPr/>
          <p:nvPr/>
        </p:nvSpPr>
        <p:spPr>
          <a:xfrm>
            <a:off x="7807798" y="4424008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50C6A4-A290-4B65-9697-5F03FBA339E4}"/>
              </a:ext>
            </a:extLst>
          </p:cNvPr>
          <p:cNvSpPr/>
          <p:nvPr/>
        </p:nvSpPr>
        <p:spPr>
          <a:xfrm>
            <a:off x="8102671" y="4424011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76A2BD6-9FF9-48CA-A468-0E8B7A6F29DB}"/>
              </a:ext>
            </a:extLst>
          </p:cNvPr>
          <p:cNvSpPr/>
          <p:nvPr/>
        </p:nvSpPr>
        <p:spPr>
          <a:xfrm>
            <a:off x="8397544" y="4424011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6CD1502-2E75-4B2D-896E-863A88C2972B}"/>
              </a:ext>
            </a:extLst>
          </p:cNvPr>
          <p:cNvSpPr/>
          <p:nvPr/>
        </p:nvSpPr>
        <p:spPr>
          <a:xfrm>
            <a:off x="8692417" y="4424008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A8B430F-A0EE-4393-9D13-422F934A316D}"/>
              </a:ext>
            </a:extLst>
          </p:cNvPr>
          <p:cNvSpPr/>
          <p:nvPr/>
        </p:nvSpPr>
        <p:spPr>
          <a:xfrm>
            <a:off x="8987290" y="4422704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F843325-1F73-4122-8F85-A309CDA77B2C}"/>
              </a:ext>
            </a:extLst>
          </p:cNvPr>
          <p:cNvSpPr/>
          <p:nvPr/>
        </p:nvSpPr>
        <p:spPr>
          <a:xfrm>
            <a:off x="9282236" y="4422704"/>
            <a:ext cx="294873" cy="294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1570418-747E-4922-9514-42D861002E37}"/>
              </a:ext>
            </a:extLst>
          </p:cNvPr>
          <p:cNvSpPr/>
          <p:nvPr/>
        </p:nvSpPr>
        <p:spPr>
          <a:xfrm>
            <a:off x="9577036" y="4420094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BDC4B1D-9253-4D35-BBF0-036EC9E5BEF6}"/>
              </a:ext>
            </a:extLst>
          </p:cNvPr>
          <p:cNvSpPr/>
          <p:nvPr/>
        </p:nvSpPr>
        <p:spPr>
          <a:xfrm>
            <a:off x="7249629" y="4421394"/>
            <a:ext cx="294873" cy="2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8980E297-6C71-434D-8B1D-119390577B63}"/>
              </a:ext>
            </a:extLst>
          </p:cNvPr>
          <p:cNvCxnSpPr>
            <a:cxnSpLocks/>
            <a:stCxn id="32" idx="1"/>
            <a:endCxn id="18" idx="0"/>
          </p:cNvCxnSpPr>
          <p:nvPr/>
        </p:nvCxnSpPr>
        <p:spPr>
          <a:xfrm rot="10800000" flipV="1">
            <a:off x="9108779" y="1272115"/>
            <a:ext cx="1407875" cy="1021208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660899E5-96E9-40E8-B29E-12C7FA677BDC}"/>
              </a:ext>
            </a:extLst>
          </p:cNvPr>
          <p:cNvCxnSpPr>
            <a:cxnSpLocks/>
            <a:stCxn id="32" idx="1"/>
            <a:endCxn id="27" idx="0"/>
          </p:cNvCxnSpPr>
          <p:nvPr/>
        </p:nvCxnSpPr>
        <p:spPr>
          <a:xfrm rot="10800000" flipV="1">
            <a:off x="8839855" y="1272115"/>
            <a:ext cx="1676799" cy="1763322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2DB021FC-A8FF-48E6-BA0D-1FA00C999D7E}"/>
              </a:ext>
            </a:extLst>
          </p:cNvPr>
          <p:cNvCxnSpPr>
            <a:cxnSpLocks/>
            <a:stCxn id="32" idx="1"/>
            <a:endCxn id="34" idx="0"/>
          </p:cNvCxnSpPr>
          <p:nvPr/>
        </p:nvCxnSpPr>
        <p:spPr>
          <a:xfrm rot="10800000" flipV="1">
            <a:off x="7955235" y="1272114"/>
            <a:ext cx="2561418" cy="2456957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2F8265A4-06BF-4BA2-8C94-46C949FCB9F1}"/>
              </a:ext>
            </a:extLst>
          </p:cNvPr>
          <p:cNvCxnSpPr>
            <a:cxnSpLocks/>
            <a:stCxn id="32" idx="1"/>
            <a:endCxn id="48" idx="0"/>
          </p:cNvCxnSpPr>
          <p:nvPr/>
        </p:nvCxnSpPr>
        <p:spPr>
          <a:xfrm rot="10800000" flipV="1">
            <a:off x="9429673" y="1272114"/>
            <a:ext cx="1086980" cy="3150589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54583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76087-C7C8-401E-816F-668AC73A7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Multi-tape TM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D3281C-A190-4448-B93F-85204FBA16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lv-LV" dirty="0"/>
                  <a:t>Every </a:t>
                </a:r>
                <a14:m>
                  <m:oMath xmlns:m="http://schemas.openxmlformats.org/officeDocument/2006/math">
                    <m:r>
                      <a:rPr lang="lv-LV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lv-LV" dirty="0"/>
                  <a:t>-tape TM can be simulated with a 1-tape TM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D3281C-A190-4448-B93F-85204FBA16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369842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B3C20021-BA4B-49A1-B2B0-93CFC29D7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35" y="2514600"/>
            <a:ext cx="6896100" cy="43434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51D0999-8B61-480B-B471-EE2B5FB9C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627" y="0"/>
            <a:ext cx="6224373" cy="277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27002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35884-8F9A-4499-8945-1C9FBBB86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Nondeterministic TM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17C844-D86F-4767-8F2A-B5628A3145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lv-LV" dirty="0" err="1"/>
                  <a:t>Similarly</a:t>
                </a:r>
                <a:r>
                  <a:rPr lang="lv-LV" dirty="0"/>
                  <a:t>, as deterministic vs nondeterministic finite automata</a:t>
                </a:r>
              </a:p>
              <a:p>
                <a:r>
                  <a:rPr lang="en-US" dirty="0"/>
                  <a:t>At any point</a:t>
                </a:r>
                <a:r>
                  <a:rPr lang="lv-LV" dirty="0"/>
                  <a:t> </a:t>
                </a:r>
                <a:r>
                  <a:rPr lang="en-US" dirty="0"/>
                  <a:t>in a computation, the machine may proceed according to several possibilities</a:t>
                </a:r>
                <a:endParaRPr lang="lv-LV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lv-LV" b="0" i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sup>
                    </m:sSup>
                  </m:oMath>
                </a14:m>
                <a:endParaRPr lang="lv-LV" dirty="0"/>
              </a:p>
              <a:p>
                <a:r>
                  <a:rPr lang="en-US" dirty="0"/>
                  <a:t>If </a:t>
                </a:r>
                <a:r>
                  <a:rPr lang="lv-LV" dirty="0"/>
                  <a:t>any</a:t>
                </a:r>
                <a:r>
                  <a:rPr lang="en-US" dirty="0"/>
                  <a:t> branch of the computation</a:t>
                </a:r>
                <a:r>
                  <a:rPr lang="lv-LV" dirty="0"/>
                  <a:t> </a:t>
                </a:r>
                <a:r>
                  <a:rPr lang="en-US" dirty="0"/>
                  <a:t>leads to the accept state, the machine accepts its input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17C844-D86F-4767-8F2A-B5628A3145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785236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9E17F7-E047-4D85-A94A-5AD4FCD73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5275"/>
            <a:ext cx="5086350" cy="3848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CBD975-7A27-4DBE-B9B4-87C578DE8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005" y="1072012"/>
            <a:ext cx="5124450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54938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D20BE-45C7-4135-AA6A-8229B34F2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Nondeterministic TM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6BDB6-7EE6-4FEF-A5EB-8F5154DB2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nondeterministic Turing machine has an equivalent deterministic Turing</a:t>
            </a:r>
            <a:r>
              <a:rPr lang="lv-LV" dirty="0"/>
              <a:t> </a:t>
            </a:r>
            <a:r>
              <a:rPr lang="en-US" dirty="0"/>
              <a:t>machine.</a:t>
            </a:r>
          </a:p>
        </p:txBody>
      </p:sp>
    </p:spTree>
    <p:extLst>
      <p:ext uri="{BB962C8B-B14F-4D97-AF65-F5344CB8AC3E}">
        <p14:creationId xmlns:p14="http://schemas.microsoft.com/office/powerpoint/2010/main" val="17838363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2BF497-67B1-40DA-AEDE-7247B7F37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017" y="223105"/>
            <a:ext cx="6219983" cy="19593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269071-776A-4B07-B649-D05A29BBD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3863"/>
            <a:ext cx="6219645" cy="1404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A9AFA1-AD1D-4F75-93A7-2B40D2C21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4045789"/>
            <a:ext cx="6147448" cy="2812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990258-98E1-45DC-B076-F52F20271C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552" y="4190549"/>
            <a:ext cx="6147448" cy="266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38537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2BF497-67B1-40DA-AEDE-7247B7F37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017" y="223105"/>
            <a:ext cx="6219983" cy="19593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269071-776A-4B07-B649-D05A29BBD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3863"/>
            <a:ext cx="6219645" cy="1404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A9AFA1-AD1D-4F75-93A7-2B40D2C21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4045789"/>
            <a:ext cx="6147448" cy="2812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990258-98E1-45DC-B076-F52F20271C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552" y="4190549"/>
            <a:ext cx="6147448" cy="26674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2EDDA7-9433-46F4-ABE9-C9FF90F2FC88}"/>
              </a:ext>
            </a:extLst>
          </p:cNvPr>
          <p:cNvSpPr txBox="1"/>
          <p:nvPr/>
        </p:nvSpPr>
        <p:spPr>
          <a:xfrm>
            <a:off x="7018421" y="2711174"/>
            <a:ext cx="130997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lv-LV" dirty="0"/>
              <a:t>_ _ _ _ _ _ _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4506276-481D-4C9E-8744-D61C674019E4}"/>
              </a:ext>
            </a:extLst>
          </p:cNvPr>
          <p:cNvCxnSpPr/>
          <p:nvPr/>
        </p:nvCxnSpPr>
        <p:spPr>
          <a:xfrm flipV="1">
            <a:off x="7155809" y="3080506"/>
            <a:ext cx="0" cy="268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507B277-95D7-4E33-A04A-68D59B76D98A}"/>
              </a:ext>
            </a:extLst>
          </p:cNvPr>
          <p:cNvSpPr txBox="1"/>
          <p:nvPr/>
        </p:nvSpPr>
        <p:spPr>
          <a:xfrm>
            <a:off x="9118276" y="2209180"/>
            <a:ext cx="13115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lv-LV" dirty="0"/>
              <a:t>0 _ _ _ _ _ _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4DC995-70C6-4437-9FEB-06362BADC6E6}"/>
              </a:ext>
            </a:extLst>
          </p:cNvPr>
          <p:cNvSpPr txBox="1"/>
          <p:nvPr/>
        </p:nvSpPr>
        <p:spPr>
          <a:xfrm>
            <a:off x="9118276" y="2605209"/>
            <a:ext cx="13115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lv-LV" dirty="0"/>
              <a:t>1 _ _ _ _ _ _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7ECDF9-609B-4527-B47E-CF8016263E57}"/>
              </a:ext>
            </a:extLst>
          </p:cNvPr>
          <p:cNvSpPr txBox="1"/>
          <p:nvPr/>
        </p:nvSpPr>
        <p:spPr>
          <a:xfrm>
            <a:off x="9118276" y="3023529"/>
            <a:ext cx="13115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lv-LV" dirty="0"/>
              <a:t>0 0 _ _ _ _ _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8EFE0D-4303-4C2D-AA01-81D6D71E8A33}"/>
              </a:ext>
            </a:extLst>
          </p:cNvPr>
          <p:cNvSpPr txBox="1"/>
          <p:nvPr/>
        </p:nvSpPr>
        <p:spPr>
          <a:xfrm>
            <a:off x="9118276" y="3419558"/>
            <a:ext cx="13115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lv-LV" dirty="0"/>
              <a:t>0 1 _ _ _ _ _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A08961-4F0A-4912-959F-9C5E864D7AA5}"/>
              </a:ext>
            </a:extLst>
          </p:cNvPr>
          <p:cNvSpPr txBox="1"/>
          <p:nvPr/>
        </p:nvSpPr>
        <p:spPr>
          <a:xfrm>
            <a:off x="9118276" y="3801839"/>
            <a:ext cx="13115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lv-LV" dirty="0"/>
              <a:t>1 0 _ _ _ _ _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D6B54B-7AD3-498A-BE0E-CEABBC0FF9F9}"/>
              </a:ext>
            </a:extLst>
          </p:cNvPr>
          <p:cNvSpPr txBox="1"/>
          <p:nvPr/>
        </p:nvSpPr>
        <p:spPr>
          <a:xfrm>
            <a:off x="10633297" y="2164874"/>
            <a:ext cx="13115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lv-LV" dirty="0"/>
              <a:t>1 1 _ _ _ _ _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A6EBBA-79E5-4220-9268-E6CE87233EB8}"/>
              </a:ext>
            </a:extLst>
          </p:cNvPr>
          <p:cNvSpPr txBox="1"/>
          <p:nvPr/>
        </p:nvSpPr>
        <p:spPr>
          <a:xfrm>
            <a:off x="10633297" y="2602454"/>
            <a:ext cx="12618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lv-LV" dirty="0"/>
              <a:t>0 0 0_ _ _ _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D31AE1-B25F-4A33-8B84-BFE922E9B87F}"/>
              </a:ext>
            </a:extLst>
          </p:cNvPr>
          <p:cNvSpPr txBox="1"/>
          <p:nvPr/>
        </p:nvSpPr>
        <p:spPr>
          <a:xfrm>
            <a:off x="10633297" y="3081530"/>
            <a:ext cx="12618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lv-LV" dirty="0"/>
              <a:t>0 0 1_ _ _ _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7CCD61C-97AA-4570-8F69-7B9BD5A8CE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232" y="2133060"/>
            <a:ext cx="1944558" cy="147116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D65B0DB-52A9-4389-95E1-C37D177289B3}"/>
              </a:ext>
            </a:extLst>
          </p:cNvPr>
          <p:cNvSpPr txBox="1"/>
          <p:nvPr/>
        </p:nvSpPr>
        <p:spPr>
          <a:xfrm>
            <a:off x="3336273" y="3425958"/>
            <a:ext cx="16546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lv-LV" dirty="0"/>
              <a:t>1 1 1 0 1 _ _ _ 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94325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38FCF-F5F4-728E-4B6B-8710AF4FC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5AAEB-65EB-F811-6AC3-D9AF855AF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107353"/>
          </a:xfrm>
        </p:spPr>
        <p:txBody>
          <a:bodyPr/>
          <a:lstStyle/>
          <a:p>
            <a:r>
              <a:rPr lang="en-US" dirty="0"/>
              <a:t>Enumeration of languages</a:t>
            </a:r>
            <a:endParaRPr lang="lv-LV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ABC7F-00B1-BEE7-4922-6C30E90FF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17091"/>
            <a:ext cx="10515600" cy="3663608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796696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10E44-A7EE-4592-978D-889FE2D8F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Enumerators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DE114CF-E44B-4CC2-9415-3AB4F2F79B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Loosely defined, an enumerator is a Turing machine with an attached printer. The Turing machine can use that printer as an output device to print strings. Every time the Turing machine wants to add a string to the list, it sends the string to the printer.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C01674-98E4-4EDB-9E5E-0E7F2E3CE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16894"/>
            <a:ext cx="5419725" cy="2514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2287C2-582E-4583-9778-59B8E86825FC}"/>
                  </a:ext>
                </a:extLst>
              </p:cNvPr>
              <p:cNvSpPr txBox="1"/>
              <p:nvPr/>
            </p:nvSpPr>
            <p:spPr>
              <a:xfrm>
                <a:off x="6694415" y="679508"/>
                <a:ext cx="34623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lv-LV" dirty="0"/>
                  <a:t>   run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lv-LV" dirty="0"/>
                  <a:t>, see if accepts/rejects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2287C2-582E-4583-9778-59B8E8682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4415" y="679508"/>
                <a:ext cx="3462358" cy="369332"/>
              </a:xfrm>
              <a:prstGeom prst="rect">
                <a:avLst/>
              </a:prstGeom>
              <a:blipFill>
                <a:blip r:embed="rId3"/>
                <a:stretch>
                  <a:fillRect t="-8197" r="-105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991881-AFC5-4754-9819-923AB4B8A562}"/>
                  </a:ext>
                </a:extLst>
              </p:cNvPr>
              <p:cNvSpPr txBox="1"/>
              <p:nvPr/>
            </p:nvSpPr>
            <p:spPr>
              <a:xfrm>
                <a:off x="6694415" y="1048840"/>
                <a:ext cx="13895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991881-AFC5-4754-9819-923AB4B8A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4415" y="1048840"/>
                <a:ext cx="13895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2C45612-343D-48CA-A774-D16783C81FB0}"/>
                  </a:ext>
                </a:extLst>
              </p:cNvPr>
              <p:cNvSpPr txBox="1"/>
              <p:nvPr/>
            </p:nvSpPr>
            <p:spPr>
              <a:xfrm>
                <a:off x="6241409" y="5478011"/>
                <a:ext cx="17385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#…#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2C45612-343D-48CA-A774-D16783C81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409" y="5478011"/>
                <a:ext cx="173855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859FF36-6C6A-4EA1-B606-220537D051EE}"/>
                  </a:ext>
                </a:extLst>
              </p:cNvPr>
              <p:cNvSpPr txBox="1"/>
              <p:nvPr/>
            </p:nvSpPr>
            <p:spPr>
              <a:xfrm>
                <a:off x="6096000" y="6249798"/>
                <a:ext cx="1997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859FF36-6C6A-4EA1-B606-220537D05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249798"/>
                <a:ext cx="199740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82054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BDCCB-59D1-46D1-BD33-6444ED56F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Enumerators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F598D-3356-4166-950E-7F673B221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lv-LV" dirty="0"/>
              <a:t>A </a:t>
            </a:r>
            <a:r>
              <a:rPr lang="en-US" dirty="0"/>
              <a:t>language is Turing-recognizable</a:t>
            </a:r>
          </a:p>
          <a:p>
            <a:pPr marL="0" indent="0" algn="ctr">
              <a:buNone/>
            </a:pPr>
            <a:r>
              <a:rPr lang="en-US" dirty="0"/>
              <a:t>if and only if</a:t>
            </a:r>
          </a:p>
          <a:p>
            <a:pPr marL="0" indent="0" algn="ctr">
              <a:buNone/>
            </a:pPr>
            <a:r>
              <a:rPr lang="en-US" dirty="0"/>
              <a:t>some enumerator enumerates 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D48871-55E3-468C-A7BE-29E9F13D5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8" y="3429000"/>
            <a:ext cx="5652073" cy="14364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2D7370-EE48-4B76-8215-DC162FE87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6038862" cy="264875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0BEFABC-00EB-478D-8D1E-37DB98CA28E4}"/>
              </a:ext>
            </a:extLst>
          </p:cNvPr>
          <p:cNvGrpSpPr/>
          <p:nvPr/>
        </p:nvGrpSpPr>
        <p:grpSpPr>
          <a:xfrm>
            <a:off x="4420998" y="450406"/>
            <a:ext cx="7137935" cy="1166143"/>
            <a:chOff x="838200" y="2307517"/>
            <a:chExt cx="12065949" cy="197124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8169024-9987-4DCD-B429-8A25FEF22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626176"/>
              <a:ext cx="7648575" cy="151447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3C2FA65-6641-4C2E-A67A-D3B1A039B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0588" y="4002538"/>
              <a:ext cx="6019800" cy="27622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7C4FE9C-D42B-4CB0-9F20-9C9D2C6FF299}"/>
                    </a:ext>
                  </a:extLst>
                </p:cNvPr>
                <p:cNvSpPr txBox="1"/>
                <p:nvPr/>
              </p:nvSpPr>
              <p:spPr>
                <a:xfrm>
                  <a:off x="8655120" y="2307517"/>
                  <a:ext cx="3902273" cy="10925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nor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accepts</m:t>
                        </m:r>
                        <m:r>
                          <m:rPr>
                            <m:nor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lv-LV" dirty="0"/>
                </a:p>
                <a:p>
                  <a:r>
                    <a:rPr lang="lv-LV" b="0" dirty="0"/>
                    <a:t> </a:t>
                  </a:r>
                  <a14:m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7C4FE9C-D42B-4CB0-9F20-9C9D2C6FF2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5120" y="2307517"/>
                  <a:ext cx="3902273" cy="109255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AA4F94E-75D6-42B8-AE92-D3BC8BD489EB}"/>
                    </a:ext>
                  </a:extLst>
                </p:cNvPr>
                <p:cNvSpPr txBox="1"/>
                <p:nvPr/>
              </p:nvSpPr>
              <p:spPr>
                <a:xfrm>
                  <a:off x="8773659" y="3548637"/>
                  <a:ext cx="4130490" cy="646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lv-LV" b="0" dirty="0"/>
                    <a:t> </a:t>
                  </a:r>
                  <a14:m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either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rejects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loops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on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lv-LV" dirty="0"/>
                </a:p>
                <a:p>
                  <a:r>
                    <a:rPr lang="lv-LV" b="0" dirty="0"/>
                    <a:t> </a:t>
                  </a:r>
                  <a14:m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lv-LV" dirty="0"/>
                    <a:t> or </a:t>
                  </a:r>
                  <a14:m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lv-LV" dirty="0"/>
                    <a:t> is undefined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AA4F94E-75D6-42B8-AE92-D3BC8BD489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3659" y="3548637"/>
                  <a:ext cx="4130490" cy="646332"/>
                </a:xfrm>
                <a:prstGeom prst="rect">
                  <a:avLst/>
                </a:prstGeom>
                <a:blipFill>
                  <a:blip r:embed="rId7"/>
                  <a:stretch>
                    <a:fillRect l="-1995" b="-234921"/>
                  </a:stretch>
                </a:blipFill>
              </p:spPr>
              <p:txBody>
                <a:bodyPr/>
                <a:lstStyle/>
                <a:p>
                  <a:r>
                    <a:rPr lang="lv-LV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7972990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0693B-1317-7257-50B4-330023453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057B4-B352-9E59-111C-3B37195E8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107353"/>
          </a:xfrm>
        </p:spPr>
        <p:txBody>
          <a:bodyPr/>
          <a:lstStyle/>
          <a:p>
            <a:r>
              <a:rPr lang="lv-LV" dirty="0" err="1"/>
              <a:t>Church-Turing</a:t>
            </a:r>
            <a:r>
              <a:rPr lang="lv-LV" dirty="0"/>
              <a:t> </a:t>
            </a:r>
            <a:r>
              <a:rPr lang="lv-LV" dirty="0" err="1"/>
              <a:t>thesis</a:t>
            </a:r>
            <a:endParaRPr lang="lv-LV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90C68-DACC-2D05-A1ED-D24C51B55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17091"/>
            <a:ext cx="10515600" cy="3663608"/>
          </a:xfrm>
        </p:spPr>
        <p:txBody>
          <a:bodyPr>
            <a:normAutofit fontScale="92500" lnSpcReduction="2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lv-LV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Definition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</a:t>
            </a:r>
            <a:r>
              <a:rPr kumimoji="0" lang="lv-LV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algorithm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/ </a:t>
            </a:r>
            <a:r>
              <a:rPr kumimoji="0" lang="lv-LV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computation</a:t>
            </a:r>
            <a:endParaRPr kumimoji="0" lang="lv-LV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lv-LV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Several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lv-LV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different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lv-LV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models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</a:t>
            </a:r>
            <a:r>
              <a:rPr kumimoji="0" lang="lv-LV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computation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/ algoritms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Turing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machine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one-tape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multi-tape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deterministic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nondeterministic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Lambda 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calculus</a:t>
            </a:r>
            <a:endParaRPr kumimoji="0" lang="lv-LV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Markov’s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normal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algorithms</a:t>
            </a:r>
            <a:endParaRPr kumimoji="0" lang="lv-LV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Programming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languages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(C++, C#, 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Python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Java, 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Pascal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LISP, 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etc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lv-LV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lv-LV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these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lv-LV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models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lv-LV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turn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lv-LV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</a:t>
            </a:r>
            <a:r>
              <a:rPr kumimoji="0" lang="lv-LV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lv-LV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equivalent</a:t>
            </a:r>
            <a:endParaRPr kumimoji="0" lang="lv-LV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Algorithms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simulated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other</a:t>
            </a:r>
            <a:r>
              <a:rPr kumimoji="0" lang="lv-LV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lv-LV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models</a:t>
            </a:r>
            <a:endParaRPr kumimoji="0" lang="lv-LV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CT </a:t>
            </a:r>
            <a:r>
              <a:rPr kumimoji="0" lang="lv-LV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thesis</a:t>
            </a:r>
            <a:r>
              <a:rPr kumimoji="0" lang="lv-LV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function on the natural numbers can be calculated by an effective method if and only if it is computable by a Turing machine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7603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4019</TotalTime>
  <Words>12888</Words>
  <Application>Microsoft Office PowerPoint</Application>
  <PresentationFormat>Widescreen</PresentationFormat>
  <Paragraphs>2325</Paragraphs>
  <Slides>121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121</vt:i4>
      </vt:variant>
    </vt:vector>
  </HeadingPairs>
  <TitlesOfParts>
    <vt:vector size="126" baseType="lpstr">
      <vt:lpstr>Arial</vt:lpstr>
      <vt:lpstr>Calibri</vt:lpstr>
      <vt:lpstr>Calibri Light</vt:lpstr>
      <vt:lpstr>Cambria Math</vt:lpstr>
      <vt:lpstr>Office Theme</vt:lpstr>
      <vt:lpstr>PowerPoint Presentation</vt:lpstr>
      <vt:lpstr>Turing Machines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important notions</vt:lpstr>
      <vt:lpstr>Turing machines</vt:lpstr>
      <vt:lpstr>Describing Turing machines</vt:lpstr>
      <vt:lpstr>Configuration of TM</vt:lpstr>
      <vt:lpstr>Configuration of TM</vt:lpstr>
      <vt:lpstr>Halting of a TM</vt:lpstr>
      <vt:lpstr>Languages recognized / decided by TM</vt:lpstr>
      <vt:lpstr>Languages recognized / decided by TM</vt:lpstr>
      <vt:lpstr>“Improvements” for TM</vt:lpstr>
      <vt:lpstr>Variants of TM</vt:lpstr>
      <vt:lpstr>Variants of TM</vt:lpstr>
      <vt:lpstr>PowerPoint Presentation</vt:lpstr>
      <vt:lpstr>PowerPoint Presentation</vt:lpstr>
      <vt:lpstr>PowerPoint Presentation</vt:lpstr>
      <vt:lpstr>PowerPoint Presentation</vt:lpstr>
      <vt:lpstr>Simulating a doubly-infinite tape by a singly-infinite one</vt:lpstr>
      <vt:lpstr>Simulating a doubly-infinite tape by a singly-infinite 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Multi-tape TM</vt:lpstr>
      <vt:lpstr>Multi-tape TM</vt:lpstr>
      <vt:lpstr>Multi-tape TM</vt:lpstr>
      <vt:lpstr>Multi-tape TM</vt:lpstr>
      <vt:lpstr>PowerPoint Presentation</vt:lpstr>
      <vt:lpstr>Nondeterministic TM</vt:lpstr>
      <vt:lpstr>PowerPoint Presentation</vt:lpstr>
      <vt:lpstr>Nondeterministic TM</vt:lpstr>
      <vt:lpstr>PowerPoint Presentation</vt:lpstr>
      <vt:lpstr>PowerPoint Presentation</vt:lpstr>
      <vt:lpstr>Enumeration of languages</vt:lpstr>
      <vt:lpstr>Enumerators</vt:lpstr>
      <vt:lpstr>Enumerators</vt:lpstr>
      <vt:lpstr>Church-Turing thesis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Algorithms</dc:title>
  <dc:creator>-</dc:creator>
  <cp:lastModifiedBy>kingdel</cp:lastModifiedBy>
  <cp:revision>84</cp:revision>
  <dcterms:created xsi:type="dcterms:W3CDTF">2021-02-15T14:15:19Z</dcterms:created>
  <dcterms:modified xsi:type="dcterms:W3CDTF">2026-02-04T12:16:26Z</dcterms:modified>
</cp:coreProperties>
</file>